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6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0000"/>
    <a:srgbClr val="2C3814"/>
    <a:srgbClr val="2B1D4F"/>
    <a:srgbClr val="155B49"/>
    <a:srgbClr val="143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920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815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09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9815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794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8198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872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741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469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816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344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F1A69-44FD-499B-932A-68E47A8830D4}" type="datetimeFigureOut">
              <a:rPr lang="en-PK" smtClean="0"/>
              <a:t>05/11/2025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5AD76-B68E-4B1F-9EF2-46C1B96F0B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6968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image" Target="../media/image2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20.xml"/><Relationship Id="rId41" Type="http://schemas.openxmlformats.org/officeDocument/2006/relationships/tags" Target="../tags/tag4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26" Type="http://schemas.openxmlformats.org/officeDocument/2006/relationships/tags" Target="../tags/tag71.xml"/><Relationship Id="rId39" Type="http://schemas.openxmlformats.org/officeDocument/2006/relationships/tags" Target="../tags/tag84.xml"/><Relationship Id="rId21" Type="http://schemas.openxmlformats.org/officeDocument/2006/relationships/tags" Target="../tags/tag66.xml"/><Relationship Id="rId34" Type="http://schemas.openxmlformats.org/officeDocument/2006/relationships/tags" Target="../tags/tag79.xml"/><Relationship Id="rId42" Type="http://schemas.openxmlformats.org/officeDocument/2006/relationships/tags" Target="../tags/tag87.xml"/><Relationship Id="rId47" Type="http://schemas.openxmlformats.org/officeDocument/2006/relationships/image" Target="../media/image3.png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9" Type="http://schemas.openxmlformats.org/officeDocument/2006/relationships/tags" Target="../tags/tag74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tags" Target="../tags/tag69.xml"/><Relationship Id="rId32" Type="http://schemas.openxmlformats.org/officeDocument/2006/relationships/tags" Target="../tags/tag77.xml"/><Relationship Id="rId37" Type="http://schemas.openxmlformats.org/officeDocument/2006/relationships/tags" Target="../tags/tag82.xml"/><Relationship Id="rId40" Type="http://schemas.openxmlformats.org/officeDocument/2006/relationships/tags" Target="../tags/tag85.xml"/><Relationship Id="rId45" Type="http://schemas.openxmlformats.org/officeDocument/2006/relationships/tags" Target="../tags/tag90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tags" Target="../tags/tag68.xml"/><Relationship Id="rId28" Type="http://schemas.openxmlformats.org/officeDocument/2006/relationships/tags" Target="../tags/tag73.xml"/><Relationship Id="rId36" Type="http://schemas.openxmlformats.org/officeDocument/2006/relationships/tags" Target="../tags/tag81.xml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31" Type="http://schemas.openxmlformats.org/officeDocument/2006/relationships/tags" Target="../tags/tag76.xml"/><Relationship Id="rId44" Type="http://schemas.openxmlformats.org/officeDocument/2006/relationships/tags" Target="../tags/tag89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tags" Target="../tags/tag67.xml"/><Relationship Id="rId27" Type="http://schemas.openxmlformats.org/officeDocument/2006/relationships/tags" Target="../tags/tag72.xml"/><Relationship Id="rId30" Type="http://schemas.openxmlformats.org/officeDocument/2006/relationships/tags" Target="../tags/tag75.xml"/><Relationship Id="rId35" Type="http://schemas.openxmlformats.org/officeDocument/2006/relationships/tags" Target="../tags/tag80.xml"/><Relationship Id="rId43" Type="http://schemas.openxmlformats.org/officeDocument/2006/relationships/tags" Target="../tags/tag88.xml"/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5" Type="http://schemas.openxmlformats.org/officeDocument/2006/relationships/tags" Target="../tags/tag70.xml"/><Relationship Id="rId33" Type="http://schemas.openxmlformats.org/officeDocument/2006/relationships/tags" Target="../tags/tag78.xml"/><Relationship Id="rId38" Type="http://schemas.openxmlformats.org/officeDocument/2006/relationships/tags" Target="../tags/tag83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65.xml"/><Relationship Id="rId4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26" Type="http://schemas.openxmlformats.org/officeDocument/2006/relationships/tags" Target="../tags/tag116.xml"/><Relationship Id="rId39" Type="http://schemas.openxmlformats.org/officeDocument/2006/relationships/tags" Target="../tags/tag129.xml"/><Relationship Id="rId21" Type="http://schemas.openxmlformats.org/officeDocument/2006/relationships/tags" Target="../tags/tag111.xml"/><Relationship Id="rId34" Type="http://schemas.openxmlformats.org/officeDocument/2006/relationships/tags" Target="../tags/tag124.xml"/><Relationship Id="rId42" Type="http://schemas.openxmlformats.org/officeDocument/2006/relationships/tags" Target="../tags/tag132.xml"/><Relationship Id="rId47" Type="http://schemas.openxmlformats.org/officeDocument/2006/relationships/slideLayout" Target="../slideLayouts/slideLayout2.xml"/><Relationship Id="rId50" Type="http://schemas.openxmlformats.org/officeDocument/2006/relationships/image" Target="../media/image6.png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9" Type="http://schemas.openxmlformats.org/officeDocument/2006/relationships/tags" Target="../tags/tag119.xml"/><Relationship Id="rId11" Type="http://schemas.openxmlformats.org/officeDocument/2006/relationships/tags" Target="../tags/tag101.xml"/><Relationship Id="rId24" Type="http://schemas.openxmlformats.org/officeDocument/2006/relationships/tags" Target="../tags/tag114.xml"/><Relationship Id="rId32" Type="http://schemas.openxmlformats.org/officeDocument/2006/relationships/tags" Target="../tags/tag122.xml"/><Relationship Id="rId37" Type="http://schemas.openxmlformats.org/officeDocument/2006/relationships/tags" Target="../tags/tag127.xml"/><Relationship Id="rId40" Type="http://schemas.openxmlformats.org/officeDocument/2006/relationships/tags" Target="../tags/tag130.xml"/><Relationship Id="rId45" Type="http://schemas.openxmlformats.org/officeDocument/2006/relationships/tags" Target="../tags/tag135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23" Type="http://schemas.openxmlformats.org/officeDocument/2006/relationships/tags" Target="../tags/tag113.xml"/><Relationship Id="rId28" Type="http://schemas.openxmlformats.org/officeDocument/2006/relationships/tags" Target="../tags/tag118.xml"/><Relationship Id="rId36" Type="http://schemas.openxmlformats.org/officeDocument/2006/relationships/tags" Target="../tags/tag126.xml"/><Relationship Id="rId49" Type="http://schemas.openxmlformats.org/officeDocument/2006/relationships/image" Target="../media/image5.png"/><Relationship Id="rId10" Type="http://schemas.openxmlformats.org/officeDocument/2006/relationships/tags" Target="../tags/tag100.xml"/><Relationship Id="rId19" Type="http://schemas.openxmlformats.org/officeDocument/2006/relationships/tags" Target="../tags/tag109.xml"/><Relationship Id="rId31" Type="http://schemas.openxmlformats.org/officeDocument/2006/relationships/tags" Target="../tags/tag121.xml"/><Relationship Id="rId44" Type="http://schemas.openxmlformats.org/officeDocument/2006/relationships/tags" Target="../tags/tag134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Relationship Id="rId22" Type="http://schemas.openxmlformats.org/officeDocument/2006/relationships/tags" Target="../tags/tag112.xml"/><Relationship Id="rId27" Type="http://schemas.openxmlformats.org/officeDocument/2006/relationships/tags" Target="../tags/tag117.xml"/><Relationship Id="rId30" Type="http://schemas.openxmlformats.org/officeDocument/2006/relationships/tags" Target="../tags/tag120.xml"/><Relationship Id="rId35" Type="http://schemas.openxmlformats.org/officeDocument/2006/relationships/tags" Target="../tags/tag125.xml"/><Relationship Id="rId43" Type="http://schemas.openxmlformats.org/officeDocument/2006/relationships/tags" Target="../tags/tag133.xml"/><Relationship Id="rId48" Type="http://schemas.openxmlformats.org/officeDocument/2006/relationships/image" Target="../media/image4.png"/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5" Type="http://schemas.openxmlformats.org/officeDocument/2006/relationships/tags" Target="../tags/tag115.xml"/><Relationship Id="rId33" Type="http://schemas.openxmlformats.org/officeDocument/2006/relationships/tags" Target="../tags/tag123.xml"/><Relationship Id="rId38" Type="http://schemas.openxmlformats.org/officeDocument/2006/relationships/tags" Target="../tags/tag128.xml"/><Relationship Id="rId46" Type="http://schemas.openxmlformats.org/officeDocument/2006/relationships/tags" Target="../tags/tag136.xml"/><Relationship Id="rId20" Type="http://schemas.openxmlformats.org/officeDocument/2006/relationships/tags" Target="../tags/tag110.xml"/><Relationship Id="rId41" Type="http://schemas.openxmlformats.org/officeDocument/2006/relationships/tags" Target="../tags/tag131.xml"/><Relationship Id="rId1" Type="http://schemas.openxmlformats.org/officeDocument/2006/relationships/tags" Target="../tags/tag91.xml"/><Relationship Id="rId6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162.xml"/><Relationship Id="rId117" Type="http://schemas.openxmlformats.org/officeDocument/2006/relationships/tags" Target="../tags/tag253.xml"/><Relationship Id="rId21" Type="http://schemas.openxmlformats.org/officeDocument/2006/relationships/tags" Target="../tags/tag157.xml"/><Relationship Id="rId42" Type="http://schemas.openxmlformats.org/officeDocument/2006/relationships/tags" Target="../tags/tag178.xml"/><Relationship Id="rId47" Type="http://schemas.openxmlformats.org/officeDocument/2006/relationships/tags" Target="../tags/tag183.xml"/><Relationship Id="rId63" Type="http://schemas.openxmlformats.org/officeDocument/2006/relationships/tags" Target="../tags/tag199.xml"/><Relationship Id="rId68" Type="http://schemas.openxmlformats.org/officeDocument/2006/relationships/tags" Target="../tags/tag204.xml"/><Relationship Id="rId84" Type="http://schemas.openxmlformats.org/officeDocument/2006/relationships/tags" Target="../tags/tag220.xml"/><Relationship Id="rId89" Type="http://schemas.openxmlformats.org/officeDocument/2006/relationships/tags" Target="../tags/tag225.xml"/><Relationship Id="rId112" Type="http://schemas.openxmlformats.org/officeDocument/2006/relationships/tags" Target="../tags/tag248.xml"/><Relationship Id="rId16" Type="http://schemas.openxmlformats.org/officeDocument/2006/relationships/tags" Target="../tags/tag152.xml"/><Relationship Id="rId107" Type="http://schemas.openxmlformats.org/officeDocument/2006/relationships/tags" Target="../tags/tag243.xml"/><Relationship Id="rId11" Type="http://schemas.openxmlformats.org/officeDocument/2006/relationships/tags" Target="../tags/tag147.xml"/><Relationship Id="rId32" Type="http://schemas.openxmlformats.org/officeDocument/2006/relationships/tags" Target="../tags/tag168.xml"/><Relationship Id="rId37" Type="http://schemas.openxmlformats.org/officeDocument/2006/relationships/tags" Target="../tags/tag173.xml"/><Relationship Id="rId53" Type="http://schemas.openxmlformats.org/officeDocument/2006/relationships/tags" Target="../tags/tag189.xml"/><Relationship Id="rId58" Type="http://schemas.openxmlformats.org/officeDocument/2006/relationships/tags" Target="../tags/tag194.xml"/><Relationship Id="rId74" Type="http://schemas.openxmlformats.org/officeDocument/2006/relationships/tags" Target="../tags/tag210.xml"/><Relationship Id="rId79" Type="http://schemas.openxmlformats.org/officeDocument/2006/relationships/tags" Target="../tags/tag215.xml"/><Relationship Id="rId102" Type="http://schemas.openxmlformats.org/officeDocument/2006/relationships/tags" Target="../tags/tag238.xml"/><Relationship Id="rId5" Type="http://schemas.openxmlformats.org/officeDocument/2006/relationships/tags" Target="../tags/tag141.xml"/><Relationship Id="rId90" Type="http://schemas.openxmlformats.org/officeDocument/2006/relationships/tags" Target="../tags/tag226.xml"/><Relationship Id="rId95" Type="http://schemas.openxmlformats.org/officeDocument/2006/relationships/tags" Target="../tags/tag231.xml"/><Relationship Id="rId22" Type="http://schemas.openxmlformats.org/officeDocument/2006/relationships/tags" Target="../tags/tag158.xml"/><Relationship Id="rId27" Type="http://schemas.openxmlformats.org/officeDocument/2006/relationships/tags" Target="../tags/tag163.xml"/><Relationship Id="rId43" Type="http://schemas.openxmlformats.org/officeDocument/2006/relationships/tags" Target="../tags/tag179.xml"/><Relationship Id="rId48" Type="http://schemas.openxmlformats.org/officeDocument/2006/relationships/tags" Target="../tags/tag184.xml"/><Relationship Id="rId64" Type="http://schemas.openxmlformats.org/officeDocument/2006/relationships/tags" Target="../tags/tag200.xml"/><Relationship Id="rId69" Type="http://schemas.openxmlformats.org/officeDocument/2006/relationships/tags" Target="../tags/tag205.xml"/><Relationship Id="rId113" Type="http://schemas.openxmlformats.org/officeDocument/2006/relationships/tags" Target="../tags/tag249.xml"/><Relationship Id="rId118" Type="http://schemas.openxmlformats.org/officeDocument/2006/relationships/tags" Target="../tags/tag254.xml"/><Relationship Id="rId80" Type="http://schemas.openxmlformats.org/officeDocument/2006/relationships/tags" Target="../tags/tag216.xml"/><Relationship Id="rId85" Type="http://schemas.openxmlformats.org/officeDocument/2006/relationships/tags" Target="../tags/tag221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33" Type="http://schemas.openxmlformats.org/officeDocument/2006/relationships/tags" Target="../tags/tag169.xml"/><Relationship Id="rId38" Type="http://schemas.openxmlformats.org/officeDocument/2006/relationships/tags" Target="../tags/tag174.xml"/><Relationship Id="rId59" Type="http://schemas.openxmlformats.org/officeDocument/2006/relationships/tags" Target="../tags/tag195.xml"/><Relationship Id="rId103" Type="http://schemas.openxmlformats.org/officeDocument/2006/relationships/tags" Target="../tags/tag239.xml"/><Relationship Id="rId108" Type="http://schemas.openxmlformats.org/officeDocument/2006/relationships/tags" Target="../tags/tag244.xml"/><Relationship Id="rId54" Type="http://schemas.openxmlformats.org/officeDocument/2006/relationships/tags" Target="../tags/tag190.xml"/><Relationship Id="rId70" Type="http://schemas.openxmlformats.org/officeDocument/2006/relationships/tags" Target="../tags/tag206.xml"/><Relationship Id="rId75" Type="http://schemas.openxmlformats.org/officeDocument/2006/relationships/tags" Target="../tags/tag211.xml"/><Relationship Id="rId91" Type="http://schemas.openxmlformats.org/officeDocument/2006/relationships/tags" Target="../tags/tag227.xml"/><Relationship Id="rId96" Type="http://schemas.openxmlformats.org/officeDocument/2006/relationships/tags" Target="../tags/tag232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23" Type="http://schemas.openxmlformats.org/officeDocument/2006/relationships/tags" Target="../tags/tag159.xml"/><Relationship Id="rId28" Type="http://schemas.openxmlformats.org/officeDocument/2006/relationships/tags" Target="../tags/tag164.xml"/><Relationship Id="rId49" Type="http://schemas.openxmlformats.org/officeDocument/2006/relationships/tags" Target="../tags/tag185.xml"/><Relationship Id="rId114" Type="http://schemas.openxmlformats.org/officeDocument/2006/relationships/tags" Target="../tags/tag250.xml"/><Relationship Id="rId119" Type="http://schemas.openxmlformats.org/officeDocument/2006/relationships/tags" Target="../tags/tag255.xml"/><Relationship Id="rId44" Type="http://schemas.openxmlformats.org/officeDocument/2006/relationships/tags" Target="../tags/tag180.xml"/><Relationship Id="rId60" Type="http://schemas.openxmlformats.org/officeDocument/2006/relationships/tags" Target="../tags/tag196.xml"/><Relationship Id="rId65" Type="http://schemas.openxmlformats.org/officeDocument/2006/relationships/tags" Target="../tags/tag201.xml"/><Relationship Id="rId81" Type="http://schemas.openxmlformats.org/officeDocument/2006/relationships/tags" Target="../tags/tag217.xml"/><Relationship Id="rId86" Type="http://schemas.openxmlformats.org/officeDocument/2006/relationships/tags" Target="../tags/tag222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39" Type="http://schemas.openxmlformats.org/officeDocument/2006/relationships/tags" Target="../tags/tag175.xml"/><Relationship Id="rId109" Type="http://schemas.openxmlformats.org/officeDocument/2006/relationships/tags" Target="../tags/tag245.xml"/><Relationship Id="rId34" Type="http://schemas.openxmlformats.org/officeDocument/2006/relationships/tags" Target="../tags/tag170.xml"/><Relationship Id="rId50" Type="http://schemas.openxmlformats.org/officeDocument/2006/relationships/tags" Target="../tags/tag186.xml"/><Relationship Id="rId55" Type="http://schemas.openxmlformats.org/officeDocument/2006/relationships/tags" Target="../tags/tag191.xml"/><Relationship Id="rId76" Type="http://schemas.openxmlformats.org/officeDocument/2006/relationships/tags" Target="../tags/tag212.xml"/><Relationship Id="rId97" Type="http://schemas.openxmlformats.org/officeDocument/2006/relationships/tags" Target="../tags/tag233.xml"/><Relationship Id="rId104" Type="http://schemas.openxmlformats.org/officeDocument/2006/relationships/tags" Target="../tags/tag240.xml"/><Relationship Id="rId120" Type="http://schemas.openxmlformats.org/officeDocument/2006/relationships/tags" Target="../tags/tag256.xml"/><Relationship Id="rId7" Type="http://schemas.openxmlformats.org/officeDocument/2006/relationships/tags" Target="../tags/tag143.xml"/><Relationship Id="rId71" Type="http://schemas.openxmlformats.org/officeDocument/2006/relationships/tags" Target="../tags/tag207.xml"/><Relationship Id="rId92" Type="http://schemas.openxmlformats.org/officeDocument/2006/relationships/tags" Target="../tags/tag228.xml"/><Relationship Id="rId2" Type="http://schemas.openxmlformats.org/officeDocument/2006/relationships/tags" Target="../tags/tag138.xml"/><Relationship Id="rId29" Type="http://schemas.openxmlformats.org/officeDocument/2006/relationships/tags" Target="../tags/tag165.xml"/><Relationship Id="rId24" Type="http://schemas.openxmlformats.org/officeDocument/2006/relationships/tags" Target="../tags/tag160.xml"/><Relationship Id="rId40" Type="http://schemas.openxmlformats.org/officeDocument/2006/relationships/tags" Target="../tags/tag176.xml"/><Relationship Id="rId45" Type="http://schemas.openxmlformats.org/officeDocument/2006/relationships/tags" Target="../tags/tag181.xml"/><Relationship Id="rId66" Type="http://schemas.openxmlformats.org/officeDocument/2006/relationships/tags" Target="../tags/tag202.xml"/><Relationship Id="rId87" Type="http://schemas.openxmlformats.org/officeDocument/2006/relationships/tags" Target="../tags/tag223.xml"/><Relationship Id="rId110" Type="http://schemas.openxmlformats.org/officeDocument/2006/relationships/tags" Target="../tags/tag246.xml"/><Relationship Id="rId115" Type="http://schemas.openxmlformats.org/officeDocument/2006/relationships/tags" Target="../tags/tag251.xml"/><Relationship Id="rId61" Type="http://schemas.openxmlformats.org/officeDocument/2006/relationships/tags" Target="../tags/tag197.xml"/><Relationship Id="rId82" Type="http://schemas.openxmlformats.org/officeDocument/2006/relationships/tags" Target="../tags/tag218.xml"/><Relationship Id="rId19" Type="http://schemas.openxmlformats.org/officeDocument/2006/relationships/tags" Target="../tags/tag155.xml"/><Relationship Id="rId14" Type="http://schemas.openxmlformats.org/officeDocument/2006/relationships/tags" Target="../tags/tag150.xml"/><Relationship Id="rId30" Type="http://schemas.openxmlformats.org/officeDocument/2006/relationships/tags" Target="../tags/tag166.xml"/><Relationship Id="rId35" Type="http://schemas.openxmlformats.org/officeDocument/2006/relationships/tags" Target="../tags/tag171.xml"/><Relationship Id="rId56" Type="http://schemas.openxmlformats.org/officeDocument/2006/relationships/tags" Target="../tags/tag192.xml"/><Relationship Id="rId77" Type="http://schemas.openxmlformats.org/officeDocument/2006/relationships/tags" Target="../tags/tag213.xml"/><Relationship Id="rId100" Type="http://schemas.openxmlformats.org/officeDocument/2006/relationships/tags" Target="../tags/tag236.xml"/><Relationship Id="rId105" Type="http://schemas.openxmlformats.org/officeDocument/2006/relationships/tags" Target="../tags/tag241.xml"/><Relationship Id="rId8" Type="http://schemas.openxmlformats.org/officeDocument/2006/relationships/tags" Target="../tags/tag144.xml"/><Relationship Id="rId51" Type="http://schemas.openxmlformats.org/officeDocument/2006/relationships/tags" Target="../tags/tag187.xml"/><Relationship Id="rId72" Type="http://schemas.openxmlformats.org/officeDocument/2006/relationships/tags" Target="../tags/tag208.xml"/><Relationship Id="rId93" Type="http://schemas.openxmlformats.org/officeDocument/2006/relationships/tags" Target="../tags/tag229.xml"/><Relationship Id="rId98" Type="http://schemas.openxmlformats.org/officeDocument/2006/relationships/tags" Target="../tags/tag234.xml"/><Relationship Id="rId121" Type="http://schemas.openxmlformats.org/officeDocument/2006/relationships/tags" Target="../tags/tag257.xml"/><Relationship Id="rId3" Type="http://schemas.openxmlformats.org/officeDocument/2006/relationships/tags" Target="../tags/tag139.xml"/><Relationship Id="rId25" Type="http://schemas.openxmlformats.org/officeDocument/2006/relationships/tags" Target="../tags/tag161.xml"/><Relationship Id="rId46" Type="http://schemas.openxmlformats.org/officeDocument/2006/relationships/tags" Target="../tags/tag182.xml"/><Relationship Id="rId67" Type="http://schemas.openxmlformats.org/officeDocument/2006/relationships/tags" Target="../tags/tag203.xml"/><Relationship Id="rId116" Type="http://schemas.openxmlformats.org/officeDocument/2006/relationships/tags" Target="../tags/tag252.xml"/><Relationship Id="rId20" Type="http://schemas.openxmlformats.org/officeDocument/2006/relationships/tags" Target="../tags/tag156.xml"/><Relationship Id="rId41" Type="http://schemas.openxmlformats.org/officeDocument/2006/relationships/tags" Target="../tags/tag177.xml"/><Relationship Id="rId62" Type="http://schemas.openxmlformats.org/officeDocument/2006/relationships/tags" Target="../tags/tag198.xml"/><Relationship Id="rId83" Type="http://schemas.openxmlformats.org/officeDocument/2006/relationships/tags" Target="../tags/tag219.xml"/><Relationship Id="rId88" Type="http://schemas.openxmlformats.org/officeDocument/2006/relationships/tags" Target="../tags/tag224.xml"/><Relationship Id="rId111" Type="http://schemas.openxmlformats.org/officeDocument/2006/relationships/tags" Target="../tags/tag247.xml"/><Relationship Id="rId15" Type="http://schemas.openxmlformats.org/officeDocument/2006/relationships/tags" Target="../tags/tag151.xml"/><Relationship Id="rId36" Type="http://schemas.openxmlformats.org/officeDocument/2006/relationships/tags" Target="../tags/tag172.xml"/><Relationship Id="rId57" Type="http://schemas.openxmlformats.org/officeDocument/2006/relationships/tags" Target="../tags/tag193.xml"/><Relationship Id="rId106" Type="http://schemas.openxmlformats.org/officeDocument/2006/relationships/tags" Target="../tags/tag242.xml"/><Relationship Id="rId10" Type="http://schemas.openxmlformats.org/officeDocument/2006/relationships/tags" Target="../tags/tag146.xml"/><Relationship Id="rId31" Type="http://schemas.openxmlformats.org/officeDocument/2006/relationships/tags" Target="../tags/tag167.xml"/><Relationship Id="rId52" Type="http://schemas.openxmlformats.org/officeDocument/2006/relationships/tags" Target="../tags/tag188.xml"/><Relationship Id="rId73" Type="http://schemas.openxmlformats.org/officeDocument/2006/relationships/tags" Target="../tags/tag209.xml"/><Relationship Id="rId78" Type="http://schemas.openxmlformats.org/officeDocument/2006/relationships/tags" Target="../tags/tag214.xml"/><Relationship Id="rId94" Type="http://schemas.openxmlformats.org/officeDocument/2006/relationships/tags" Target="../tags/tag230.xml"/><Relationship Id="rId99" Type="http://schemas.openxmlformats.org/officeDocument/2006/relationships/tags" Target="../tags/tag235.xml"/><Relationship Id="rId101" Type="http://schemas.openxmlformats.org/officeDocument/2006/relationships/tags" Target="../tags/tag237.xml"/><Relationship Id="rId12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B60D-28D4-F8F4-57BD-0C21958F1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 Differentiation:</a:t>
            </a:r>
            <a:br>
              <a:rPr lang="en-US" dirty="0"/>
            </a:br>
            <a:r>
              <a:rPr lang="en-US" dirty="0"/>
              <a:t>Newton’s Difference Formulae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5CFCD-1292-97C9-C44C-618D7B5D7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3241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0206-047E-6486-E606-F267AEED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6B85-9956-9C9A-F825-09AAF7DA40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8918" y="1229193"/>
                <a:ext cx="10207236" cy="52625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 Consider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data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Then, by Taylor expansion, we can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…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dirty="0"/>
                  <a:t>So, Taylor Forward difference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6B85-9956-9C9A-F825-09AAF7DA4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8918" y="1229193"/>
                <a:ext cx="10207236" cy="5262563"/>
              </a:xfrm>
              <a:blipFill>
                <a:blip r:embed="rId2"/>
                <a:stretch>
                  <a:fillRect l="-1075" t="-266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975363C-EEB7-744F-9437-268F28079FCD}"/>
              </a:ext>
            </a:extLst>
          </p:cNvPr>
          <p:cNvSpPr txBox="1"/>
          <p:nvPr/>
        </p:nvSpPr>
        <p:spPr>
          <a:xfrm>
            <a:off x="1528997" y="179882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Basic Concept: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108393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C27E21-8D6D-9FA2-5861-8B6DD9A9E4F5}"/>
              </a:ext>
            </a:extLst>
          </p:cNvPr>
          <p:cNvSpPr/>
          <p:nvPr/>
        </p:nvSpPr>
        <p:spPr>
          <a:xfrm>
            <a:off x="3762531" y="2443397"/>
            <a:ext cx="3207895" cy="985603"/>
          </a:xfrm>
          <a:prstGeom prst="roundRect">
            <a:avLst/>
          </a:prstGeom>
          <a:solidFill>
            <a:srgbClr val="155B4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00206-047E-6486-E606-F267AEED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6B85-9956-9C9A-F825-09AAF7DA40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8918" y="1229193"/>
                <a:ext cx="10207236" cy="5262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Newton’s Forward Difference Formula: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66B85-9956-9C9A-F825-09AAF7DA4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8918" y="1229193"/>
                <a:ext cx="10207236" cy="5262563"/>
              </a:xfrm>
              <a:blipFill>
                <a:blip r:embed="rId47"/>
                <a:stretch>
                  <a:fillRect l="-107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975363C-EEB7-744F-9437-268F28079FCD}"/>
              </a:ext>
            </a:extLst>
          </p:cNvPr>
          <p:cNvSpPr txBox="1"/>
          <p:nvPr/>
        </p:nvSpPr>
        <p:spPr>
          <a:xfrm>
            <a:off x="1528997" y="179882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Basic Concept:</a:t>
            </a:r>
            <a:endParaRPr lang="en-PK" sz="3600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5359544-862D-46EA-7AC4-5EB83E4E0762}"/>
              </a:ext>
            </a:extLst>
          </p:cNvPr>
          <p:cNvSpPr/>
          <p:nvPr/>
        </p:nvSpPr>
        <p:spPr>
          <a:xfrm rot="5400000">
            <a:off x="7970700" y="2665255"/>
            <a:ext cx="173646" cy="1527486"/>
          </a:xfrm>
          <a:prstGeom prst="rightBrace">
            <a:avLst>
              <a:gd name="adj1" fmla="val 2961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81717E1-A8B7-8EC5-FA94-3C7BE0832CA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137400" y="3568700"/>
            <a:ext cx="1970192" cy="222052"/>
            <a:chOff x="11471672" y="5294292"/>
            <a:chExt cx="1970192" cy="22205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10FEE7-9705-DACC-C294-68C2B27CB8E7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471672" y="5309836"/>
              <a:ext cx="140574" cy="150995"/>
            </a:xfrm>
            <a:custGeom>
              <a:avLst/>
              <a:gdLst>
                <a:gd name="connsiteX0" fmla="*/ 23581 w 140574"/>
                <a:gd name="connsiteY0" fmla="*/ 133760 h 150995"/>
                <a:gd name="connsiteX1" fmla="*/ 5640 w 140574"/>
                <a:gd name="connsiteY1" fmla="*/ 144197 h 150995"/>
                <a:gd name="connsiteX2" fmla="*/ 190 w 140574"/>
                <a:gd name="connsiteY2" fmla="*/ 144197 h 150995"/>
                <a:gd name="connsiteX3" fmla="*/ 190 w 140574"/>
                <a:gd name="connsiteY3" fmla="*/ 151080 h 150995"/>
                <a:gd name="connsiteX4" fmla="*/ 131226 w 140574"/>
                <a:gd name="connsiteY4" fmla="*/ 151080 h 150995"/>
                <a:gd name="connsiteX5" fmla="*/ 140764 w 140574"/>
                <a:gd name="connsiteY5" fmla="*/ 93791 h 150995"/>
                <a:gd name="connsiteX6" fmla="*/ 135087 w 140574"/>
                <a:gd name="connsiteY6" fmla="*/ 93791 h 150995"/>
                <a:gd name="connsiteX7" fmla="*/ 85125 w 140574"/>
                <a:gd name="connsiteY7" fmla="*/ 144197 h 150995"/>
                <a:gd name="connsiteX8" fmla="*/ 54921 w 140574"/>
                <a:gd name="connsiteY8" fmla="*/ 144197 h 150995"/>
                <a:gd name="connsiteX9" fmla="*/ 43793 w 140574"/>
                <a:gd name="connsiteY9" fmla="*/ 135315 h 150995"/>
                <a:gd name="connsiteX10" fmla="*/ 43793 w 140574"/>
                <a:gd name="connsiteY10" fmla="*/ 76027 h 150995"/>
                <a:gd name="connsiteX11" fmla="*/ 64232 w 140574"/>
                <a:gd name="connsiteY11" fmla="*/ 76027 h 150995"/>
                <a:gd name="connsiteX12" fmla="*/ 88758 w 140574"/>
                <a:gd name="connsiteY12" fmla="*/ 102007 h 150995"/>
                <a:gd name="connsiteX13" fmla="*/ 94436 w 140574"/>
                <a:gd name="connsiteY13" fmla="*/ 102007 h 150995"/>
                <a:gd name="connsiteX14" fmla="*/ 94436 w 140574"/>
                <a:gd name="connsiteY14" fmla="*/ 43163 h 150995"/>
                <a:gd name="connsiteX15" fmla="*/ 88758 w 140574"/>
                <a:gd name="connsiteY15" fmla="*/ 43163 h 150995"/>
                <a:gd name="connsiteX16" fmla="*/ 64232 w 140574"/>
                <a:gd name="connsiteY16" fmla="*/ 69143 h 150995"/>
                <a:gd name="connsiteX17" fmla="*/ 43793 w 140574"/>
                <a:gd name="connsiteY17" fmla="*/ 69143 h 150995"/>
                <a:gd name="connsiteX18" fmla="*/ 43793 w 140574"/>
                <a:gd name="connsiteY18" fmla="*/ 15850 h 150995"/>
                <a:gd name="connsiteX19" fmla="*/ 54921 w 140574"/>
                <a:gd name="connsiteY19" fmla="*/ 6968 h 150995"/>
                <a:gd name="connsiteX20" fmla="*/ 84216 w 140574"/>
                <a:gd name="connsiteY20" fmla="*/ 6968 h 150995"/>
                <a:gd name="connsiteX21" fmla="*/ 128728 w 140574"/>
                <a:gd name="connsiteY21" fmla="*/ 50046 h 150995"/>
                <a:gd name="connsiteX22" fmla="*/ 134405 w 140574"/>
                <a:gd name="connsiteY22" fmla="*/ 50046 h 150995"/>
                <a:gd name="connsiteX23" fmla="*/ 128046 w 140574"/>
                <a:gd name="connsiteY23" fmla="*/ 85 h 150995"/>
                <a:gd name="connsiteX24" fmla="*/ 190 w 140574"/>
                <a:gd name="connsiteY24" fmla="*/ 85 h 150995"/>
                <a:gd name="connsiteX25" fmla="*/ 190 w 140574"/>
                <a:gd name="connsiteY25" fmla="*/ 6968 h 150995"/>
                <a:gd name="connsiteX26" fmla="*/ 5640 w 140574"/>
                <a:gd name="connsiteY26" fmla="*/ 6968 h 150995"/>
                <a:gd name="connsiteX27" fmla="*/ 23581 w 140574"/>
                <a:gd name="connsiteY27" fmla="*/ 17405 h 150995"/>
                <a:gd name="connsiteX28" fmla="*/ 23581 w 140574"/>
                <a:gd name="connsiteY28" fmla="*/ 133760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0574" h="150995">
                  <a:moveTo>
                    <a:pt x="23581" y="133760"/>
                  </a:moveTo>
                  <a:cubicBezTo>
                    <a:pt x="23581" y="141754"/>
                    <a:pt x="23127" y="144197"/>
                    <a:pt x="5640" y="144197"/>
                  </a:cubicBezTo>
                  <a:lnTo>
                    <a:pt x="190" y="144197"/>
                  </a:lnTo>
                  <a:lnTo>
                    <a:pt x="190" y="151080"/>
                  </a:lnTo>
                  <a:lnTo>
                    <a:pt x="131226" y="151080"/>
                  </a:lnTo>
                  <a:lnTo>
                    <a:pt x="140764" y="93791"/>
                  </a:lnTo>
                  <a:lnTo>
                    <a:pt x="135087" y="93791"/>
                  </a:lnTo>
                  <a:cubicBezTo>
                    <a:pt x="129409" y="127987"/>
                    <a:pt x="124186" y="144197"/>
                    <a:pt x="85125" y="144197"/>
                  </a:cubicBezTo>
                  <a:lnTo>
                    <a:pt x="54921" y="144197"/>
                  </a:lnTo>
                  <a:cubicBezTo>
                    <a:pt x="44247" y="144197"/>
                    <a:pt x="43793" y="142642"/>
                    <a:pt x="43793" y="135315"/>
                  </a:cubicBezTo>
                  <a:lnTo>
                    <a:pt x="43793" y="76027"/>
                  </a:lnTo>
                  <a:lnTo>
                    <a:pt x="64232" y="76027"/>
                  </a:lnTo>
                  <a:cubicBezTo>
                    <a:pt x="86260" y="76027"/>
                    <a:pt x="88758" y="83132"/>
                    <a:pt x="88758" y="102007"/>
                  </a:cubicBezTo>
                  <a:lnTo>
                    <a:pt x="94436" y="102007"/>
                  </a:lnTo>
                  <a:lnTo>
                    <a:pt x="94436" y="43163"/>
                  </a:lnTo>
                  <a:lnTo>
                    <a:pt x="88758" y="43163"/>
                  </a:lnTo>
                  <a:cubicBezTo>
                    <a:pt x="88758" y="62259"/>
                    <a:pt x="86260" y="69143"/>
                    <a:pt x="64232" y="69143"/>
                  </a:cubicBezTo>
                  <a:lnTo>
                    <a:pt x="43793" y="69143"/>
                  </a:lnTo>
                  <a:lnTo>
                    <a:pt x="43793" y="15850"/>
                  </a:lnTo>
                  <a:cubicBezTo>
                    <a:pt x="43793" y="8523"/>
                    <a:pt x="44247" y="6968"/>
                    <a:pt x="54921" y="6968"/>
                  </a:cubicBezTo>
                  <a:lnTo>
                    <a:pt x="84216" y="6968"/>
                  </a:lnTo>
                  <a:cubicBezTo>
                    <a:pt x="118963" y="6968"/>
                    <a:pt x="125094" y="19181"/>
                    <a:pt x="128728" y="50046"/>
                  </a:cubicBezTo>
                  <a:lnTo>
                    <a:pt x="134405" y="50046"/>
                  </a:lnTo>
                  <a:lnTo>
                    <a:pt x="128046" y="85"/>
                  </a:lnTo>
                  <a:lnTo>
                    <a:pt x="190" y="85"/>
                  </a:lnTo>
                  <a:lnTo>
                    <a:pt x="190" y="6968"/>
                  </a:lnTo>
                  <a:lnTo>
                    <a:pt x="5640" y="6968"/>
                  </a:lnTo>
                  <a:cubicBezTo>
                    <a:pt x="23127" y="6968"/>
                    <a:pt x="23581" y="9411"/>
                    <a:pt x="23581" y="17405"/>
                  </a:cubicBezTo>
                  <a:lnTo>
                    <a:pt x="23581" y="133760"/>
                  </a:ln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9FE823B-6CB6-3EC8-8719-7AC9589D50D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625091" y="5362684"/>
              <a:ext cx="76305" cy="98147"/>
            </a:xfrm>
            <a:custGeom>
              <a:avLst/>
              <a:gdLst>
                <a:gd name="connsiteX0" fmla="*/ 31763 w 76305"/>
                <a:gd name="connsiteY0" fmla="*/ 24510 h 98147"/>
                <a:gd name="connsiteX1" fmla="*/ 31763 w 76305"/>
                <a:gd name="connsiteY1" fmla="*/ 85 h 98147"/>
                <a:gd name="connsiteX2" fmla="*/ 197 w 76305"/>
                <a:gd name="connsiteY2" fmla="*/ 2527 h 98147"/>
                <a:gd name="connsiteX3" fmla="*/ 197 w 76305"/>
                <a:gd name="connsiteY3" fmla="*/ 9411 h 98147"/>
                <a:gd name="connsiteX4" fmla="*/ 17910 w 76305"/>
                <a:gd name="connsiteY4" fmla="*/ 21846 h 98147"/>
                <a:gd name="connsiteX5" fmla="*/ 17910 w 76305"/>
                <a:gd name="connsiteY5" fmla="*/ 81356 h 98147"/>
                <a:gd name="connsiteX6" fmla="*/ 197 w 76305"/>
                <a:gd name="connsiteY6" fmla="*/ 91348 h 98147"/>
                <a:gd name="connsiteX7" fmla="*/ 197 w 76305"/>
                <a:gd name="connsiteY7" fmla="*/ 98232 h 98147"/>
                <a:gd name="connsiteX8" fmla="*/ 26086 w 76305"/>
                <a:gd name="connsiteY8" fmla="*/ 97566 h 98147"/>
                <a:gd name="connsiteX9" fmla="*/ 54927 w 76305"/>
                <a:gd name="connsiteY9" fmla="*/ 98232 h 98147"/>
                <a:gd name="connsiteX10" fmla="*/ 54927 w 76305"/>
                <a:gd name="connsiteY10" fmla="*/ 91348 h 98147"/>
                <a:gd name="connsiteX11" fmla="*/ 50158 w 76305"/>
                <a:gd name="connsiteY11" fmla="*/ 91348 h 98147"/>
                <a:gd name="connsiteX12" fmla="*/ 32899 w 76305"/>
                <a:gd name="connsiteY12" fmla="*/ 80912 h 98147"/>
                <a:gd name="connsiteX13" fmla="*/ 32899 w 76305"/>
                <a:gd name="connsiteY13" fmla="*/ 46716 h 98147"/>
                <a:gd name="connsiteX14" fmla="*/ 59696 w 76305"/>
                <a:gd name="connsiteY14" fmla="*/ 4970 h 98147"/>
                <a:gd name="connsiteX15" fmla="*/ 62195 w 76305"/>
                <a:gd name="connsiteY15" fmla="*/ 5192 h 98147"/>
                <a:gd name="connsiteX16" fmla="*/ 56971 w 76305"/>
                <a:gd name="connsiteY16" fmla="*/ 13852 h 98147"/>
                <a:gd name="connsiteX17" fmla="*/ 66737 w 76305"/>
                <a:gd name="connsiteY17" fmla="*/ 23400 h 98147"/>
                <a:gd name="connsiteX18" fmla="*/ 76502 w 76305"/>
                <a:gd name="connsiteY18" fmla="*/ 13630 h 98147"/>
                <a:gd name="connsiteX19" fmla="*/ 59696 w 76305"/>
                <a:gd name="connsiteY19" fmla="*/ 85 h 98147"/>
                <a:gd name="connsiteX20" fmla="*/ 31763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63" y="24510"/>
                  </a:moveTo>
                  <a:lnTo>
                    <a:pt x="31763" y="85"/>
                  </a:lnTo>
                  <a:lnTo>
                    <a:pt x="197" y="2527"/>
                  </a:lnTo>
                  <a:lnTo>
                    <a:pt x="197" y="9411"/>
                  </a:lnTo>
                  <a:cubicBezTo>
                    <a:pt x="16093" y="9411"/>
                    <a:pt x="17910" y="10965"/>
                    <a:pt x="17910" y="21846"/>
                  </a:cubicBezTo>
                  <a:lnTo>
                    <a:pt x="17910" y="81356"/>
                  </a:lnTo>
                  <a:cubicBezTo>
                    <a:pt x="17910" y="91348"/>
                    <a:pt x="15412" y="91348"/>
                    <a:pt x="197" y="91348"/>
                  </a:cubicBezTo>
                  <a:lnTo>
                    <a:pt x="197" y="98232"/>
                  </a:lnTo>
                  <a:cubicBezTo>
                    <a:pt x="9053" y="98010"/>
                    <a:pt x="19727" y="97566"/>
                    <a:pt x="26086" y="97566"/>
                  </a:cubicBezTo>
                  <a:cubicBezTo>
                    <a:pt x="35170" y="97566"/>
                    <a:pt x="45843" y="97566"/>
                    <a:pt x="54927" y="98232"/>
                  </a:cubicBezTo>
                  <a:lnTo>
                    <a:pt x="54927" y="91348"/>
                  </a:lnTo>
                  <a:lnTo>
                    <a:pt x="50158" y="91348"/>
                  </a:lnTo>
                  <a:cubicBezTo>
                    <a:pt x="33353" y="91348"/>
                    <a:pt x="32899" y="88906"/>
                    <a:pt x="32899" y="80912"/>
                  </a:cubicBezTo>
                  <a:lnTo>
                    <a:pt x="32899" y="46716"/>
                  </a:lnTo>
                  <a:cubicBezTo>
                    <a:pt x="32899" y="24732"/>
                    <a:pt x="42437" y="4970"/>
                    <a:pt x="59696" y="4970"/>
                  </a:cubicBezTo>
                  <a:cubicBezTo>
                    <a:pt x="61286" y="4970"/>
                    <a:pt x="61740" y="4970"/>
                    <a:pt x="62195" y="5192"/>
                  </a:cubicBezTo>
                  <a:cubicBezTo>
                    <a:pt x="61513" y="5414"/>
                    <a:pt x="56971" y="8079"/>
                    <a:pt x="56971" y="13852"/>
                  </a:cubicBezTo>
                  <a:cubicBezTo>
                    <a:pt x="56971" y="20069"/>
                    <a:pt x="61740" y="23400"/>
                    <a:pt x="66737" y="23400"/>
                  </a:cubicBezTo>
                  <a:cubicBezTo>
                    <a:pt x="70824" y="23400"/>
                    <a:pt x="76502" y="20736"/>
                    <a:pt x="76502" y="13630"/>
                  </a:cubicBezTo>
                  <a:cubicBezTo>
                    <a:pt x="76502" y="6524"/>
                    <a:pt x="69462" y="85"/>
                    <a:pt x="59696" y="85"/>
                  </a:cubicBezTo>
                  <a:cubicBezTo>
                    <a:pt x="43118" y="85"/>
                    <a:pt x="34943" y="14962"/>
                    <a:pt x="31763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D250044-E7EE-73F3-0A62-BB2EBCB4BE9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714038" y="5362684"/>
              <a:ext cx="76305" cy="98147"/>
            </a:xfrm>
            <a:custGeom>
              <a:avLst/>
              <a:gdLst>
                <a:gd name="connsiteX0" fmla="*/ 31767 w 76305"/>
                <a:gd name="connsiteY0" fmla="*/ 24510 h 98147"/>
                <a:gd name="connsiteX1" fmla="*/ 31767 w 76305"/>
                <a:gd name="connsiteY1" fmla="*/ 85 h 98147"/>
                <a:gd name="connsiteX2" fmla="*/ 200 w 76305"/>
                <a:gd name="connsiteY2" fmla="*/ 2527 h 98147"/>
                <a:gd name="connsiteX3" fmla="*/ 200 w 76305"/>
                <a:gd name="connsiteY3" fmla="*/ 9411 h 98147"/>
                <a:gd name="connsiteX4" fmla="*/ 17914 w 76305"/>
                <a:gd name="connsiteY4" fmla="*/ 21846 h 98147"/>
                <a:gd name="connsiteX5" fmla="*/ 17914 w 76305"/>
                <a:gd name="connsiteY5" fmla="*/ 81356 h 98147"/>
                <a:gd name="connsiteX6" fmla="*/ 200 w 76305"/>
                <a:gd name="connsiteY6" fmla="*/ 91348 h 98147"/>
                <a:gd name="connsiteX7" fmla="*/ 200 w 76305"/>
                <a:gd name="connsiteY7" fmla="*/ 98232 h 98147"/>
                <a:gd name="connsiteX8" fmla="*/ 26090 w 76305"/>
                <a:gd name="connsiteY8" fmla="*/ 97566 h 98147"/>
                <a:gd name="connsiteX9" fmla="*/ 54931 w 76305"/>
                <a:gd name="connsiteY9" fmla="*/ 98232 h 98147"/>
                <a:gd name="connsiteX10" fmla="*/ 54931 w 76305"/>
                <a:gd name="connsiteY10" fmla="*/ 91348 h 98147"/>
                <a:gd name="connsiteX11" fmla="*/ 50162 w 76305"/>
                <a:gd name="connsiteY11" fmla="*/ 91348 h 98147"/>
                <a:gd name="connsiteX12" fmla="*/ 32903 w 76305"/>
                <a:gd name="connsiteY12" fmla="*/ 80912 h 98147"/>
                <a:gd name="connsiteX13" fmla="*/ 32903 w 76305"/>
                <a:gd name="connsiteY13" fmla="*/ 46716 h 98147"/>
                <a:gd name="connsiteX14" fmla="*/ 59700 w 76305"/>
                <a:gd name="connsiteY14" fmla="*/ 4970 h 98147"/>
                <a:gd name="connsiteX15" fmla="*/ 62198 w 76305"/>
                <a:gd name="connsiteY15" fmla="*/ 5192 h 98147"/>
                <a:gd name="connsiteX16" fmla="*/ 56975 w 76305"/>
                <a:gd name="connsiteY16" fmla="*/ 13852 h 98147"/>
                <a:gd name="connsiteX17" fmla="*/ 66740 w 76305"/>
                <a:gd name="connsiteY17" fmla="*/ 23400 h 98147"/>
                <a:gd name="connsiteX18" fmla="*/ 76506 w 76305"/>
                <a:gd name="connsiteY18" fmla="*/ 13630 h 98147"/>
                <a:gd name="connsiteX19" fmla="*/ 59700 w 76305"/>
                <a:gd name="connsiteY19" fmla="*/ 85 h 98147"/>
                <a:gd name="connsiteX20" fmla="*/ 31767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67" y="24510"/>
                  </a:moveTo>
                  <a:lnTo>
                    <a:pt x="31767" y="85"/>
                  </a:lnTo>
                  <a:lnTo>
                    <a:pt x="200" y="2527"/>
                  </a:lnTo>
                  <a:lnTo>
                    <a:pt x="200" y="9411"/>
                  </a:lnTo>
                  <a:cubicBezTo>
                    <a:pt x="16097" y="9411"/>
                    <a:pt x="17914" y="10965"/>
                    <a:pt x="17914" y="21846"/>
                  </a:cubicBezTo>
                  <a:lnTo>
                    <a:pt x="17914" y="81356"/>
                  </a:lnTo>
                  <a:cubicBezTo>
                    <a:pt x="17914" y="91348"/>
                    <a:pt x="15416" y="91348"/>
                    <a:pt x="200" y="91348"/>
                  </a:cubicBezTo>
                  <a:lnTo>
                    <a:pt x="200" y="98232"/>
                  </a:lnTo>
                  <a:cubicBezTo>
                    <a:pt x="9057" y="98010"/>
                    <a:pt x="19731" y="97566"/>
                    <a:pt x="26090" y="97566"/>
                  </a:cubicBezTo>
                  <a:cubicBezTo>
                    <a:pt x="35174" y="97566"/>
                    <a:pt x="45847" y="97566"/>
                    <a:pt x="54931" y="98232"/>
                  </a:cubicBezTo>
                  <a:lnTo>
                    <a:pt x="54931" y="91348"/>
                  </a:lnTo>
                  <a:lnTo>
                    <a:pt x="50162" y="91348"/>
                  </a:lnTo>
                  <a:cubicBezTo>
                    <a:pt x="33357" y="91348"/>
                    <a:pt x="32903" y="88906"/>
                    <a:pt x="32903" y="80912"/>
                  </a:cubicBezTo>
                  <a:lnTo>
                    <a:pt x="32903" y="46716"/>
                  </a:lnTo>
                  <a:cubicBezTo>
                    <a:pt x="32903" y="24732"/>
                    <a:pt x="42441" y="4970"/>
                    <a:pt x="59700" y="4970"/>
                  </a:cubicBezTo>
                  <a:cubicBezTo>
                    <a:pt x="61290" y="4970"/>
                    <a:pt x="61744" y="4970"/>
                    <a:pt x="62198" y="5192"/>
                  </a:cubicBezTo>
                  <a:cubicBezTo>
                    <a:pt x="61517" y="5414"/>
                    <a:pt x="56975" y="8079"/>
                    <a:pt x="56975" y="13852"/>
                  </a:cubicBezTo>
                  <a:cubicBezTo>
                    <a:pt x="56975" y="20069"/>
                    <a:pt x="61744" y="23400"/>
                    <a:pt x="66740" y="23400"/>
                  </a:cubicBezTo>
                  <a:cubicBezTo>
                    <a:pt x="70828" y="23400"/>
                    <a:pt x="76506" y="20736"/>
                    <a:pt x="76506" y="13630"/>
                  </a:cubicBezTo>
                  <a:cubicBezTo>
                    <a:pt x="76506" y="6524"/>
                    <a:pt x="69466" y="85"/>
                    <a:pt x="59700" y="85"/>
                  </a:cubicBezTo>
                  <a:cubicBezTo>
                    <a:pt x="43122" y="85"/>
                    <a:pt x="34947" y="14962"/>
                    <a:pt x="31767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8ACA0C2-6B0B-916C-84BE-4914BCBDA0A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802985" y="5361352"/>
              <a:ext cx="100604" cy="101922"/>
            </a:xfrm>
            <a:custGeom>
              <a:avLst/>
              <a:gdLst>
                <a:gd name="connsiteX0" fmla="*/ 100809 w 100604"/>
                <a:gd name="connsiteY0" fmla="*/ 52045 h 101922"/>
                <a:gd name="connsiteX1" fmla="*/ 50620 w 100604"/>
                <a:gd name="connsiteY1" fmla="*/ 85 h 101922"/>
                <a:gd name="connsiteX2" fmla="*/ 204 w 100604"/>
                <a:gd name="connsiteY2" fmla="*/ 52045 h 101922"/>
                <a:gd name="connsiteX3" fmla="*/ 50393 w 100604"/>
                <a:gd name="connsiteY3" fmla="*/ 102007 h 101922"/>
                <a:gd name="connsiteX4" fmla="*/ 100809 w 100604"/>
                <a:gd name="connsiteY4" fmla="*/ 52045 h 101922"/>
                <a:gd name="connsiteX5" fmla="*/ 50620 w 100604"/>
                <a:gd name="connsiteY5" fmla="*/ 96455 h 101922"/>
                <a:gd name="connsiteX6" fmla="*/ 24731 w 100604"/>
                <a:gd name="connsiteY6" fmla="*/ 81578 h 101922"/>
                <a:gd name="connsiteX7" fmla="*/ 19054 w 100604"/>
                <a:gd name="connsiteY7" fmla="*/ 50269 h 101922"/>
                <a:gd name="connsiteX8" fmla="*/ 24504 w 100604"/>
                <a:gd name="connsiteY8" fmla="*/ 19847 h 101922"/>
                <a:gd name="connsiteX9" fmla="*/ 50393 w 100604"/>
                <a:gd name="connsiteY9" fmla="*/ 4970 h 101922"/>
                <a:gd name="connsiteX10" fmla="*/ 76055 w 100604"/>
                <a:gd name="connsiteY10" fmla="*/ 19403 h 101922"/>
                <a:gd name="connsiteX11" fmla="*/ 81960 w 100604"/>
                <a:gd name="connsiteY11" fmla="*/ 50269 h 101922"/>
                <a:gd name="connsiteX12" fmla="*/ 76964 w 100604"/>
                <a:gd name="connsiteY12" fmla="*/ 80024 h 101922"/>
                <a:gd name="connsiteX13" fmla="*/ 50620 w 100604"/>
                <a:gd name="connsiteY13" fmla="*/ 96455 h 101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604" h="101922">
                  <a:moveTo>
                    <a:pt x="100809" y="52045"/>
                  </a:moveTo>
                  <a:cubicBezTo>
                    <a:pt x="100809" y="23622"/>
                    <a:pt x="78099" y="85"/>
                    <a:pt x="50620" y="85"/>
                  </a:cubicBezTo>
                  <a:cubicBezTo>
                    <a:pt x="22233" y="85"/>
                    <a:pt x="204" y="24288"/>
                    <a:pt x="204" y="52045"/>
                  </a:cubicBezTo>
                  <a:cubicBezTo>
                    <a:pt x="204" y="80690"/>
                    <a:pt x="23823" y="102007"/>
                    <a:pt x="50393" y="102007"/>
                  </a:cubicBezTo>
                  <a:cubicBezTo>
                    <a:pt x="77872" y="102007"/>
                    <a:pt x="100809" y="80246"/>
                    <a:pt x="100809" y="52045"/>
                  </a:cubicBezTo>
                  <a:close/>
                  <a:moveTo>
                    <a:pt x="50620" y="96455"/>
                  </a:moveTo>
                  <a:cubicBezTo>
                    <a:pt x="40855" y="96455"/>
                    <a:pt x="30863" y="91792"/>
                    <a:pt x="24731" y="81578"/>
                  </a:cubicBezTo>
                  <a:cubicBezTo>
                    <a:pt x="19054" y="71808"/>
                    <a:pt x="19054" y="58262"/>
                    <a:pt x="19054" y="50269"/>
                  </a:cubicBezTo>
                  <a:cubicBezTo>
                    <a:pt x="19054" y="41608"/>
                    <a:pt x="19054" y="29618"/>
                    <a:pt x="24504" y="19847"/>
                  </a:cubicBezTo>
                  <a:cubicBezTo>
                    <a:pt x="30636" y="9633"/>
                    <a:pt x="41309" y="4970"/>
                    <a:pt x="50393" y="4970"/>
                  </a:cubicBezTo>
                  <a:cubicBezTo>
                    <a:pt x="60386" y="4970"/>
                    <a:pt x="70151" y="9855"/>
                    <a:pt x="76055" y="19403"/>
                  </a:cubicBezTo>
                  <a:cubicBezTo>
                    <a:pt x="81960" y="28952"/>
                    <a:pt x="81960" y="41831"/>
                    <a:pt x="81960" y="50269"/>
                  </a:cubicBezTo>
                  <a:cubicBezTo>
                    <a:pt x="81960" y="58262"/>
                    <a:pt x="81960" y="70253"/>
                    <a:pt x="76964" y="80024"/>
                  </a:cubicBezTo>
                  <a:cubicBezTo>
                    <a:pt x="71968" y="90016"/>
                    <a:pt x="61975" y="96455"/>
                    <a:pt x="50620" y="96455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0C55701-08C0-DAA2-16C0-57CA4789C3A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916535" y="5362684"/>
              <a:ext cx="76305" cy="98147"/>
            </a:xfrm>
            <a:custGeom>
              <a:avLst/>
              <a:gdLst>
                <a:gd name="connsiteX0" fmla="*/ 31776 w 76305"/>
                <a:gd name="connsiteY0" fmla="*/ 24510 h 98147"/>
                <a:gd name="connsiteX1" fmla="*/ 31776 w 76305"/>
                <a:gd name="connsiteY1" fmla="*/ 85 h 98147"/>
                <a:gd name="connsiteX2" fmla="*/ 209 w 76305"/>
                <a:gd name="connsiteY2" fmla="*/ 2527 h 98147"/>
                <a:gd name="connsiteX3" fmla="*/ 209 w 76305"/>
                <a:gd name="connsiteY3" fmla="*/ 9411 h 98147"/>
                <a:gd name="connsiteX4" fmla="*/ 17923 w 76305"/>
                <a:gd name="connsiteY4" fmla="*/ 21846 h 98147"/>
                <a:gd name="connsiteX5" fmla="*/ 17923 w 76305"/>
                <a:gd name="connsiteY5" fmla="*/ 81356 h 98147"/>
                <a:gd name="connsiteX6" fmla="*/ 209 w 76305"/>
                <a:gd name="connsiteY6" fmla="*/ 91348 h 98147"/>
                <a:gd name="connsiteX7" fmla="*/ 209 w 76305"/>
                <a:gd name="connsiteY7" fmla="*/ 98232 h 98147"/>
                <a:gd name="connsiteX8" fmla="*/ 26099 w 76305"/>
                <a:gd name="connsiteY8" fmla="*/ 97566 h 98147"/>
                <a:gd name="connsiteX9" fmla="*/ 54940 w 76305"/>
                <a:gd name="connsiteY9" fmla="*/ 98232 h 98147"/>
                <a:gd name="connsiteX10" fmla="*/ 54940 w 76305"/>
                <a:gd name="connsiteY10" fmla="*/ 91348 h 98147"/>
                <a:gd name="connsiteX11" fmla="*/ 50171 w 76305"/>
                <a:gd name="connsiteY11" fmla="*/ 91348 h 98147"/>
                <a:gd name="connsiteX12" fmla="*/ 32912 w 76305"/>
                <a:gd name="connsiteY12" fmla="*/ 80912 h 98147"/>
                <a:gd name="connsiteX13" fmla="*/ 32912 w 76305"/>
                <a:gd name="connsiteY13" fmla="*/ 46716 h 98147"/>
                <a:gd name="connsiteX14" fmla="*/ 59709 w 76305"/>
                <a:gd name="connsiteY14" fmla="*/ 4970 h 98147"/>
                <a:gd name="connsiteX15" fmla="*/ 62207 w 76305"/>
                <a:gd name="connsiteY15" fmla="*/ 5192 h 98147"/>
                <a:gd name="connsiteX16" fmla="*/ 56984 w 76305"/>
                <a:gd name="connsiteY16" fmla="*/ 13852 h 98147"/>
                <a:gd name="connsiteX17" fmla="*/ 66749 w 76305"/>
                <a:gd name="connsiteY17" fmla="*/ 23400 h 98147"/>
                <a:gd name="connsiteX18" fmla="*/ 76515 w 76305"/>
                <a:gd name="connsiteY18" fmla="*/ 13630 h 98147"/>
                <a:gd name="connsiteX19" fmla="*/ 59709 w 76305"/>
                <a:gd name="connsiteY19" fmla="*/ 85 h 98147"/>
                <a:gd name="connsiteX20" fmla="*/ 31776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76" y="24510"/>
                  </a:moveTo>
                  <a:lnTo>
                    <a:pt x="31776" y="85"/>
                  </a:lnTo>
                  <a:lnTo>
                    <a:pt x="209" y="2527"/>
                  </a:lnTo>
                  <a:lnTo>
                    <a:pt x="209" y="9411"/>
                  </a:lnTo>
                  <a:cubicBezTo>
                    <a:pt x="16106" y="9411"/>
                    <a:pt x="17923" y="10965"/>
                    <a:pt x="17923" y="21846"/>
                  </a:cubicBezTo>
                  <a:lnTo>
                    <a:pt x="17923" y="81356"/>
                  </a:lnTo>
                  <a:cubicBezTo>
                    <a:pt x="17923" y="91348"/>
                    <a:pt x="15425" y="91348"/>
                    <a:pt x="209" y="91348"/>
                  </a:cubicBezTo>
                  <a:lnTo>
                    <a:pt x="209" y="98232"/>
                  </a:lnTo>
                  <a:cubicBezTo>
                    <a:pt x="9066" y="98010"/>
                    <a:pt x="19740" y="97566"/>
                    <a:pt x="26099" y="97566"/>
                  </a:cubicBezTo>
                  <a:cubicBezTo>
                    <a:pt x="35183" y="97566"/>
                    <a:pt x="45856" y="97566"/>
                    <a:pt x="54940" y="98232"/>
                  </a:cubicBezTo>
                  <a:lnTo>
                    <a:pt x="54940" y="91348"/>
                  </a:lnTo>
                  <a:lnTo>
                    <a:pt x="50171" y="91348"/>
                  </a:lnTo>
                  <a:cubicBezTo>
                    <a:pt x="33366" y="91348"/>
                    <a:pt x="32912" y="88906"/>
                    <a:pt x="32912" y="80912"/>
                  </a:cubicBezTo>
                  <a:lnTo>
                    <a:pt x="32912" y="46716"/>
                  </a:lnTo>
                  <a:cubicBezTo>
                    <a:pt x="32912" y="24732"/>
                    <a:pt x="42450" y="4970"/>
                    <a:pt x="59709" y="4970"/>
                  </a:cubicBezTo>
                  <a:cubicBezTo>
                    <a:pt x="61299" y="4970"/>
                    <a:pt x="61753" y="4970"/>
                    <a:pt x="62207" y="5192"/>
                  </a:cubicBezTo>
                  <a:cubicBezTo>
                    <a:pt x="61526" y="5414"/>
                    <a:pt x="56984" y="8079"/>
                    <a:pt x="56984" y="13852"/>
                  </a:cubicBezTo>
                  <a:cubicBezTo>
                    <a:pt x="56984" y="20069"/>
                    <a:pt x="61753" y="23400"/>
                    <a:pt x="66749" y="23400"/>
                  </a:cubicBezTo>
                  <a:cubicBezTo>
                    <a:pt x="70837" y="23400"/>
                    <a:pt x="76515" y="20736"/>
                    <a:pt x="76515" y="13630"/>
                  </a:cubicBezTo>
                  <a:cubicBezTo>
                    <a:pt x="76515" y="6524"/>
                    <a:pt x="69474" y="85"/>
                    <a:pt x="59709" y="85"/>
                  </a:cubicBezTo>
                  <a:cubicBezTo>
                    <a:pt x="43131" y="85"/>
                    <a:pt x="34955" y="14962"/>
                    <a:pt x="31776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6C80EF0-DC42-331E-0E2B-A07EAF2DBC7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082999" y="5310502"/>
              <a:ext cx="147387" cy="150329"/>
            </a:xfrm>
            <a:custGeom>
              <a:avLst/>
              <a:gdLst>
                <a:gd name="connsiteX0" fmla="*/ 143289 w 147387"/>
                <a:gd name="connsiteY0" fmla="*/ 85 h 150329"/>
                <a:gd name="connsiteX1" fmla="*/ 4531 w 147387"/>
                <a:gd name="connsiteY1" fmla="*/ 85 h 150329"/>
                <a:gd name="connsiteX2" fmla="*/ 217 w 147387"/>
                <a:gd name="connsiteY2" fmla="*/ 50046 h 150329"/>
                <a:gd name="connsiteX3" fmla="*/ 5894 w 147387"/>
                <a:gd name="connsiteY3" fmla="*/ 50046 h 150329"/>
                <a:gd name="connsiteX4" fmla="*/ 46772 w 147387"/>
                <a:gd name="connsiteY4" fmla="*/ 6968 h 150329"/>
                <a:gd name="connsiteX5" fmla="*/ 59035 w 147387"/>
                <a:gd name="connsiteY5" fmla="*/ 7412 h 150329"/>
                <a:gd name="connsiteX6" fmla="*/ 63804 w 147387"/>
                <a:gd name="connsiteY6" fmla="*/ 15850 h 150329"/>
                <a:gd name="connsiteX7" fmla="*/ 63804 w 147387"/>
                <a:gd name="connsiteY7" fmla="*/ 132872 h 150329"/>
                <a:gd name="connsiteX8" fmla="*/ 39959 w 147387"/>
                <a:gd name="connsiteY8" fmla="*/ 143530 h 150329"/>
                <a:gd name="connsiteX9" fmla="*/ 30875 w 147387"/>
                <a:gd name="connsiteY9" fmla="*/ 143530 h 150329"/>
                <a:gd name="connsiteX10" fmla="*/ 30875 w 147387"/>
                <a:gd name="connsiteY10" fmla="*/ 150414 h 150329"/>
                <a:gd name="connsiteX11" fmla="*/ 73797 w 147387"/>
                <a:gd name="connsiteY11" fmla="*/ 149748 h 150329"/>
                <a:gd name="connsiteX12" fmla="*/ 116945 w 147387"/>
                <a:gd name="connsiteY12" fmla="*/ 150414 h 150329"/>
                <a:gd name="connsiteX13" fmla="*/ 116945 w 147387"/>
                <a:gd name="connsiteY13" fmla="*/ 143530 h 150329"/>
                <a:gd name="connsiteX14" fmla="*/ 107861 w 147387"/>
                <a:gd name="connsiteY14" fmla="*/ 143530 h 150329"/>
                <a:gd name="connsiteX15" fmla="*/ 84016 w 147387"/>
                <a:gd name="connsiteY15" fmla="*/ 132872 h 150329"/>
                <a:gd name="connsiteX16" fmla="*/ 84016 w 147387"/>
                <a:gd name="connsiteY16" fmla="*/ 15850 h 150329"/>
                <a:gd name="connsiteX17" fmla="*/ 88104 w 147387"/>
                <a:gd name="connsiteY17" fmla="*/ 7412 h 150329"/>
                <a:gd name="connsiteX18" fmla="*/ 101048 w 147387"/>
                <a:gd name="connsiteY18" fmla="*/ 6968 h 150329"/>
                <a:gd name="connsiteX19" fmla="*/ 141926 w 147387"/>
                <a:gd name="connsiteY19" fmla="*/ 50046 h 150329"/>
                <a:gd name="connsiteX20" fmla="*/ 147604 w 147387"/>
                <a:gd name="connsiteY20" fmla="*/ 50046 h 150329"/>
                <a:gd name="connsiteX21" fmla="*/ 143289 w 147387"/>
                <a:gd name="connsiteY21" fmla="*/ 85 h 1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387" h="150329">
                  <a:moveTo>
                    <a:pt x="143289" y="85"/>
                  </a:moveTo>
                  <a:lnTo>
                    <a:pt x="4531" y="85"/>
                  </a:lnTo>
                  <a:lnTo>
                    <a:pt x="217" y="50046"/>
                  </a:lnTo>
                  <a:lnTo>
                    <a:pt x="5894" y="50046"/>
                  </a:lnTo>
                  <a:cubicBezTo>
                    <a:pt x="9073" y="14296"/>
                    <a:pt x="12480" y="6968"/>
                    <a:pt x="46772" y="6968"/>
                  </a:cubicBezTo>
                  <a:cubicBezTo>
                    <a:pt x="50860" y="6968"/>
                    <a:pt x="56764" y="6968"/>
                    <a:pt x="59035" y="7412"/>
                  </a:cubicBezTo>
                  <a:cubicBezTo>
                    <a:pt x="63804" y="8301"/>
                    <a:pt x="63804" y="10743"/>
                    <a:pt x="63804" y="15850"/>
                  </a:cubicBezTo>
                  <a:lnTo>
                    <a:pt x="63804" y="132872"/>
                  </a:lnTo>
                  <a:cubicBezTo>
                    <a:pt x="63804" y="140422"/>
                    <a:pt x="63804" y="143530"/>
                    <a:pt x="39959" y="143530"/>
                  </a:cubicBezTo>
                  <a:lnTo>
                    <a:pt x="30875" y="143530"/>
                  </a:lnTo>
                  <a:lnTo>
                    <a:pt x="30875" y="150414"/>
                  </a:lnTo>
                  <a:cubicBezTo>
                    <a:pt x="40186" y="149748"/>
                    <a:pt x="63350" y="149748"/>
                    <a:pt x="73797" y="149748"/>
                  </a:cubicBezTo>
                  <a:cubicBezTo>
                    <a:pt x="84243" y="149748"/>
                    <a:pt x="107634" y="149748"/>
                    <a:pt x="116945" y="150414"/>
                  </a:cubicBezTo>
                  <a:lnTo>
                    <a:pt x="116945" y="143530"/>
                  </a:lnTo>
                  <a:lnTo>
                    <a:pt x="107861" y="143530"/>
                  </a:lnTo>
                  <a:cubicBezTo>
                    <a:pt x="84016" y="143530"/>
                    <a:pt x="84016" y="140422"/>
                    <a:pt x="84016" y="132872"/>
                  </a:cubicBezTo>
                  <a:lnTo>
                    <a:pt x="84016" y="15850"/>
                  </a:lnTo>
                  <a:cubicBezTo>
                    <a:pt x="84016" y="11409"/>
                    <a:pt x="84016" y="8301"/>
                    <a:pt x="88104" y="7412"/>
                  </a:cubicBezTo>
                  <a:cubicBezTo>
                    <a:pt x="90602" y="6968"/>
                    <a:pt x="96734" y="6968"/>
                    <a:pt x="101048" y="6968"/>
                  </a:cubicBezTo>
                  <a:cubicBezTo>
                    <a:pt x="135340" y="6968"/>
                    <a:pt x="138747" y="14296"/>
                    <a:pt x="141926" y="50046"/>
                  </a:cubicBezTo>
                  <a:lnTo>
                    <a:pt x="147604" y="50046"/>
                  </a:lnTo>
                  <a:lnTo>
                    <a:pt x="143289" y="85"/>
                  </a:ln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EF99A45-211C-0B91-CE91-0C5EBDCED49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2226274" y="5361352"/>
              <a:ext cx="87887" cy="101922"/>
            </a:xfrm>
            <a:custGeom>
              <a:avLst/>
              <a:gdLst>
                <a:gd name="connsiteX0" fmla="*/ 19299 w 87887"/>
                <a:gd name="connsiteY0" fmla="*/ 43607 h 101922"/>
                <a:gd name="connsiteX1" fmla="*/ 47459 w 87887"/>
                <a:gd name="connsiteY1" fmla="*/ 4970 h 101922"/>
                <a:gd name="connsiteX2" fmla="*/ 73122 w 87887"/>
                <a:gd name="connsiteY2" fmla="*/ 43607 h 101922"/>
                <a:gd name="connsiteX3" fmla="*/ 19299 w 87887"/>
                <a:gd name="connsiteY3" fmla="*/ 43607 h 101922"/>
                <a:gd name="connsiteX4" fmla="*/ 19072 w 87887"/>
                <a:gd name="connsiteY4" fmla="*/ 48270 h 101922"/>
                <a:gd name="connsiteX5" fmla="*/ 82433 w 87887"/>
                <a:gd name="connsiteY5" fmla="*/ 48270 h 101922"/>
                <a:gd name="connsiteX6" fmla="*/ 88110 w 87887"/>
                <a:gd name="connsiteY6" fmla="*/ 43607 h 101922"/>
                <a:gd name="connsiteX7" fmla="*/ 47459 w 87887"/>
                <a:gd name="connsiteY7" fmla="*/ 85 h 101922"/>
                <a:gd name="connsiteX8" fmla="*/ 223 w 87887"/>
                <a:gd name="connsiteY8" fmla="*/ 50713 h 101922"/>
                <a:gd name="connsiteX9" fmla="*/ 50185 w 87887"/>
                <a:gd name="connsiteY9" fmla="*/ 102007 h 101922"/>
                <a:gd name="connsiteX10" fmla="*/ 88110 w 87887"/>
                <a:gd name="connsiteY10" fmla="*/ 73140 h 101922"/>
                <a:gd name="connsiteX11" fmla="*/ 85158 w 87887"/>
                <a:gd name="connsiteY11" fmla="*/ 70475 h 101922"/>
                <a:gd name="connsiteX12" fmla="*/ 82206 w 87887"/>
                <a:gd name="connsiteY12" fmla="*/ 73584 h 101922"/>
                <a:gd name="connsiteX13" fmla="*/ 51547 w 87887"/>
                <a:gd name="connsiteY13" fmla="*/ 96455 h 101922"/>
                <a:gd name="connsiteX14" fmla="*/ 25885 w 87887"/>
                <a:gd name="connsiteY14" fmla="*/ 81578 h 101922"/>
                <a:gd name="connsiteX15" fmla="*/ 19072 w 87887"/>
                <a:gd name="connsiteY15" fmla="*/ 48270 h 101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887" h="101922">
                  <a:moveTo>
                    <a:pt x="19299" y="43607"/>
                  </a:moveTo>
                  <a:cubicBezTo>
                    <a:pt x="20662" y="10521"/>
                    <a:pt x="39738" y="4970"/>
                    <a:pt x="47459" y="4970"/>
                  </a:cubicBezTo>
                  <a:cubicBezTo>
                    <a:pt x="70851" y="4970"/>
                    <a:pt x="73122" y="34947"/>
                    <a:pt x="73122" y="43607"/>
                  </a:cubicBezTo>
                  <a:lnTo>
                    <a:pt x="19299" y="43607"/>
                  </a:lnTo>
                  <a:close/>
                  <a:moveTo>
                    <a:pt x="19072" y="48270"/>
                  </a:moveTo>
                  <a:lnTo>
                    <a:pt x="82433" y="48270"/>
                  </a:lnTo>
                  <a:cubicBezTo>
                    <a:pt x="87429" y="48270"/>
                    <a:pt x="88110" y="48270"/>
                    <a:pt x="88110" y="43607"/>
                  </a:cubicBezTo>
                  <a:cubicBezTo>
                    <a:pt x="88110" y="21624"/>
                    <a:pt x="75847" y="85"/>
                    <a:pt x="47459" y="85"/>
                  </a:cubicBezTo>
                  <a:cubicBezTo>
                    <a:pt x="21116" y="85"/>
                    <a:pt x="223" y="22956"/>
                    <a:pt x="223" y="50713"/>
                  </a:cubicBezTo>
                  <a:cubicBezTo>
                    <a:pt x="223" y="80468"/>
                    <a:pt x="24068" y="102007"/>
                    <a:pt x="50185" y="102007"/>
                  </a:cubicBezTo>
                  <a:cubicBezTo>
                    <a:pt x="77891" y="102007"/>
                    <a:pt x="88110" y="77359"/>
                    <a:pt x="88110" y="73140"/>
                  </a:cubicBezTo>
                  <a:cubicBezTo>
                    <a:pt x="88110" y="70919"/>
                    <a:pt x="86293" y="70475"/>
                    <a:pt x="85158" y="70475"/>
                  </a:cubicBezTo>
                  <a:cubicBezTo>
                    <a:pt x="83114" y="70475"/>
                    <a:pt x="82660" y="71808"/>
                    <a:pt x="82206" y="73584"/>
                  </a:cubicBezTo>
                  <a:cubicBezTo>
                    <a:pt x="74257" y="96455"/>
                    <a:pt x="53818" y="96455"/>
                    <a:pt x="51547" y="96455"/>
                  </a:cubicBezTo>
                  <a:cubicBezTo>
                    <a:pt x="40192" y="96455"/>
                    <a:pt x="31108" y="89794"/>
                    <a:pt x="25885" y="81578"/>
                  </a:cubicBezTo>
                  <a:cubicBezTo>
                    <a:pt x="19072" y="70919"/>
                    <a:pt x="19072" y="56264"/>
                    <a:pt x="19072" y="4827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28A6F7A-29A3-9C42-FF5E-828822EA38E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2327207" y="5362684"/>
              <a:ext cx="76305" cy="98147"/>
            </a:xfrm>
            <a:custGeom>
              <a:avLst/>
              <a:gdLst>
                <a:gd name="connsiteX0" fmla="*/ 31794 w 76305"/>
                <a:gd name="connsiteY0" fmla="*/ 24510 h 98147"/>
                <a:gd name="connsiteX1" fmla="*/ 31794 w 76305"/>
                <a:gd name="connsiteY1" fmla="*/ 85 h 98147"/>
                <a:gd name="connsiteX2" fmla="*/ 227 w 76305"/>
                <a:gd name="connsiteY2" fmla="*/ 2527 h 98147"/>
                <a:gd name="connsiteX3" fmla="*/ 227 w 76305"/>
                <a:gd name="connsiteY3" fmla="*/ 9411 h 98147"/>
                <a:gd name="connsiteX4" fmla="*/ 17941 w 76305"/>
                <a:gd name="connsiteY4" fmla="*/ 21846 h 98147"/>
                <a:gd name="connsiteX5" fmla="*/ 17941 w 76305"/>
                <a:gd name="connsiteY5" fmla="*/ 81356 h 98147"/>
                <a:gd name="connsiteX6" fmla="*/ 227 w 76305"/>
                <a:gd name="connsiteY6" fmla="*/ 91348 h 98147"/>
                <a:gd name="connsiteX7" fmla="*/ 227 w 76305"/>
                <a:gd name="connsiteY7" fmla="*/ 98232 h 98147"/>
                <a:gd name="connsiteX8" fmla="*/ 26117 w 76305"/>
                <a:gd name="connsiteY8" fmla="*/ 97566 h 98147"/>
                <a:gd name="connsiteX9" fmla="*/ 54958 w 76305"/>
                <a:gd name="connsiteY9" fmla="*/ 98232 h 98147"/>
                <a:gd name="connsiteX10" fmla="*/ 54958 w 76305"/>
                <a:gd name="connsiteY10" fmla="*/ 91348 h 98147"/>
                <a:gd name="connsiteX11" fmla="*/ 50189 w 76305"/>
                <a:gd name="connsiteY11" fmla="*/ 91348 h 98147"/>
                <a:gd name="connsiteX12" fmla="*/ 32930 w 76305"/>
                <a:gd name="connsiteY12" fmla="*/ 80912 h 98147"/>
                <a:gd name="connsiteX13" fmla="*/ 32930 w 76305"/>
                <a:gd name="connsiteY13" fmla="*/ 46716 h 98147"/>
                <a:gd name="connsiteX14" fmla="*/ 59727 w 76305"/>
                <a:gd name="connsiteY14" fmla="*/ 4970 h 98147"/>
                <a:gd name="connsiteX15" fmla="*/ 62225 w 76305"/>
                <a:gd name="connsiteY15" fmla="*/ 5192 h 98147"/>
                <a:gd name="connsiteX16" fmla="*/ 57002 w 76305"/>
                <a:gd name="connsiteY16" fmla="*/ 13852 h 98147"/>
                <a:gd name="connsiteX17" fmla="*/ 66767 w 76305"/>
                <a:gd name="connsiteY17" fmla="*/ 23400 h 98147"/>
                <a:gd name="connsiteX18" fmla="*/ 76533 w 76305"/>
                <a:gd name="connsiteY18" fmla="*/ 13630 h 98147"/>
                <a:gd name="connsiteX19" fmla="*/ 59727 w 76305"/>
                <a:gd name="connsiteY19" fmla="*/ 85 h 98147"/>
                <a:gd name="connsiteX20" fmla="*/ 31794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94" y="24510"/>
                  </a:moveTo>
                  <a:lnTo>
                    <a:pt x="31794" y="85"/>
                  </a:lnTo>
                  <a:lnTo>
                    <a:pt x="227" y="2527"/>
                  </a:lnTo>
                  <a:lnTo>
                    <a:pt x="227" y="9411"/>
                  </a:lnTo>
                  <a:cubicBezTo>
                    <a:pt x="16124" y="9411"/>
                    <a:pt x="17941" y="10965"/>
                    <a:pt x="17941" y="21846"/>
                  </a:cubicBezTo>
                  <a:lnTo>
                    <a:pt x="17941" y="81356"/>
                  </a:lnTo>
                  <a:cubicBezTo>
                    <a:pt x="17941" y="91348"/>
                    <a:pt x="15443" y="91348"/>
                    <a:pt x="227" y="91348"/>
                  </a:cubicBezTo>
                  <a:lnTo>
                    <a:pt x="227" y="98232"/>
                  </a:lnTo>
                  <a:cubicBezTo>
                    <a:pt x="9084" y="98010"/>
                    <a:pt x="19758" y="97566"/>
                    <a:pt x="26117" y="97566"/>
                  </a:cubicBezTo>
                  <a:cubicBezTo>
                    <a:pt x="35201" y="97566"/>
                    <a:pt x="45874" y="97566"/>
                    <a:pt x="54958" y="98232"/>
                  </a:cubicBezTo>
                  <a:lnTo>
                    <a:pt x="54958" y="91348"/>
                  </a:lnTo>
                  <a:lnTo>
                    <a:pt x="50189" y="91348"/>
                  </a:lnTo>
                  <a:cubicBezTo>
                    <a:pt x="33384" y="91348"/>
                    <a:pt x="32930" y="88906"/>
                    <a:pt x="32930" y="80912"/>
                  </a:cubicBezTo>
                  <a:lnTo>
                    <a:pt x="32930" y="46716"/>
                  </a:lnTo>
                  <a:cubicBezTo>
                    <a:pt x="32930" y="24732"/>
                    <a:pt x="42468" y="4970"/>
                    <a:pt x="59727" y="4970"/>
                  </a:cubicBezTo>
                  <a:cubicBezTo>
                    <a:pt x="61317" y="4970"/>
                    <a:pt x="61771" y="4970"/>
                    <a:pt x="62225" y="5192"/>
                  </a:cubicBezTo>
                  <a:cubicBezTo>
                    <a:pt x="61544" y="5414"/>
                    <a:pt x="57002" y="8079"/>
                    <a:pt x="57002" y="13852"/>
                  </a:cubicBezTo>
                  <a:cubicBezTo>
                    <a:pt x="57002" y="20069"/>
                    <a:pt x="61771" y="23400"/>
                    <a:pt x="66767" y="23400"/>
                  </a:cubicBezTo>
                  <a:cubicBezTo>
                    <a:pt x="70855" y="23400"/>
                    <a:pt x="76533" y="20736"/>
                    <a:pt x="76533" y="13630"/>
                  </a:cubicBezTo>
                  <a:cubicBezTo>
                    <a:pt x="76533" y="6524"/>
                    <a:pt x="69493" y="85"/>
                    <a:pt x="59727" y="85"/>
                  </a:cubicBezTo>
                  <a:cubicBezTo>
                    <a:pt x="43149" y="85"/>
                    <a:pt x="34973" y="14962"/>
                    <a:pt x="31794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4CAB9E2-735B-01EB-31E8-B22B4D2389C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417063" y="5362684"/>
              <a:ext cx="177364" cy="98147"/>
            </a:xfrm>
            <a:custGeom>
              <a:avLst/>
              <a:gdLst>
                <a:gd name="connsiteX0" fmla="*/ 17945 w 177364"/>
                <a:gd name="connsiteY0" fmla="*/ 21846 h 98147"/>
                <a:gd name="connsiteX1" fmla="*/ 17945 w 177364"/>
                <a:gd name="connsiteY1" fmla="*/ 81356 h 98147"/>
                <a:gd name="connsiteX2" fmla="*/ 231 w 177364"/>
                <a:gd name="connsiteY2" fmla="*/ 91348 h 98147"/>
                <a:gd name="connsiteX3" fmla="*/ 231 w 177364"/>
                <a:gd name="connsiteY3" fmla="*/ 98232 h 98147"/>
                <a:gd name="connsiteX4" fmla="*/ 25893 w 177364"/>
                <a:gd name="connsiteY4" fmla="*/ 97566 h 98147"/>
                <a:gd name="connsiteX5" fmla="*/ 51329 w 177364"/>
                <a:gd name="connsiteY5" fmla="*/ 98232 h 98147"/>
                <a:gd name="connsiteX6" fmla="*/ 51329 w 177364"/>
                <a:gd name="connsiteY6" fmla="*/ 91348 h 98147"/>
                <a:gd name="connsiteX7" fmla="*/ 33615 w 177364"/>
                <a:gd name="connsiteY7" fmla="*/ 81356 h 98147"/>
                <a:gd name="connsiteX8" fmla="*/ 33615 w 177364"/>
                <a:gd name="connsiteY8" fmla="*/ 40498 h 98147"/>
                <a:gd name="connsiteX9" fmla="*/ 64273 w 177364"/>
                <a:gd name="connsiteY9" fmla="*/ 4970 h 98147"/>
                <a:gd name="connsiteX10" fmla="*/ 81078 w 177364"/>
                <a:gd name="connsiteY10" fmla="*/ 29618 h 98147"/>
                <a:gd name="connsiteX11" fmla="*/ 81078 w 177364"/>
                <a:gd name="connsiteY11" fmla="*/ 81356 h 98147"/>
                <a:gd name="connsiteX12" fmla="*/ 63365 w 177364"/>
                <a:gd name="connsiteY12" fmla="*/ 91348 h 98147"/>
                <a:gd name="connsiteX13" fmla="*/ 63365 w 177364"/>
                <a:gd name="connsiteY13" fmla="*/ 98232 h 98147"/>
                <a:gd name="connsiteX14" fmla="*/ 89027 w 177364"/>
                <a:gd name="connsiteY14" fmla="*/ 97566 h 98147"/>
                <a:gd name="connsiteX15" fmla="*/ 114462 w 177364"/>
                <a:gd name="connsiteY15" fmla="*/ 98232 h 98147"/>
                <a:gd name="connsiteX16" fmla="*/ 114462 w 177364"/>
                <a:gd name="connsiteY16" fmla="*/ 91348 h 98147"/>
                <a:gd name="connsiteX17" fmla="*/ 96748 w 177364"/>
                <a:gd name="connsiteY17" fmla="*/ 81356 h 98147"/>
                <a:gd name="connsiteX18" fmla="*/ 96748 w 177364"/>
                <a:gd name="connsiteY18" fmla="*/ 40498 h 98147"/>
                <a:gd name="connsiteX19" fmla="*/ 127407 w 177364"/>
                <a:gd name="connsiteY19" fmla="*/ 4970 h 98147"/>
                <a:gd name="connsiteX20" fmla="*/ 144212 w 177364"/>
                <a:gd name="connsiteY20" fmla="*/ 29618 h 98147"/>
                <a:gd name="connsiteX21" fmla="*/ 144212 w 177364"/>
                <a:gd name="connsiteY21" fmla="*/ 81356 h 98147"/>
                <a:gd name="connsiteX22" fmla="*/ 126498 w 177364"/>
                <a:gd name="connsiteY22" fmla="*/ 91348 h 98147"/>
                <a:gd name="connsiteX23" fmla="*/ 126498 w 177364"/>
                <a:gd name="connsiteY23" fmla="*/ 98232 h 98147"/>
                <a:gd name="connsiteX24" fmla="*/ 152160 w 177364"/>
                <a:gd name="connsiteY24" fmla="*/ 97566 h 98147"/>
                <a:gd name="connsiteX25" fmla="*/ 177596 w 177364"/>
                <a:gd name="connsiteY25" fmla="*/ 98232 h 98147"/>
                <a:gd name="connsiteX26" fmla="*/ 177596 w 177364"/>
                <a:gd name="connsiteY26" fmla="*/ 91348 h 98147"/>
                <a:gd name="connsiteX27" fmla="*/ 159882 w 177364"/>
                <a:gd name="connsiteY27" fmla="*/ 84687 h 98147"/>
                <a:gd name="connsiteX28" fmla="*/ 159882 w 177364"/>
                <a:gd name="connsiteY28" fmla="*/ 42275 h 98147"/>
                <a:gd name="connsiteX29" fmla="*/ 152842 w 177364"/>
                <a:gd name="connsiteY29" fmla="*/ 8301 h 98147"/>
                <a:gd name="connsiteX30" fmla="*/ 128996 w 177364"/>
                <a:gd name="connsiteY30" fmla="*/ 85 h 98147"/>
                <a:gd name="connsiteX31" fmla="*/ 96067 w 177364"/>
                <a:gd name="connsiteY31" fmla="*/ 21846 h 98147"/>
                <a:gd name="connsiteX32" fmla="*/ 65863 w 177364"/>
                <a:gd name="connsiteY32" fmla="*/ 85 h 98147"/>
                <a:gd name="connsiteX33" fmla="*/ 32252 w 177364"/>
                <a:gd name="connsiteY33" fmla="*/ 23400 h 98147"/>
                <a:gd name="connsiteX34" fmla="*/ 32252 w 177364"/>
                <a:gd name="connsiteY34" fmla="*/ 85 h 98147"/>
                <a:gd name="connsiteX35" fmla="*/ 231 w 177364"/>
                <a:gd name="connsiteY35" fmla="*/ 2527 h 98147"/>
                <a:gd name="connsiteX36" fmla="*/ 231 w 177364"/>
                <a:gd name="connsiteY36" fmla="*/ 9411 h 98147"/>
                <a:gd name="connsiteX37" fmla="*/ 17945 w 177364"/>
                <a:gd name="connsiteY37" fmla="*/ 21846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77364" h="98147">
                  <a:moveTo>
                    <a:pt x="17945" y="21846"/>
                  </a:moveTo>
                  <a:lnTo>
                    <a:pt x="17945" y="81356"/>
                  </a:lnTo>
                  <a:cubicBezTo>
                    <a:pt x="17945" y="91348"/>
                    <a:pt x="15447" y="91348"/>
                    <a:pt x="231" y="91348"/>
                  </a:cubicBezTo>
                  <a:lnTo>
                    <a:pt x="231" y="98232"/>
                  </a:lnTo>
                  <a:cubicBezTo>
                    <a:pt x="8180" y="98010"/>
                    <a:pt x="19762" y="97566"/>
                    <a:pt x="25893" y="97566"/>
                  </a:cubicBezTo>
                  <a:cubicBezTo>
                    <a:pt x="31798" y="97566"/>
                    <a:pt x="43607" y="98010"/>
                    <a:pt x="51329" y="98232"/>
                  </a:cubicBezTo>
                  <a:lnTo>
                    <a:pt x="51329" y="91348"/>
                  </a:lnTo>
                  <a:cubicBezTo>
                    <a:pt x="36113" y="91348"/>
                    <a:pt x="33615" y="91348"/>
                    <a:pt x="33615" y="81356"/>
                  </a:cubicBezTo>
                  <a:lnTo>
                    <a:pt x="33615" y="40498"/>
                  </a:lnTo>
                  <a:cubicBezTo>
                    <a:pt x="33615" y="17405"/>
                    <a:pt x="49739" y="4970"/>
                    <a:pt x="64273" y="4970"/>
                  </a:cubicBezTo>
                  <a:cubicBezTo>
                    <a:pt x="78580" y="4970"/>
                    <a:pt x="81078" y="16961"/>
                    <a:pt x="81078" y="29618"/>
                  </a:cubicBezTo>
                  <a:lnTo>
                    <a:pt x="81078" y="81356"/>
                  </a:lnTo>
                  <a:cubicBezTo>
                    <a:pt x="81078" y="91348"/>
                    <a:pt x="78580" y="91348"/>
                    <a:pt x="63365" y="91348"/>
                  </a:cubicBezTo>
                  <a:lnTo>
                    <a:pt x="63365" y="98232"/>
                  </a:lnTo>
                  <a:cubicBezTo>
                    <a:pt x="71313" y="98010"/>
                    <a:pt x="82895" y="97566"/>
                    <a:pt x="89027" y="97566"/>
                  </a:cubicBezTo>
                  <a:cubicBezTo>
                    <a:pt x="94931" y="97566"/>
                    <a:pt x="106741" y="98010"/>
                    <a:pt x="114462" y="98232"/>
                  </a:cubicBezTo>
                  <a:lnTo>
                    <a:pt x="114462" y="91348"/>
                  </a:lnTo>
                  <a:cubicBezTo>
                    <a:pt x="99246" y="91348"/>
                    <a:pt x="96748" y="91348"/>
                    <a:pt x="96748" y="81356"/>
                  </a:cubicBezTo>
                  <a:lnTo>
                    <a:pt x="96748" y="40498"/>
                  </a:lnTo>
                  <a:cubicBezTo>
                    <a:pt x="96748" y="17405"/>
                    <a:pt x="112872" y="4970"/>
                    <a:pt x="127407" y="4970"/>
                  </a:cubicBezTo>
                  <a:cubicBezTo>
                    <a:pt x="141714" y="4970"/>
                    <a:pt x="144212" y="16961"/>
                    <a:pt x="144212" y="29618"/>
                  </a:cubicBezTo>
                  <a:lnTo>
                    <a:pt x="144212" y="81356"/>
                  </a:lnTo>
                  <a:cubicBezTo>
                    <a:pt x="144212" y="91348"/>
                    <a:pt x="141714" y="91348"/>
                    <a:pt x="126498" y="91348"/>
                  </a:cubicBezTo>
                  <a:lnTo>
                    <a:pt x="126498" y="98232"/>
                  </a:lnTo>
                  <a:cubicBezTo>
                    <a:pt x="134447" y="98010"/>
                    <a:pt x="146029" y="97566"/>
                    <a:pt x="152160" y="97566"/>
                  </a:cubicBezTo>
                  <a:cubicBezTo>
                    <a:pt x="158065" y="97566"/>
                    <a:pt x="169874" y="98010"/>
                    <a:pt x="177596" y="98232"/>
                  </a:cubicBezTo>
                  <a:lnTo>
                    <a:pt x="177596" y="91348"/>
                  </a:lnTo>
                  <a:cubicBezTo>
                    <a:pt x="165786" y="91348"/>
                    <a:pt x="160109" y="91348"/>
                    <a:pt x="159882" y="84687"/>
                  </a:cubicBezTo>
                  <a:lnTo>
                    <a:pt x="159882" y="42275"/>
                  </a:lnTo>
                  <a:cubicBezTo>
                    <a:pt x="159882" y="23178"/>
                    <a:pt x="159882" y="16295"/>
                    <a:pt x="152842" y="8301"/>
                  </a:cubicBezTo>
                  <a:cubicBezTo>
                    <a:pt x="149662" y="4526"/>
                    <a:pt x="142168" y="85"/>
                    <a:pt x="128996" y="85"/>
                  </a:cubicBezTo>
                  <a:cubicBezTo>
                    <a:pt x="109920" y="85"/>
                    <a:pt x="99928" y="13408"/>
                    <a:pt x="96067" y="21846"/>
                  </a:cubicBezTo>
                  <a:cubicBezTo>
                    <a:pt x="92888" y="2527"/>
                    <a:pt x="76082" y="85"/>
                    <a:pt x="65863" y="85"/>
                  </a:cubicBezTo>
                  <a:cubicBezTo>
                    <a:pt x="49285" y="85"/>
                    <a:pt x="38611" y="9633"/>
                    <a:pt x="32252" y="23400"/>
                  </a:cubicBezTo>
                  <a:lnTo>
                    <a:pt x="32252" y="85"/>
                  </a:lnTo>
                  <a:lnTo>
                    <a:pt x="231" y="2527"/>
                  </a:lnTo>
                  <a:lnTo>
                    <a:pt x="231" y="9411"/>
                  </a:lnTo>
                  <a:cubicBezTo>
                    <a:pt x="16128" y="9411"/>
                    <a:pt x="17945" y="10965"/>
                    <a:pt x="17945" y="21846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D1F1C44-E07F-C565-4874-547F149900E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750313" y="5379338"/>
              <a:ext cx="151474" cy="51960"/>
            </a:xfrm>
            <a:custGeom>
              <a:avLst/>
              <a:gdLst>
                <a:gd name="connsiteX0" fmla="*/ 151721 w 151474"/>
                <a:gd name="connsiteY0" fmla="*/ 7412 h 51960"/>
                <a:gd name="connsiteX1" fmla="*/ 148541 w 151474"/>
                <a:gd name="connsiteY1" fmla="*/ 307 h 51960"/>
                <a:gd name="connsiteX2" fmla="*/ 145362 w 151474"/>
                <a:gd name="connsiteY2" fmla="*/ 6080 h 51960"/>
                <a:gd name="connsiteX3" fmla="*/ 113568 w 151474"/>
                <a:gd name="connsiteY3" fmla="*/ 39610 h 51960"/>
                <a:gd name="connsiteX4" fmla="*/ 77232 w 151474"/>
                <a:gd name="connsiteY4" fmla="*/ 20513 h 51960"/>
                <a:gd name="connsiteX5" fmla="*/ 38398 w 151474"/>
                <a:gd name="connsiteY5" fmla="*/ 85 h 51960"/>
                <a:gd name="connsiteX6" fmla="*/ 246 w 151474"/>
                <a:gd name="connsiteY6" fmla="*/ 44717 h 51960"/>
                <a:gd name="connsiteX7" fmla="*/ 3425 w 151474"/>
                <a:gd name="connsiteY7" fmla="*/ 51823 h 51960"/>
                <a:gd name="connsiteX8" fmla="*/ 6604 w 151474"/>
                <a:gd name="connsiteY8" fmla="*/ 46716 h 51960"/>
                <a:gd name="connsiteX9" fmla="*/ 38398 w 151474"/>
                <a:gd name="connsiteY9" fmla="*/ 12520 h 51960"/>
                <a:gd name="connsiteX10" fmla="*/ 74734 w 151474"/>
                <a:gd name="connsiteY10" fmla="*/ 31616 h 51960"/>
                <a:gd name="connsiteX11" fmla="*/ 113568 w 151474"/>
                <a:gd name="connsiteY11" fmla="*/ 52045 h 51960"/>
                <a:gd name="connsiteX12" fmla="*/ 151721 w 151474"/>
                <a:gd name="connsiteY12" fmla="*/ 7412 h 5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1474" h="51960">
                  <a:moveTo>
                    <a:pt x="151721" y="7412"/>
                  </a:moveTo>
                  <a:cubicBezTo>
                    <a:pt x="151721" y="2527"/>
                    <a:pt x="150358" y="307"/>
                    <a:pt x="148541" y="307"/>
                  </a:cubicBezTo>
                  <a:cubicBezTo>
                    <a:pt x="147406" y="307"/>
                    <a:pt x="145589" y="1861"/>
                    <a:pt x="145362" y="6080"/>
                  </a:cubicBezTo>
                  <a:cubicBezTo>
                    <a:pt x="144453" y="27397"/>
                    <a:pt x="129465" y="39610"/>
                    <a:pt x="113568" y="39610"/>
                  </a:cubicBezTo>
                  <a:cubicBezTo>
                    <a:pt x="99261" y="39610"/>
                    <a:pt x="88360" y="30062"/>
                    <a:pt x="77232" y="20513"/>
                  </a:cubicBezTo>
                  <a:cubicBezTo>
                    <a:pt x="65650" y="10299"/>
                    <a:pt x="53841" y="85"/>
                    <a:pt x="38398" y="85"/>
                  </a:cubicBezTo>
                  <a:cubicBezTo>
                    <a:pt x="13644" y="85"/>
                    <a:pt x="246" y="24510"/>
                    <a:pt x="246" y="44717"/>
                  </a:cubicBezTo>
                  <a:cubicBezTo>
                    <a:pt x="246" y="51823"/>
                    <a:pt x="3198" y="51823"/>
                    <a:pt x="3425" y="51823"/>
                  </a:cubicBezTo>
                  <a:cubicBezTo>
                    <a:pt x="5923" y="51823"/>
                    <a:pt x="6604" y="47382"/>
                    <a:pt x="6604" y="46716"/>
                  </a:cubicBezTo>
                  <a:cubicBezTo>
                    <a:pt x="7513" y="22290"/>
                    <a:pt x="24545" y="12520"/>
                    <a:pt x="38398" y="12520"/>
                  </a:cubicBezTo>
                  <a:cubicBezTo>
                    <a:pt x="52705" y="12520"/>
                    <a:pt x="63606" y="22068"/>
                    <a:pt x="74734" y="31616"/>
                  </a:cubicBezTo>
                  <a:cubicBezTo>
                    <a:pt x="86316" y="41831"/>
                    <a:pt x="98125" y="52045"/>
                    <a:pt x="113568" y="52045"/>
                  </a:cubicBezTo>
                  <a:cubicBezTo>
                    <a:pt x="138322" y="52045"/>
                    <a:pt x="151721" y="27619"/>
                    <a:pt x="151721" y="7412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14D6DEB-E3D1-ADA6-0C4E-BC7BA91C3C71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988665" y="5304284"/>
              <a:ext cx="156925" cy="161432"/>
            </a:xfrm>
            <a:custGeom>
              <a:avLst/>
              <a:gdLst>
                <a:gd name="connsiteX0" fmla="*/ 157182 w 156925"/>
                <a:gd name="connsiteY0" fmla="*/ 59817 h 161432"/>
                <a:gd name="connsiteX1" fmla="*/ 99271 w 156925"/>
                <a:gd name="connsiteY1" fmla="*/ 85 h 161432"/>
                <a:gd name="connsiteX2" fmla="*/ 256 w 156925"/>
                <a:gd name="connsiteY2" fmla="*/ 102229 h 161432"/>
                <a:gd name="connsiteX3" fmla="*/ 58393 w 156925"/>
                <a:gd name="connsiteY3" fmla="*/ 161517 h 161432"/>
                <a:gd name="connsiteX4" fmla="*/ 157182 w 156925"/>
                <a:gd name="connsiteY4" fmla="*/ 59817 h 161432"/>
                <a:gd name="connsiteX5" fmla="*/ 59756 w 156925"/>
                <a:gd name="connsiteY5" fmla="*/ 155743 h 161432"/>
                <a:gd name="connsiteX6" fmla="*/ 21376 w 156925"/>
                <a:gd name="connsiteY6" fmla="*/ 108446 h 161432"/>
                <a:gd name="connsiteX7" fmla="*/ 42042 w 156925"/>
                <a:gd name="connsiteY7" fmla="*/ 40276 h 161432"/>
                <a:gd name="connsiteX8" fmla="*/ 97909 w 156925"/>
                <a:gd name="connsiteY8" fmla="*/ 5636 h 161432"/>
                <a:gd name="connsiteX9" fmla="*/ 136970 w 156925"/>
                <a:gd name="connsiteY9" fmla="*/ 51157 h 161432"/>
                <a:gd name="connsiteX10" fmla="*/ 108355 w 156925"/>
                <a:gd name="connsiteY10" fmla="*/ 129097 h 161432"/>
                <a:gd name="connsiteX11" fmla="*/ 59756 w 156925"/>
                <a:gd name="connsiteY11" fmla="*/ 155743 h 1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6925" h="161432">
                  <a:moveTo>
                    <a:pt x="157182" y="59817"/>
                  </a:moveTo>
                  <a:cubicBezTo>
                    <a:pt x="157182" y="24066"/>
                    <a:pt x="133109" y="85"/>
                    <a:pt x="99271" y="85"/>
                  </a:cubicBezTo>
                  <a:cubicBezTo>
                    <a:pt x="50218" y="85"/>
                    <a:pt x="256" y="50491"/>
                    <a:pt x="256" y="102229"/>
                  </a:cubicBezTo>
                  <a:cubicBezTo>
                    <a:pt x="256" y="139089"/>
                    <a:pt x="25691" y="161517"/>
                    <a:pt x="58393" y="161517"/>
                  </a:cubicBezTo>
                  <a:cubicBezTo>
                    <a:pt x="106538" y="161517"/>
                    <a:pt x="157182" y="112887"/>
                    <a:pt x="157182" y="59817"/>
                  </a:cubicBezTo>
                  <a:close/>
                  <a:moveTo>
                    <a:pt x="59756" y="155743"/>
                  </a:moveTo>
                  <a:cubicBezTo>
                    <a:pt x="37273" y="155743"/>
                    <a:pt x="21376" y="137757"/>
                    <a:pt x="21376" y="108446"/>
                  </a:cubicBezTo>
                  <a:cubicBezTo>
                    <a:pt x="21376" y="98676"/>
                    <a:pt x="24556" y="66256"/>
                    <a:pt x="42042" y="40276"/>
                  </a:cubicBezTo>
                  <a:cubicBezTo>
                    <a:pt x="57712" y="17183"/>
                    <a:pt x="79968" y="5636"/>
                    <a:pt x="97909" y="5636"/>
                  </a:cubicBezTo>
                  <a:cubicBezTo>
                    <a:pt x="116531" y="5636"/>
                    <a:pt x="136970" y="18071"/>
                    <a:pt x="136970" y="51157"/>
                  </a:cubicBezTo>
                  <a:cubicBezTo>
                    <a:pt x="136970" y="67144"/>
                    <a:pt x="130838" y="101785"/>
                    <a:pt x="108355" y="129097"/>
                  </a:cubicBezTo>
                  <a:cubicBezTo>
                    <a:pt x="97454" y="142642"/>
                    <a:pt x="78832" y="155743"/>
                    <a:pt x="59756" y="155743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CAF5E1-686B-E505-9401-C8A6227D8BBE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179554" y="5294292"/>
              <a:ext cx="52686" cy="222052"/>
            </a:xfrm>
            <a:custGeom>
              <a:avLst/>
              <a:gdLst>
                <a:gd name="connsiteX0" fmla="*/ 52951 w 52686"/>
                <a:gd name="connsiteY0" fmla="*/ 219916 h 222052"/>
                <a:gd name="connsiteX1" fmla="*/ 49090 w 52686"/>
                <a:gd name="connsiteY1" fmla="*/ 215031 h 222052"/>
                <a:gd name="connsiteX2" fmla="*/ 13436 w 52686"/>
                <a:gd name="connsiteY2" fmla="*/ 111111 h 222052"/>
                <a:gd name="connsiteX3" fmla="*/ 49999 w 52686"/>
                <a:gd name="connsiteY3" fmla="*/ 6080 h 222052"/>
                <a:gd name="connsiteX4" fmla="*/ 52951 w 52686"/>
                <a:gd name="connsiteY4" fmla="*/ 2305 h 222052"/>
                <a:gd name="connsiteX5" fmla="*/ 50680 w 52686"/>
                <a:gd name="connsiteY5" fmla="*/ 85 h 222052"/>
                <a:gd name="connsiteX6" fmla="*/ 14571 w 52686"/>
                <a:gd name="connsiteY6" fmla="*/ 43385 h 222052"/>
                <a:gd name="connsiteX7" fmla="*/ 264 w 52686"/>
                <a:gd name="connsiteY7" fmla="*/ 111111 h 222052"/>
                <a:gd name="connsiteX8" fmla="*/ 15253 w 52686"/>
                <a:gd name="connsiteY8" fmla="*/ 180391 h 222052"/>
                <a:gd name="connsiteX9" fmla="*/ 50680 w 52686"/>
                <a:gd name="connsiteY9" fmla="*/ 222137 h 222052"/>
                <a:gd name="connsiteX10" fmla="*/ 52951 w 52686"/>
                <a:gd name="connsiteY10" fmla="*/ 219916 h 2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686" h="222052">
                  <a:moveTo>
                    <a:pt x="52951" y="219916"/>
                  </a:moveTo>
                  <a:cubicBezTo>
                    <a:pt x="52951" y="219250"/>
                    <a:pt x="52951" y="218806"/>
                    <a:pt x="49090" y="215031"/>
                  </a:cubicBezTo>
                  <a:cubicBezTo>
                    <a:pt x="20703" y="187053"/>
                    <a:pt x="13436" y="145085"/>
                    <a:pt x="13436" y="111111"/>
                  </a:cubicBezTo>
                  <a:cubicBezTo>
                    <a:pt x="13436" y="72474"/>
                    <a:pt x="22066" y="33837"/>
                    <a:pt x="49999" y="6080"/>
                  </a:cubicBezTo>
                  <a:cubicBezTo>
                    <a:pt x="52951" y="3415"/>
                    <a:pt x="52951" y="2971"/>
                    <a:pt x="52951" y="2305"/>
                  </a:cubicBezTo>
                  <a:cubicBezTo>
                    <a:pt x="52951" y="751"/>
                    <a:pt x="52043" y="85"/>
                    <a:pt x="50680" y="85"/>
                  </a:cubicBezTo>
                  <a:cubicBezTo>
                    <a:pt x="48409" y="85"/>
                    <a:pt x="27970" y="15184"/>
                    <a:pt x="14571" y="43385"/>
                  </a:cubicBezTo>
                  <a:cubicBezTo>
                    <a:pt x="2989" y="67811"/>
                    <a:pt x="264" y="92458"/>
                    <a:pt x="264" y="111111"/>
                  </a:cubicBezTo>
                  <a:cubicBezTo>
                    <a:pt x="264" y="128431"/>
                    <a:pt x="2762" y="155299"/>
                    <a:pt x="15253" y="180391"/>
                  </a:cubicBezTo>
                  <a:cubicBezTo>
                    <a:pt x="28878" y="207704"/>
                    <a:pt x="48409" y="222137"/>
                    <a:pt x="50680" y="222137"/>
                  </a:cubicBezTo>
                  <a:cubicBezTo>
                    <a:pt x="52043" y="222137"/>
                    <a:pt x="52951" y="221471"/>
                    <a:pt x="52951" y="219916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F97C17-55A2-A1B0-D347-DF4150C5283A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3257879" y="5306727"/>
              <a:ext cx="111505" cy="156546"/>
            </a:xfrm>
            <a:custGeom>
              <a:avLst/>
              <a:gdLst>
                <a:gd name="connsiteX0" fmla="*/ 52955 w 111505"/>
                <a:gd name="connsiteY0" fmla="*/ 2527 h 156546"/>
                <a:gd name="connsiteX1" fmla="*/ 50003 w 111505"/>
                <a:gd name="connsiteY1" fmla="*/ 85 h 156546"/>
                <a:gd name="connsiteX2" fmla="*/ 22296 w 111505"/>
                <a:gd name="connsiteY2" fmla="*/ 2305 h 156546"/>
                <a:gd name="connsiteX3" fmla="*/ 17982 w 111505"/>
                <a:gd name="connsiteY3" fmla="*/ 6746 h 156546"/>
                <a:gd name="connsiteX4" fmla="*/ 23432 w 111505"/>
                <a:gd name="connsiteY4" fmla="*/ 9411 h 156546"/>
                <a:gd name="connsiteX5" fmla="*/ 34787 w 111505"/>
                <a:gd name="connsiteY5" fmla="*/ 13186 h 156546"/>
                <a:gd name="connsiteX6" fmla="*/ 34106 w 111505"/>
                <a:gd name="connsiteY6" fmla="*/ 17627 h 156546"/>
                <a:gd name="connsiteX7" fmla="*/ 1176 w 111505"/>
                <a:gd name="connsiteY7" fmla="*/ 145529 h 156546"/>
                <a:gd name="connsiteX8" fmla="*/ 268 w 111505"/>
                <a:gd name="connsiteY8" fmla="*/ 150414 h 156546"/>
                <a:gd name="connsiteX9" fmla="*/ 6854 w 111505"/>
                <a:gd name="connsiteY9" fmla="*/ 156632 h 156546"/>
                <a:gd name="connsiteX10" fmla="*/ 15256 w 111505"/>
                <a:gd name="connsiteY10" fmla="*/ 150858 h 156546"/>
                <a:gd name="connsiteX11" fmla="*/ 19571 w 111505"/>
                <a:gd name="connsiteY11" fmla="*/ 133982 h 156546"/>
                <a:gd name="connsiteX12" fmla="*/ 24567 w 111505"/>
                <a:gd name="connsiteY12" fmla="*/ 113998 h 156546"/>
                <a:gd name="connsiteX13" fmla="*/ 28428 w 111505"/>
                <a:gd name="connsiteY13" fmla="*/ 99120 h 156546"/>
                <a:gd name="connsiteX14" fmla="*/ 30926 w 111505"/>
                <a:gd name="connsiteY14" fmla="*/ 89128 h 156546"/>
                <a:gd name="connsiteX15" fmla="*/ 46369 w 111505"/>
                <a:gd name="connsiteY15" fmla="*/ 68699 h 156546"/>
                <a:gd name="connsiteX16" fmla="*/ 68170 w 111505"/>
                <a:gd name="connsiteY16" fmla="*/ 60927 h 156546"/>
                <a:gd name="connsiteX17" fmla="*/ 80434 w 111505"/>
                <a:gd name="connsiteY17" fmla="*/ 76471 h 156546"/>
                <a:gd name="connsiteX18" fmla="*/ 66354 w 111505"/>
                <a:gd name="connsiteY18" fmla="*/ 126210 h 156546"/>
                <a:gd name="connsiteX19" fmla="*/ 63401 w 111505"/>
                <a:gd name="connsiteY19" fmla="*/ 138423 h 156546"/>
                <a:gd name="connsiteX20" fmla="*/ 82024 w 111505"/>
                <a:gd name="connsiteY20" fmla="*/ 156632 h 156546"/>
                <a:gd name="connsiteX21" fmla="*/ 111773 w 111505"/>
                <a:gd name="connsiteY21" fmla="*/ 122435 h 156546"/>
                <a:gd name="connsiteX22" fmla="*/ 109048 w 111505"/>
                <a:gd name="connsiteY22" fmla="*/ 120215 h 156546"/>
                <a:gd name="connsiteX23" fmla="*/ 105642 w 111505"/>
                <a:gd name="connsiteY23" fmla="*/ 124212 h 156546"/>
                <a:gd name="connsiteX24" fmla="*/ 82478 w 111505"/>
                <a:gd name="connsiteY24" fmla="*/ 151746 h 156546"/>
                <a:gd name="connsiteX25" fmla="*/ 77027 w 111505"/>
                <a:gd name="connsiteY25" fmla="*/ 144419 h 156546"/>
                <a:gd name="connsiteX26" fmla="*/ 81115 w 111505"/>
                <a:gd name="connsiteY26" fmla="*/ 128653 h 156546"/>
                <a:gd name="connsiteX27" fmla="*/ 94968 w 111505"/>
                <a:gd name="connsiteY27" fmla="*/ 79801 h 156546"/>
                <a:gd name="connsiteX28" fmla="*/ 68852 w 111505"/>
                <a:gd name="connsiteY28" fmla="*/ 56042 h 156546"/>
                <a:gd name="connsiteX29" fmla="*/ 35241 w 111505"/>
                <a:gd name="connsiteY29" fmla="*/ 73140 h 156546"/>
                <a:gd name="connsiteX30" fmla="*/ 52955 w 111505"/>
                <a:gd name="connsiteY30" fmla="*/ 2527 h 15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1505" h="156546">
                  <a:moveTo>
                    <a:pt x="52955" y="2527"/>
                  </a:moveTo>
                  <a:cubicBezTo>
                    <a:pt x="52955" y="2305"/>
                    <a:pt x="52955" y="85"/>
                    <a:pt x="50003" y="85"/>
                  </a:cubicBezTo>
                  <a:cubicBezTo>
                    <a:pt x="44779" y="85"/>
                    <a:pt x="28201" y="1861"/>
                    <a:pt x="22296" y="2305"/>
                  </a:cubicBezTo>
                  <a:cubicBezTo>
                    <a:pt x="20480" y="2527"/>
                    <a:pt x="17982" y="2749"/>
                    <a:pt x="17982" y="6746"/>
                  </a:cubicBezTo>
                  <a:cubicBezTo>
                    <a:pt x="17982" y="9411"/>
                    <a:pt x="20026" y="9411"/>
                    <a:pt x="23432" y="9411"/>
                  </a:cubicBezTo>
                  <a:cubicBezTo>
                    <a:pt x="34333" y="9411"/>
                    <a:pt x="34787" y="10965"/>
                    <a:pt x="34787" y="13186"/>
                  </a:cubicBezTo>
                  <a:lnTo>
                    <a:pt x="34106" y="17627"/>
                  </a:lnTo>
                  <a:lnTo>
                    <a:pt x="1176" y="145529"/>
                  </a:lnTo>
                  <a:cubicBezTo>
                    <a:pt x="268" y="148638"/>
                    <a:pt x="268" y="149082"/>
                    <a:pt x="268" y="150414"/>
                  </a:cubicBezTo>
                  <a:cubicBezTo>
                    <a:pt x="268" y="155521"/>
                    <a:pt x="4810" y="156632"/>
                    <a:pt x="6854" y="156632"/>
                  </a:cubicBezTo>
                  <a:cubicBezTo>
                    <a:pt x="10487" y="156632"/>
                    <a:pt x="14121" y="153967"/>
                    <a:pt x="15256" y="150858"/>
                  </a:cubicBezTo>
                  <a:lnTo>
                    <a:pt x="19571" y="133982"/>
                  </a:lnTo>
                  <a:lnTo>
                    <a:pt x="24567" y="113998"/>
                  </a:lnTo>
                  <a:cubicBezTo>
                    <a:pt x="25930" y="109112"/>
                    <a:pt x="27293" y="104227"/>
                    <a:pt x="28428" y="99120"/>
                  </a:cubicBezTo>
                  <a:cubicBezTo>
                    <a:pt x="28882" y="97788"/>
                    <a:pt x="30699" y="90460"/>
                    <a:pt x="30926" y="89128"/>
                  </a:cubicBezTo>
                  <a:cubicBezTo>
                    <a:pt x="31608" y="87129"/>
                    <a:pt x="38648" y="74694"/>
                    <a:pt x="46369" y="68699"/>
                  </a:cubicBezTo>
                  <a:cubicBezTo>
                    <a:pt x="51365" y="65146"/>
                    <a:pt x="58405" y="60927"/>
                    <a:pt x="68170" y="60927"/>
                  </a:cubicBezTo>
                  <a:cubicBezTo>
                    <a:pt x="77936" y="60927"/>
                    <a:pt x="80434" y="68477"/>
                    <a:pt x="80434" y="76471"/>
                  </a:cubicBezTo>
                  <a:cubicBezTo>
                    <a:pt x="80434" y="88462"/>
                    <a:pt x="71804" y="112665"/>
                    <a:pt x="66354" y="126210"/>
                  </a:cubicBezTo>
                  <a:cubicBezTo>
                    <a:pt x="64537" y="131318"/>
                    <a:pt x="63401" y="133982"/>
                    <a:pt x="63401" y="138423"/>
                  </a:cubicBezTo>
                  <a:cubicBezTo>
                    <a:pt x="63401" y="148860"/>
                    <a:pt x="71350" y="156632"/>
                    <a:pt x="82024" y="156632"/>
                  </a:cubicBezTo>
                  <a:cubicBezTo>
                    <a:pt x="103371" y="156632"/>
                    <a:pt x="111773" y="124212"/>
                    <a:pt x="111773" y="122435"/>
                  </a:cubicBezTo>
                  <a:cubicBezTo>
                    <a:pt x="111773" y="120215"/>
                    <a:pt x="109730" y="120215"/>
                    <a:pt x="109048" y="120215"/>
                  </a:cubicBezTo>
                  <a:cubicBezTo>
                    <a:pt x="106777" y="120215"/>
                    <a:pt x="106777" y="120881"/>
                    <a:pt x="105642" y="124212"/>
                  </a:cubicBezTo>
                  <a:cubicBezTo>
                    <a:pt x="102235" y="135981"/>
                    <a:pt x="94968" y="151746"/>
                    <a:pt x="82478" y="151746"/>
                  </a:cubicBezTo>
                  <a:cubicBezTo>
                    <a:pt x="78617" y="151746"/>
                    <a:pt x="77027" y="149526"/>
                    <a:pt x="77027" y="144419"/>
                  </a:cubicBezTo>
                  <a:cubicBezTo>
                    <a:pt x="77027" y="138867"/>
                    <a:pt x="79071" y="133538"/>
                    <a:pt x="81115" y="128653"/>
                  </a:cubicBezTo>
                  <a:cubicBezTo>
                    <a:pt x="84749" y="119105"/>
                    <a:pt x="94968" y="92681"/>
                    <a:pt x="94968" y="79801"/>
                  </a:cubicBezTo>
                  <a:cubicBezTo>
                    <a:pt x="94968" y="65368"/>
                    <a:pt x="85884" y="56042"/>
                    <a:pt x="68852" y="56042"/>
                  </a:cubicBezTo>
                  <a:cubicBezTo>
                    <a:pt x="54545" y="56042"/>
                    <a:pt x="43644" y="62925"/>
                    <a:pt x="35241" y="73140"/>
                  </a:cubicBezTo>
                  <a:lnTo>
                    <a:pt x="52955" y="2527"/>
                  </a:ln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5B91E21-CEF4-C0E2-5106-AA56DD562E7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3389178" y="5294292"/>
              <a:ext cx="52686" cy="222052"/>
            </a:xfrm>
            <a:custGeom>
              <a:avLst/>
              <a:gdLst>
                <a:gd name="connsiteX0" fmla="*/ 52961 w 52686"/>
                <a:gd name="connsiteY0" fmla="*/ 111111 h 222052"/>
                <a:gd name="connsiteX1" fmla="*/ 37972 w 52686"/>
                <a:gd name="connsiteY1" fmla="*/ 41831 h 222052"/>
                <a:gd name="connsiteX2" fmla="*/ 2545 w 52686"/>
                <a:gd name="connsiteY2" fmla="*/ 85 h 222052"/>
                <a:gd name="connsiteX3" fmla="*/ 274 w 52686"/>
                <a:gd name="connsiteY3" fmla="*/ 2305 h 222052"/>
                <a:gd name="connsiteX4" fmla="*/ 4589 w 52686"/>
                <a:gd name="connsiteY4" fmla="*/ 7412 h 222052"/>
                <a:gd name="connsiteX5" fmla="*/ 39789 w 52686"/>
                <a:gd name="connsiteY5" fmla="*/ 111111 h 222052"/>
                <a:gd name="connsiteX6" fmla="*/ 3226 w 52686"/>
                <a:gd name="connsiteY6" fmla="*/ 216142 h 222052"/>
                <a:gd name="connsiteX7" fmla="*/ 274 w 52686"/>
                <a:gd name="connsiteY7" fmla="*/ 219916 h 222052"/>
                <a:gd name="connsiteX8" fmla="*/ 2545 w 52686"/>
                <a:gd name="connsiteY8" fmla="*/ 222137 h 222052"/>
                <a:gd name="connsiteX9" fmla="*/ 38653 w 52686"/>
                <a:gd name="connsiteY9" fmla="*/ 178837 h 222052"/>
                <a:gd name="connsiteX10" fmla="*/ 52961 w 52686"/>
                <a:gd name="connsiteY10" fmla="*/ 111111 h 2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686" h="222052">
                  <a:moveTo>
                    <a:pt x="52961" y="111111"/>
                  </a:moveTo>
                  <a:cubicBezTo>
                    <a:pt x="52961" y="93791"/>
                    <a:pt x="50463" y="66922"/>
                    <a:pt x="37972" y="41831"/>
                  </a:cubicBezTo>
                  <a:cubicBezTo>
                    <a:pt x="24346" y="14518"/>
                    <a:pt x="4816" y="85"/>
                    <a:pt x="2545" y="85"/>
                  </a:cubicBezTo>
                  <a:cubicBezTo>
                    <a:pt x="1182" y="85"/>
                    <a:pt x="274" y="973"/>
                    <a:pt x="274" y="2305"/>
                  </a:cubicBezTo>
                  <a:cubicBezTo>
                    <a:pt x="274" y="2971"/>
                    <a:pt x="274" y="3415"/>
                    <a:pt x="4589" y="7412"/>
                  </a:cubicBezTo>
                  <a:cubicBezTo>
                    <a:pt x="26844" y="29396"/>
                    <a:pt x="39789" y="64702"/>
                    <a:pt x="39789" y="111111"/>
                  </a:cubicBezTo>
                  <a:cubicBezTo>
                    <a:pt x="39789" y="149082"/>
                    <a:pt x="31386" y="188163"/>
                    <a:pt x="3226" y="216142"/>
                  </a:cubicBezTo>
                  <a:cubicBezTo>
                    <a:pt x="274" y="218806"/>
                    <a:pt x="274" y="219250"/>
                    <a:pt x="274" y="219916"/>
                  </a:cubicBezTo>
                  <a:cubicBezTo>
                    <a:pt x="274" y="221249"/>
                    <a:pt x="1182" y="222137"/>
                    <a:pt x="2545" y="222137"/>
                  </a:cubicBezTo>
                  <a:cubicBezTo>
                    <a:pt x="4816" y="222137"/>
                    <a:pt x="25255" y="207037"/>
                    <a:pt x="38653" y="178837"/>
                  </a:cubicBezTo>
                  <a:cubicBezTo>
                    <a:pt x="50235" y="154411"/>
                    <a:pt x="52961" y="129763"/>
                    <a:pt x="52961" y="111111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259CDC8-BC96-6E98-DDD1-4A27109AA30B}"/>
              </a:ext>
            </a:extLst>
          </p:cNvPr>
          <p:cNvGrpSpPr/>
          <p:nvPr/>
        </p:nvGrpSpPr>
        <p:grpSpPr>
          <a:xfrm>
            <a:off x="3012141" y="4738565"/>
            <a:ext cx="6859102" cy="1098334"/>
            <a:chOff x="3012141" y="4738565"/>
            <a:chExt cx="6859102" cy="1098334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A9243DE-1C99-B8B4-E6CF-5CC656A95762}"/>
                </a:ext>
              </a:extLst>
            </p:cNvPr>
            <p:cNvSpPr/>
            <p:nvPr/>
          </p:nvSpPr>
          <p:spPr>
            <a:xfrm>
              <a:off x="3012141" y="4738565"/>
              <a:ext cx="6859102" cy="1098334"/>
            </a:xfrm>
            <a:prstGeom prst="roundRect">
              <a:avLst/>
            </a:prstGeom>
            <a:solidFill>
              <a:srgbClr val="2B1D4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73F6258-3315-2EFB-A719-ED939640FC1B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3626594" y="4862784"/>
              <a:ext cx="5630197" cy="849897"/>
              <a:chOff x="8011293" y="5161608"/>
              <a:chExt cx="5630197" cy="849897"/>
            </a:xfrm>
            <a:solidFill>
              <a:srgbClr val="FFFF00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1FF15B1-3056-3B5E-679D-FF01BC01D811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8011293" y="5425544"/>
                <a:ext cx="176505" cy="322387"/>
              </a:xfrm>
              <a:custGeom>
                <a:avLst/>
                <a:gdLst>
                  <a:gd name="connsiteX0" fmla="*/ 111221 w 176505"/>
                  <a:gd name="connsiteY0" fmla="*/ 108141 h 322387"/>
                  <a:gd name="connsiteX1" fmla="*/ 141641 w 176505"/>
                  <a:gd name="connsiteY1" fmla="*/ 108141 h 322387"/>
                  <a:gd name="connsiteX2" fmla="*/ 152252 w 176505"/>
                  <a:gd name="connsiteY2" fmla="*/ 101056 h 322387"/>
                  <a:gd name="connsiteX3" fmla="*/ 142702 w 176505"/>
                  <a:gd name="connsiteY3" fmla="*/ 97159 h 322387"/>
                  <a:gd name="connsiteX4" fmla="*/ 113343 w 176505"/>
                  <a:gd name="connsiteY4" fmla="*/ 97159 h 322387"/>
                  <a:gd name="connsiteX5" fmla="*/ 120771 w 176505"/>
                  <a:gd name="connsiteY5" fmla="*/ 56772 h 322387"/>
                  <a:gd name="connsiteX6" fmla="*/ 129261 w 176505"/>
                  <a:gd name="connsiteY6" fmla="*/ 19927 h 322387"/>
                  <a:gd name="connsiteX7" fmla="*/ 145885 w 176505"/>
                  <a:gd name="connsiteY7" fmla="*/ 7882 h 322387"/>
                  <a:gd name="connsiteX8" fmla="*/ 163218 w 176505"/>
                  <a:gd name="connsiteY8" fmla="*/ 14259 h 322387"/>
                  <a:gd name="connsiteX9" fmla="*/ 144117 w 176505"/>
                  <a:gd name="connsiteY9" fmla="*/ 33390 h 322387"/>
                  <a:gd name="connsiteX10" fmla="*/ 157204 w 176505"/>
                  <a:gd name="connsiteY10" fmla="*/ 45789 h 322387"/>
                  <a:gd name="connsiteX11" fmla="*/ 176659 w 176505"/>
                  <a:gd name="connsiteY11" fmla="*/ 24533 h 322387"/>
                  <a:gd name="connsiteX12" fmla="*/ 145885 w 176505"/>
                  <a:gd name="connsiteY12" fmla="*/ 88 h 322387"/>
                  <a:gd name="connsiteX13" fmla="*/ 100963 w 176505"/>
                  <a:gd name="connsiteY13" fmla="*/ 41538 h 322387"/>
                  <a:gd name="connsiteX14" fmla="*/ 89290 w 176505"/>
                  <a:gd name="connsiteY14" fmla="*/ 97159 h 322387"/>
                  <a:gd name="connsiteX15" fmla="*/ 64884 w 176505"/>
                  <a:gd name="connsiteY15" fmla="*/ 97159 h 322387"/>
                  <a:gd name="connsiteX16" fmla="*/ 54272 w 176505"/>
                  <a:gd name="connsiteY16" fmla="*/ 103890 h 322387"/>
                  <a:gd name="connsiteX17" fmla="*/ 64177 w 176505"/>
                  <a:gd name="connsiteY17" fmla="*/ 108141 h 322387"/>
                  <a:gd name="connsiteX18" fmla="*/ 87522 w 176505"/>
                  <a:gd name="connsiteY18" fmla="*/ 108141 h 322387"/>
                  <a:gd name="connsiteX19" fmla="*/ 60993 w 176505"/>
                  <a:gd name="connsiteY19" fmla="*/ 248078 h 322387"/>
                  <a:gd name="connsiteX20" fmla="*/ 30220 w 176505"/>
                  <a:gd name="connsiteY20" fmla="*/ 314681 h 322387"/>
                  <a:gd name="connsiteX21" fmla="*/ 13241 w 176505"/>
                  <a:gd name="connsiteY21" fmla="*/ 308304 h 322387"/>
                  <a:gd name="connsiteX22" fmla="*/ 32696 w 176505"/>
                  <a:gd name="connsiteY22" fmla="*/ 289174 h 322387"/>
                  <a:gd name="connsiteX23" fmla="*/ 19608 w 176505"/>
                  <a:gd name="connsiteY23" fmla="*/ 276774 h 322387"/>
                  <a:gd name="connsiteX24" fmla="*/ 154 w 176505"/>
                  <a:gd name="connsiteY24" fmla="*/ 298030 h 322387"/>
                  <a:gd name="connsiteX25" fmla="*/ 30220 w 176505"/>
                  <a:gd name="connsiteY25" fmla="*/ 322475 h 322387"/>
                  <a:gd name="connsiteX26" fmla="*/ 70190 w 176505"/>
                  <a:gd name="connsiteY26" fmla="*/ 288111 h 322387"/>
                  <a:gd name="connsiteX27" fmla="*/ 89998 w 176505"/>
                  <a:gd name="connsiteY27" fmla="*/ 220445 h 322387"/>
                  <a:gd name="connsiteX28" fmla="*/ 111221 w 176505"/>
                  <a:gd name="connsiteY28" fmla="*/ 108141 h 32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76505" h="322387">
                    <a:moveTo>
                      <a:pt x="111221" y="108141"/>
                    </a:moveTo>
                    <a:lnTo>
                      <a:pt x="141641" y="108141"/>
                    </a:lnTo>
                    <a:cubicBezTo>
                      <a:pt x="148715" y="108141"/>
                      <a:pt x="152252" y="108141"/>
                      <a:pt x="152252" y="101056"/>
                    </a:cubicBezTo>
                    <a:cubicBezTo>
                      <a:pt x="152252" y="97159"/>
                      <a:pt x="148715" y="97159"/>
                      <a:pt x="142702" y="97159"/>
                    </a:cubicBezTo>
                    <a:lnTo>
                      <a:pt x="113343" y="97159"/>
                    </a:lnTo>
                    <a:lnTo>
                      <a:pt x="120771" y="56772"/>
                    </a:lnTo>
                    <a:cubicBezTo>
                      <a:pt x="122186" y="49332"/>
                      <a:pt x="127138" y="24179"/>
                      <a:pt x="129261" y="19927"/>
                    </a:cubicBezTo>
                    <a:cubicBezTo>
                      <a:pt x="132444" y="13196"/>
                      <a:pt x="138457" y="7882"/>
                      <a:pt x="145885" y="7882"/>
                    </a:cubicBezTo>
                    <a:cubicBezTo>
                      <a:pt x="147300" y="7882"/>
                      <a:pt x="156497" y="7882"/>
                      <a:pt x="163218" y="14259"/>
                    </a:cubicBezTo>
                    <a:cubicBezTo>
                      <a:pt x="147654" y="15676"/>
                      <a:pt x="144117" y="28076"/>
                      <a:pt x="144117" y="33390"/>
                    </a:cubicBezTo>
                    <a:cubicBezTo>
                      <a:pt x="144117" y="41538"/>
                      <a:pt x="150484" y="45789"/>
                      <a:pt x="157204" y="45789"/>
                    </a:cubicBezTo>
                    <a:cubicBezTo>
                      <a:pt x="166401" y="45789"/>
                      <a:pt x="176659" y="37995"/>
                      <a:pt x="176659" y="24533"/>
                    </a:cubicBezTo>
                    <a:cubicBezTo>
                      <a:pt x="176659" y="8236"/>
                      <a:pt x="160388" y="88"/>
                      <a:pt x="145885" y="88"/>
                    </a:cubicBezTo>
                    <a:cubicBezTo>
                      <a:pt x="133859" y="88"/>
                      <a:pt x="111575" y="6465"/>
                      <a:pt x="100963" y="41538"/>
                    </a:cubicBezTo>
                    <a:cubicBezTo>
                      <a:pt x="98841" y="48978"/>
                      <a:pt x="97780" y="52520"/>
                      <a:pt x="89290" y="97159"/>
                    </a:cubicBezTo>
                    <a:lnTo>
                      <a:pt x="64884" y="97159"/>
                    </a:lnTo>
                    <a:cubicBezTo>
                      <a:pt x="58163" y="97159"/>
                      <a:pt x="54272" y="97159"/>
                      <a:pt x="54272" y="103890"/>
                    </a:cubicBezTo>
                    <a:cubicBezTo>
                      <a:pt x="54272" y="108141"/>
                      <a:pt x="57456" y="108141"/>
                      <a:pt x="64177" y="108141"/>
                    </a:cubicBezTo>
                    <a:lnTo>
                      <a:pt x="87522" y="108141"/>
                    </a:lnTo>
                    <a:lnTo>
                      <a:pt x="60993" y="248078"/>
                    </a:lnTo>
                    <a:cubicBezTo>
                      <a:pt x="54626" y="282443"/>
                      <a:pt x="48613" y="314681"/>
                      <a:pt x="30220" y="314681"/>
                    </a:cubicBezTo>
                    <a:cubicBezTo>
                      <a:pt x="28805" y="314681"/>
                      <a:pt x="19962" y="314681"/>
                      <a:pt x="13241" y="308304"/>
                    </a:cubicBezTo>
                    <a:cubicBezTo>
                      <a:pt x="29512" y="307242"/>
                      <a:pt x="32696" y="294488"/>
                      <a:pt x="32696" y="289174"/>
                    </a:cubicBezTo>
                    <a:cubicBezTo>
                      <a:pt x="32696" y="281025"/>
                      <a:pt x="26329" y="276774"/>
                      <a:pt x="19608" y="276774"/>
                    </a:cubicBezTo>
                    <a:cubicBezTo>
                      <a:pt x="10411" y="276774"/>
                      <a:pt x="154" y="284568"/>
                      <a:pt x="154" y="298030"/>
                    </a:cubicBezTo>
                    <a:cubicBezTo>
                      <a:pt x="154" y="313973"/>
                      <a:pt x="15717" y="322475"/>
                      <a:pt x="30220" y="322475"/>
                    </a:cubicBezTo>
                    <a:cubicBezTo>
                      <a:pt x="49674" y="322475"/>
                      <a:pt x="63823" y="301573"/>
                      <a:pt x="70190" y="288111"/>
                    </a:cubicBezTo>
                    <a:cubicBezTo>
                      <a:pt x="81509" y="265792"/>
                      <a:pt x="89644" y="222925"/>
                      <a:pt x="89998" y="220445"/>
                    </a:cubicBezTo>
                    <a:lnTo>
                      <a:pt x="111221" y="108141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B6AF066-E49E-AF5B-5BAC-018676C947E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8215681" y="5390404"/>
                <a:ext cx="62148" cy="128458"/>
              </a:xfrm>
              <a:custGeom>
                <a:avLst/>
                <a:gdLst>
                  <a:gd name="connsiteX0" fmla="*/ 60079 w 62148"/>
                  <a:gd name="connsiteY0" fmla="*/ 21659 h 128458"/>
                  <a:gd name="connsiteX1" fmla="*/ 62308 w 62148"/>
                  <a:gd name="connsiteY1" fmla="*/ 13724 h 128458"/>
                  <a:gd name="connsiteX2" fmla="*/ 47699 w 62148"/>
                  <a:gd name="connsiteY2" fmla="*/ 84 h 128458"/>
                  <a:gd name="connsiteX3" fmla="*/ 34081 w 62148"/>
                  <a:gd name="connsiteY3" fmla="*/ 11740 h 128458"/>
                  <a:gd name="connsiteX4" fmla="*/ 1398 w 62148"/>
                  <a:gd name="connsiteY4" fmla="*/ 119119 h 128458"/>
                  <a:gd name="connsiteX5" fmla="*/ 160 w 62148"/>
                  <a:gd name="connsiteY5" fmla="*/ 123087 h 128458"/>
                  <a:gd name="connsiteX6" fmla="*/ 9816 w 62148"/>
                  <a:gd name="connsiteY6" fmla="*/ 128543 h 128458"/>
                  <a:gd name="connsiteX7" fmla="*/ 13530 w 62148"/>
                  <a:gd name="connsiteY7" fmla="*/ 124327 h 128458"/>
                  <a:gd name="connsiteX8" fmla="*/ 60079 w 62148"/>
                  <a:gd name="connsiteY8" fmla="*/ 21659 h 128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148" h="128458">
                    <a:moveTo>
                      <a:pt x="60079" y="21659"/>
                    </a:moveTo>
                    <a:cubicBezTo>
                      <a:pt x="62060" y="17443"/>
                      <a:pt x="62308" y="15459"/>
                      <a:pt x="62308" y="13724"/>
                    </a:cubicBezTo>
                    <a:cubicBezTo>
                      <a:pt x="62308" y="6036"/>
                      <a:pt x="55375" y="84"/>
                      <a:pt x="47699" y="84"/>
                    </a:cubicBezTo>
                    <a:cubicBezTo>
                      <a:pt x="38290" y="84"/>
                      <a:pt x="35319" y="7772"/>
                      <a:pt x="34081" y="11740"/>
                    </a:cubicBezTo>
                    <a:lnTo>
                      <a:pt x="1398" y="119119"/>
                    </a:lnTo>
                    <a:cubicBezTo>
                      <a:pt x="1150" y="119615"/>
                      <a:pt x="160" y="122839"/>
                      <a:pt x="160" y="123087"/>
                    </a:cubicBezTo>
                    <a:cubicBezTo>
                      <a:pt x="160" y="126063"/>
                      <a:pt x="7835" y="128543"/>
                      <a:pt x="9816" y="128543"/>
                    </a:cubicBezTo>
                    <a:cubicBezTo>
                      <a:pt x="11549" y="128543"/>
                      <a:pt x="11797" y="128047"/>
                      <a:pt x="13530" y="124327"/>
                    </a:cubicBezTo>
                    <a:lnTo>
                      <a:pt x="60079" y="21659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AEABEB6-97D3-73C6-3648-2BCF37ACA449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338051" y="5409602"/>
                <a:ext cx="82062" cy="354271"/>
              </a:xfrm>
              <a:custGeom>
                <a:avLst/>
                <a:gdLst>
                  <a:gd name="connsiteX0" fmla="*/ 82225 w 82062"/>
                  <a:gd name="connsiteY0" fmla="*/ 350817 h 354271"/>
                  <a:gd name="connsiteX1" fmla="*/ 76212 w 82062"/>
                  <a:gd name="connsiteY1" fmla="*/ 343023 h 354271"/>
                  <a:gd name="connsiteX2" fmla="*/ 20678 w 82062"/>
                  <a:gd name="connsiteY2" fmla="*/ 177224 h 354271"/>
                  <a:gd name="connsiteX3" fmla="*/ 77627 w 82062"/>
                  <a:gd name="connsiteY3" fmla="*/ 9653 h 354271"/>
                  <a:gd name="connsiteX4" fmla="*/ 82225 w 82062"/>
                  <a:gd name="connsiteY4" fmla="*/ 3631 h 354271"/>
                  <a:gd name="connsiteX5" fmla="*/ 78688 w 82062"/>
                  <a:gd name="connsiteY5" fmla="*/ 88 h 354271"/>
                  <a:gd name="connsiteX6" fmla="*/ 22447 w 82062"/>
                  <a:gd name="connsiteY6" fmla="*/ 69171 h 354271"/>
                  <a:gd name="connsiteX7" fmla="*/ 162 w 82062"/>
                  <a:gd name="connsiteY7" fmla="*/ 177224 h 354271"/>
                  <a:gd name="connsiteX8" fmla="*/ 23508 w 82062"/>
                  <a:gd name="connsiteY8" fmla="*/ 287757 h 354271"/>
                  <a:gd name="connsiteX9" fmla="*/ 78688 w 82062"/>
                  <a:gd name="connsiteY9" fmla="*/ 354360 h 354271"/>
                  <a:gd name="connsiteX10" fmla="*/ 82225 w 82062"/>
                  <a:gd name="connsiteY10" fmla="*/ 350817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062" h="354271">
                    <a:moveTo>
                      <a:pt x="82225" y="350817"/>
                    </a:moveTo>
                    <a:cubicBezTo>
                      <a:pt x="82225" y="349754"/>
                      <a:pt x="82225" y="349046"/>
                      <a:pt x="76212" y="343023"/>
                    </a:cubicBezTo>
                    <a:cubicBezTo>
                      <a:pt x="31997" y="298385"/>
                      <a:pt x="20678" y="231427"/>
                      <a:pt x="20678" y="177224"/>
                    </a:cubicBezTo>
                    <a:cubicBezTo>
                      <a:pt x="20678" y="115581"/>
                      <a:pt x="34119" y="53937"/>
                      <a:pt x="77627" y="9653"/>
                    </a:cubicBezTo>
                    <a:cubicBezTo>
                      <a:pt x="82225" y="5402"/>
                      <a:pt x="82225" y="4694"/>
                      <a:pt x="82225" y="3631"/>
                    </a:cubicBezTo>
                    <a:cubicBezTo>
                      <a:pt x="82225" y="1151"/>
                      <a:pt x="80810" y="88"/>
                      <a:pt x="78688" y="88"/>
                    </a:cubicBezTo>
                    <a:cubicBezTo>
                      <a:pt x="75151" y="88"/>
                      <a:pt x="43316" y="24179"/>
                      <a:pt x="22447" y="69171"/>
                    </a:cubicBezTo>
                    <a:cubicBezTo>
                      <a:pt x="4407" y="108141"/>
                      <a:pt x="162" y="147465"/>
                      <a:pt x="162" y="177224"/>
                    </a:cubicBezTo>
                    <a:cubicBezTo>
                      <a:pt x="162" y="204857"/>
                      <a:pt x="4053" y="247724"/>
                      <a:pt x="23508" y="287757"/>
                    </a:cubicBezTo>
                    <a:cubicBezTo>
                      <a:pt x="44731" y="331332"/>
                      <a:pt x="75151" y="354360"/>
                      <a:pt x="78688" y="354360"/>
                    </a:cubicBezTo>
                    <a:cubicBezTo>
                      <a:pt x="80810" y="354360"/>
                      <a:pt x="82225" y="353297"/>
                      <a:pt x="82225" y="350817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DD02C4A-7D9E-CA74-4720-EB59DC9469E8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450849" y="5518718"/>
                <a:ext cx="176151" cy="160484"/>
              </a:xfrm>
              <a:custGeom>
                <a:avLst/>
                <a:gdLst>
                  <a:gd name="connsiteX0" fmla="*/ 108050 w 176151"/>
                  <a:gd name="connsiteY0" fmla="*/ 49686 h 160484"/>
                  <a:gd name="connsiteX1" fmla="*/ 143068 w 176151"/>
                  <a:gd name="connsiteY1" fmla="*/ 7882 h 160484"/>
                  <a:gd name="connsiteX2" fmla="*/ 160754 w 176151"/>
                  <a:gd name="connsiteY2" fmla="*/ 12488 h 160484"/>
                  <a:gd name="connsiteX3" fmla="*/ 143776 w 176151"/>
                  <a:gd name="connsiteY3" fmla="*/ 31618 h 160484"/>
                  <a:gd name="connsiteX4" fmla="*/ 157217 w 176151"/>
                  <a:gd name="connsiteY4" fmla="*/ 44018 h 160484"/>
                  <a:gd name="connsiteX5" fmla="*/ 176318 w 176151"/>
                  <a:gd name="connsiteY5" fmla="*/ 23470 h 160484"/>
                  <a:gd name="connsiteX6" fmla="*/ 143422 w 176151"/>
                  <a:gd name="connsiteY6" fmla="*/ 88 h 160484"/>
                  <a:gd name="connsiteX7" fmla="*/ 106282 w 176151"/>
                  <a:gd name="connsiteY7" fmla="*/ 27013 h 160484"/>
                  <a:gd name="connsiteX8" fmla="*/ 68080 w 176151"/>
                  <a:gd name="connsiteY8" fmla="*/ 88 h 160484"/>
                  <a:gd name="connsiteX9" fmla="*/ 11131 w 176151"/>
                  <a:gd name="connsiteY9" fmla="*/ 54646 h 160484"/>
                  <a:gd name="connsiteX10" fmla="*/ 15376 w 176151"/>
                  <a:gd name="connsiteY10" fmla="*/ 58189 h 160484"/>
                  <a:gd name="connsiteX11" fmla="*/ 19974 w 176151"/>
                  <a:gd name="connsiteY11" fmla="*/ 54292 h 160484"/>
                  <a:gd name="connsiteX12" fmla="*/ 67373 w 176151"/>
                  <a:gd name="connsiteY12" fmla="*/ 7882 h 160484"/>
                  <a:gd name="connsiteX13" fmla="*/ 86473 w 176151"/>
                  <a:gd name="connsiteY13" fmla="*/ 31618 h 160484"/>
                  <a:gd name="connsiteX14" fmla="*/ 67373 w 176151"/>
                  <a:gd name="connsiteY14" fmla="*/ 115935 h 160484"/>
                  <a:gd name="connsiteX15" fmla="*/ 33769 w 176151"/>
                  <a:gd name="connsiteY15" fmla="*/ 152779 h 160484"/>
                  <a:gd name="connsiteX16" fmla="*/ 16083 w 176151"/>
                  <a:gd name="connsiteY16" fmla="*/ 148174 h 160484"/>
                  <a:gd name="connsiteX17" fmla="*/ 32708 w 176151"/>
                  <a:gd name="connsiteY17" fmla="*/ 129043 h 160484"/>
                  <a:gd name="connsiteX18" fmla="*/ 19621 w 176151"/>
                  <a:gd name="connsiteY18" fmla="*/ 116644 h 160484"/>
                  <a:gd name="connsiteX19" fmla="*/ 166 w 176151"/>
                  <a:gd name="connsiteY19" fmla="*/ 137191 h 160484"/>
                  <a:gd name="connsiteX20" fmla="*/ 33416 w 176151"/>
                  <a:gd name="connsiteY20" fmla="*/ 160573 h 160484"/>
                  <a:gd name="connsiteX21" fmla="*/ 70556 w 176151"/>
                  <a:gd name="connsiteY21" fmla="*/ 133649 h 160484"/>
                  <a:gd name="connsiteX22" fmla="*/ 108758 w 176151"/>
                  <a:gd name="connsiteY22" fmla="*/ 160573 h 160484"/>
                  <a:gd name="connsiteX23" fmla="*/ 165352 w 176151"/>
                  <a:gd name="connsiteY23" fmla="*/ 106015 h 160484"/>
                  <a:gd name="connsiteX24" fmla="*/ 161108 w 176151"/>
                  <a:gd name="connsiteY24" fmla="*/ 102473 h 160484"/>
                  <a:gd name="connsiteX25" fmla="*/ 156509 w 176151"/>
                  <a:gd name="connsiteY25" fmla="*/ 106370 h 160484"/>
                  <a:gd name="connsiteX26" fmla="*/ 109465 w 176151"/>
                  <a:gd name="connsiteY26" fmla="*/ 152779 h 160484"/>
                  <a:gd name="connsiteX27" fmla="*/ 90011 w 176151"/>
                  <a:gd name="connsiteY27" fmla="*/ 129397 h 160484"/>
                  <a:gd name="connsiteX28" fmla="*/ 96024 w 176151"/>
                  <a:gd name="connsiteY28" fmla="*/ 98221 h 160484"/>
                  <a:gd name="connsiteX29" fmla="*/ 108050 w 176151"/>
                  <a:gd name="connsiteY29" fmla="*/ 49686 h 160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6151" h="160484">
                    <a:moveTo>
                      <a:pt x="108050" y="49686"/>
                    </a:moveTo>
                    <a:cubicBezTo>
                      <a:pt x="110172" y="40475"/>
                      <a:pt x="118308" y="7882"/>
                      <a:pt x="143068" y="7882"/>
                    </a:cubicBezTo>
                    <a:cubicBezTo>
                      <a:pt x="144837" y="7882"/>
                      <a:pt x="153326" y="7882"/>
                      <a:pt x="160754" y="12488"/>
                    </a:cubicBezTo>
                    <a:cubicBezTo>
                      <a:pt x="150850" y="14259"/>
                      <a:pt x="143776" y="23116"/>
                      <a:pt x="143776" y="31618"/>
                    </a:cubicBezTo>
                    <a:cubicBezTo>
                      <a:pt x="143776" y="37287"/>
                      <a:pt x="147667" y="44018"/>
                      <a:pt x="157217" y="44018"/>
                    </a:cubicBezTo>
                    <a:cubicBezTo>
                      <a:pt x="164999" y="44018"/>
                      <a:pt x="176318" y="37641"/>
                      <a:pt x="176318" y="23470"/>
                    </a:cubicBezTo>
                    <a:cubicBezTo>
                      <a:pt x="176318" y="5048"/>
                      <a:pt x="155448" y="88"/>
                      <a:pt x="143422" y="88"/>
                    </a:cubicBezTo>
                    <a:cubicBezTo>
                      <a:pt x="122906" y="88"/>
                      <a:pt x="110526" y="18865"/>
                      <a:pt x="106282" y="27013"/>
                    </a:cubicBezTo>
                    <a:cubicBezTo>
                      <a:pt x="97439" y="3631"/>
                      <a:pt x="78338" y="88"/>
                      <a:pt x="68080" y="88"/>
                    </a:cubicBezTo>
                    <a:cubicBezTo>
                      <a:pt x="31293" y="88"/>
                      <a:pt x="11131" y="45789"/>
                      <a:pt x="11131" y="54646"/>
                    </a:cubicBezTo>
                    <a:cubicBezTo>
                      <a:pt x="11131" y="58189"/>
                      <a:pt x="14669" y="58189"/>
                      <a:pt x="15376" y="58189"/>
                    </a:cubicBezTo>
                    <a:cubicBezTo>
                      <a:pt x="18206" y="58189"/>
                      <a:pt x="19267" y="57480"/>
                      <a:pt x="19974" y="54292"/>
                    </a:cubicBezTo>
                    <a:cubicBezTo>
                      <a:pt x="32001" y="16739"/>
                      <a:pt x="55346" y="7882"/>
                      <a:pt x="67373" y="7882"/>
                    </a:cubicBezTo>
                    <a:cubicBezTo>
                      <a:pt x="74093" y="7882"/>
                      <a:pt x="86473" y="11071"/>
                      <a:pt x="86473" y="31618"/>
                    </a:cubicBezTo>
                    <a:cubicBezTo>
                      <a:pt x="86473" y="42601"/>
                      <a:pt x="80460" y="66337"/>
                      <a:pt x="67373" y="115935"/>
                    </a:cubicBezTo>
                    <a:cubicBezTo>
                      <a:pt x="61713" y="137900"/>
                      <a:pt x="49333" y="152779"/>
                      <a:pt x="33769" y="152779"/>
                    </a:cubicBezTo>
                    <a:cubicBezTo>
                      <a:pt x="31647" y="152779"/>
                      <a:pt x="23512" y="152779"/>
                      <a:pt x="16083" y="148174"/>
                    </a:cubicBezTo>
                    <a:cubicBezTo>
                      <a:pt x="24926" y="146402"/>
                      <a:pt x="32708" y="138963"/>
                      <a:pt x="32708" y="129043"/>
                    </a:cubicBezTo>
                    <a:cubicBezTo>
                      <a:pt x="32708" y="119478"/>
                      <a:pt x="24926" y="116644"/>
                      <a:pt x="19621" y="116644"/>
                    </a:cubicBezTo>
                    <a:cubicBezTo>
                      <a:pt x="9009" y="116644"/>
                      <a:pt x="166" y="125855"/>
                      <a:pt x="166" y="137191"/>
                    </a:cubicBezTo>
                    <a:cubicBezTo>
                      <a:pt x="166" y="153488"/>
                      <a:pt x="17852" y="160573"/>
                      <a:pt x="33416" y="160573"/>
                    </a:cubicBezTo>
                    <a:cubicBezTo>
                      <a:pt x="56761" y="160573"/>
                      <a:pt x="69495" y="135774"/>
                      <a:pt x="70556" y="133649"/>
                    </a:cubicBezTo>
                    <a:cubicBezTo>
                      <a:pt x="74801" y="146757"/>
                      <a:pt x="87535" y="160573"/>
                      <a:pt x="108758" y="160573"/>
                    </a:cubicBezTo>
                    <a:cubicBezTo>
                      <a:pt x="145191" y="160573"/>
                      <a:pt x="165352" y="114872"/>
                      <a:pt x="165352" y="106015"/>
                    </a:cubicBezTo>
                    <a:cubicBezTo>
                      <a:pt x="165352" y="102473"/>
                      <a:pt x="162169" y="102473"/>
                      <a:pt x="161108" y="102473"/>
                    </a:cubicBezTo>
                    <a:cubicBezTo>
                      <a:pt x="157924" y="102473"/>
                      <a:pt x="157217" y="103890"/>
                      <a:pt x="156509" y="106370"/>
                    </a:cubicBezTo>
                    <a:cubicBezTo>
                      <a:pt x="144837" y="144277"/>
                      <a:pt x="120784" y="152779"/>
                      <a:pt x="109465" y="152779"/>
                    </a:cubicBezTo>
                    <a:cubicBezTo>
                      <a:pt x="95670" y="152779"/>
                      <a:pt x="90011" y="141442"/>
                      <a:pt x="90011" y="129397"/>
                    </a:cubicBezTo>
                    <a:cubicBezTo>
                      <a:pt x="90011" y="121603"/>
                      <a:pt x="92133" y="113809"/>
                      <a:pt x="96024" y="98221"/>
                    </a:cubicBezTo>
                    <a:lnTo>
                      <a:pt x="108050" y="49686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AE19CE9-80E5-07F6-78FB-C8F6A75C9E8B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654388" y="5564029"/>
                <a:ext cx="75023" cy="166897"/>
              </a:xfrm>
              <a:custGeom>
                <a:avLst/>
                <a:gdLst>
                  <a:gd name="connsiteX0" fmla="*/ 68758 w 75023"/>
                  <a:gd name="connsiteY0" fmla="*/ 9513 h 166897"/>
                  <a:gd name="connsiteX1" fmla="*/ 58854 w 75023"/>
                  <a:gd name="connsiteY1" fmla="*/ 90 h 166897"/>
                  <a:gd name="connsiteX2" fmla="*/ 44988 w 75023"/>
                  <a:gd name="connsiteY2" fmla="*/ 13729 h 166897"/>
                  <a:gd name="connsiteX3" fmla="*/ 54892 w 75023"/>
                  <a:gd name="connsiteY3" fmla="*/ 23153 h 166897"/>
                  <a:gd name="connsiteX4" fmla="*/ 68758 w 75023"/>
                  <a:gd name="connsiteY4" fmla="*/ 9513 h 166897"/>
                  <a:gd name="connsiteX5" fmla="*/ 18247 w 75023"/>
                  <a:gd name="connsiteY5" fmla="*/ 135492 h 166897"/>
                  <a:gd name="connsiteX6" fmla="*/ 16018 w 75023"/>
                  <a:gd name="connsiteY6" fmla="*/ 145908 h 166897"/>
                  <a:gd name="connsiteX7" fmla="*/ 39541 w 75023"/>
                  <a:gd name="connsiteY7" fmla="*/ 166987 h 166897"/>
                  <a:gd name="connsiteX8" fmla="*/ 75195 w 75023"/>
                  <a:gd name="connsiteY8" fmla="*/ 129044 h 166897"/>
                  <a:gd name="connsiteX9" fmla="*/ 71234 w 75023"/>
                  <a:gd name="connsiteY9" fmla="*/ 125821 h 166897"/>
                  <a:gd name="connsiteX10" fmla="*/ 66529 w 75023"/>
                  <a:gd name="connsiteY10" fmla="*/ 130036 h 166897"/>
                  <a:gd name="connsiteX11" fmla="*/ 40283 w 75023"/>
                  <a:gd name="connsiteY11" fmla="*/ 160043 h 166897"/>
                  <a:gd name="connsiteX12" fmla="*/ 34093 w 75023"/>
                  <a:gd name="connsiteY12" fmla="*/ 151364 h 166897"/>
                  <a:gd name="connsiteX13" fmla="*/ 38055 w 75023"/>
                  <a:gd name="connsiteY13" fmla="*/ 135492 h 166897"/>
                  <a:gd name="connsiteX14" fmla="*/ 45978 w 75023"/>
                  <a:gd name="connsiteY14" fmla="*/ 115653 h 166897"/>
                  <a:gd name="connsiteX15" fmla="*/ 58111 w 75023"/>
                  <a:gd name="connsiteY15" fmla="*/ 84158 h 166897"/>
                  <a:gd name="connsiteX16" fmla="*/ 59596 w 75023"/>
                  <a:gd name="connsiteY16" fmla="*/ 76223 h 166897"/>
                  <a:gd name="connsiteX17" fmla="*/ 36074 w 75023"/>
                  <a:gd name="connsiteY17" fmla="*/ 55143 h 166897"/>
                  <a:gd name="connsiteX18" fmla="*/ 172 w 75023"/>
                  <a:gd name="connsiteY18" fmla="*/ 93086 h 166897"/>
                  <a:gd name="connsiteX19" fmla="*/ 4381 w 75023"/>
                  <a:gd name="connsiteY19" fmla="*/ 96310 h 166897"/>
                  <a:gd name="connsiteX20" fmla="*/ 8838 w 75023"/>
                  <a:gd name="connsiteY20" fmla="*/ 92342 h 166897"/>
                  <a:gd name="connsiteX21" fmla="*/ 35331 w 75023"/>
                  <a:gd name="connsiteY21" fmla="*/ 62087 h 166897"/>
                  <a:gd name="connsiteX22" fmla="*/ 41521 w 75023"/>
                  <a:gd name="connsiteY22" fmla="*/ 70767 h 166897"/>
                  <a:gd name="connsiteX23" fmla="*/ 33846 w 75023"/>
                  <a:gd name="connsiteY23" fmla="*/ 95566 h 166897"/>
                  <a:gd name="connsiteX24" fmla="*/ 18247 w 75023"/>
                  <a:gd name="connsiteY24" fmla="*/ 135492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023" h="166897">
                    <a:moveTo>
                      <a:pt x="68758" y="9513"/>
                    </a:moveTo>
                    <a:cubicBezTo>
                      <a:pt x="68758" y="5545"/>
                      <a:pt x="65787" y="90"/>
                      <a:pt x="58854" y="90"/>
                    </a:cubicBezTo>
                    <a:cubicBezTo>
                      <a:pt x="52168" y="90"/>
                      <a:pt x="44988" y="6537"/>
                      <a:pt x="44988" y="13729"/>
                    </a:cubicBezTo>
                    <a:cubicBezTo>
                      <a:pt x="44988" y="17945"/>
                      <a:pt x="48207" y="23153"/>
                      <a:pt x="54892" y="23153"/>
                    </a:cubicBezTo>
                    <a:cubicBezTo>
                      <a:pt x="62073" y="23153"/>
                      <a:pt x="68758" y="16209"/>
                      <a:pt x="68758" y="9513"/>
                    </a:cubicBezTo>
                    <a:close/>
                    <a:moveTo>
                      <a:pt x="18247" y="135492"/>
                    </a:moveTo>
                    <a:cubicBezTo>
                      <a:pt x="17256" y="138716"/>
                      <a:pt x="16018" y="141692"/>
                      <a:pt x="16018" y="145908"/>
                    </a:cubicBezTo>
                    <a:cubicBezTo>
                      <a:pt x="16018" y="157563"/>
                      <a:pt x="25923" y="166987"/>
                      <a:pt x="39541" y="166987"/>
                    </a:cubicBezTo>
                    <a:cubicBezTo>
                      <a:pt x="64301" y="166987"/>
                      <a:pt x="75195" y="132764"/>
                      <a:pt x="75195" y="129044"/>
                    </a:cubicBezTo>
                    <a:cubicBezTo>
                      <a:pt x="75195" y="125821"/>
                      <a:pt x="71977" y="125821"/>
                      <a:pt x="71234" y="125821"/>
                    </a:cubicBezTo>
                    <a:cubicBezTo>
                      <a:pt x="67767" y="125821"/>
                      <a:pt x="67520" y="127309"/>
                      <a:pt x="66529" y="130036"/>
                    </a:cubicBezTo>
                    <a:cubicBezTo>
                      <a:pt x="60835" y="149876"/>
                      <a:pt x="49940" y="160043"/>
                      <a:pt x="40283" y="160043"/>
                    </a:cubicBezTo>
                    <a:cubicBezTo>
                      <a:pt x="35331" y="160043"/>
                      <a:pt x="34093" y="156819"/>
                      <a:pt x="34093" y="151364"/>
                    </a:cubicBezTo>
                    <a:cubicBezTo>
                      <a:pt x="34093" y="145660"/>
                      <a:pt x="35827" y="140948"/>
                      <a:pt x="38055" y="135492"/>
                    </a:cubicBezTo>
                    <a:cubicBezTo>
                      <a:pt x="40531" y="128796"/>
                      <a:pt x="43255" y="122101"/>
                      <a:pt x="45978" y="115653"/>
                    </a:cubicBezTo>
                    <a:cubicBezTo>
                      <a:pt x="48207" y="109701"/>
                      <a:pt x="57120" y="87134"/>
                      <a:pt x="58111" y="84158"/>
                    </a:cubicBezTo>
                    <a:cubicBezTo>
                      <a:pt x="58854" y="81678"/>
                      <a:pt x="59596" y="78703"/>
                      <a:pt x="59596" y="76223"/>
                    </a:cubicBezTo>
                    <a:cubicBezTo>
                      <a:pt x="59596" y="64567"/>
                      <a:pt x="49692" y="55143"/>
                      <a:pt x="36074" y="55143"/>
                    </a:cubicBezTo>
                    <a:cubicBezTo>
                      <a:pt x="11562" y="55143"/>
                      <a:pt x="172" y="88870"/>
                      <a:pt x="172" y="93086"/>
                    </a:cubicBezTo>
                    <a:cubicBezTo>
                      <a:pt x="172" y="96310"/>
                      <a:pt x="3638" y="96310"/>
                      <a:pt x="4381" y="96310"/>
                    </a:cubicBezTo>
                    <a:cubicBezTo>
                      <a:pt x="7848" y="96310"/>
                      <a:pt x="8095" y="95070"/>
                      <a:pt x="8838" y="92342"/>
                    </a:cubicBezTo>
                    <a:cubicBezTo>
                      <a:pt x="15276" y="71015"/>
                      <a:pt x="26170" y="62087"/>
                      <a:pt x="35331" y="62087"/>
                    </a:cubicBezTo>
                    <a:cubicBezTo>
                      <a:pt x="39293" y="62087"/>
                      <a:pt x="41521" y="64071"/>
                      <a:pt x="41521" y="70767"/>
                    </a:cubicBezTo>
                    <a:cubicBezTo>
                      <a:pt x="41521" y="76471"/>
                      <a:pt x="40036" y="80190"/>
                      <a:pt x="33846" y="95566"/>
                    </a:cubicBezTo>
                    <a:lnTo>
                      <a:pt x="18247" y="135492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7C95FE9-E3C5-2767-7E3A-D50E9F25B4C6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780675" y="5409602"/>
                <a:ext cx="82062" cy="354271"/>
              </a:xfrm>
              <a:custGeom>
                <a:avLst/>
                <a:gdLst>
                  <a:gd name="connsiteX0" fmla="*/ 82238 w 82062"/>
                  <a:gd name="connsiteY0" fmla="*/ 177224 h 354271"/>
                  <a:gd name="connsiteX1" fmla="*/ 58892 w 82062"/>
                  <a:gd name="connsiteY1" fmla="*/ 66691 h 354271"/>
                  <a:gd name="connsiteX2" fmla="*/ 3712 w 82062"/>
                  <a:gd name="connsiteY2" fmla="*/ 88 h 354271"/>
                  <a:gd name="connsiteX3" fmla="*/ 175 w 82062"/>
                  <a:gd name="connsiteY3" fmla="*/ 3631 h 354271"/>
                  <a:gd name="connsiteX4" fmla="*/ 6896 w 82062"/>
                  <a:gd name="connsiteY4" fmla="*/ 11779 h 354271"/>
                  <a:gd name="connsiteX5" fmla="*/ 61722 w 82062"/>
                  <a:gd name="connsiteY5" fmla="*/ 177224 h 354271"/>
                  <a:gd name="connsiteX6" fmla="*/ 4774 w 82062"/>
                  <a:gd name="connsiteY6" fmla="*/ 344794 h 354271"/>
                  <a:gd name="connsiteX7" fmla="*/ 175 w 82062"/>
                  <a:gd name="connsiteY7" fmla="*/ 350817 h 354271"/>
                  <a:gd name="connsiteX8" fmla="*/ 3712 w 82062"/>
                  <a:gd name="connsiteY8" fmla="*/ 354360 h 354271"/>
                  <a:gd name="connsiteX9" fmla="*/ 59954 w 82062"/>
                  <a:gd name="connsiteY9" fmla="*/ 285277 h 354271"/>
                  <a:gd name="connsiteX10" fmla="*/ 82238 w 82062"/>
                  <a:gd name="connsiteY10" fmla="*/ 177224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062" h="354271">
                    <a:moveTo>
                      <a:pt x="82238" y="177224"/>
                    </a:moveTo>
                    <a:cubicBezTo>
                      <a:pt x="82238" y="149591"/>
                      <a:pt x="78347" y="106724"/>
                      <a:pt x="58892" y="66691"/>
                    </a:cubicBezTo>
                    <a:cubicBezTo>
                      <a:pt x="37669" y="23116"/>
                      <a:pt x="7250" y="88"/>
                      <a:pt x="3712" y="88"/>
                    </a:cubicBezTo>
                    <a:cubicBezTo>
                      <a:pt x="1590" y="88"/>
                      <a:pt x="175" y="1505"/>
                      <a:pt x="175" y="3631"/>
                    </a:cubicBezTo>
                    <a:cubicBezTo>
                      <a:pt x="175" y="4694"/>
                      <a:pt x="175" y="5402"/>
                      <a:pt x="6896" y="11779"/>
                    </a:cubicBezTo>
                    <a:cubicBezTo>
                      <a:pt x="41560" y="46852"/>
                      <a:pt x="61722" y="103181"/>
                      <a:pt x="61722" y="177224"/>
                    </a:cubicBezTo>
                    <a:cubicBezTo>
                      <a:pt x="61722" y="237804"/>
                      <a:pt x="48635" y="300156"/>
                      <a:pt x="4774" y="344794"/>
                    </a:cubicBezTo>
                    <a:cubicBezTo>
                      <a:pt x="175" y="349046"/>
                      <a:pt x="175" y="349754"/>
                      <a:pt x="175" y="350817"/>
                    </a:cubicBezTo>
                    <a:cubicBezTo>
                      <a:pt x="175" y="352943"/>
                      <a:pt x="1590" y="354360"/>
                      <a:pt x="3712" y="354360"/>
                    </a:cubicBezTo>
                    <a:cubicBezTo>
                      <a:pt x="7250" y="354360"/>
                      <a:pt x="39084" y="330269"/>
                      <a:pt x="59954" y="285277"/>
                    </a:cubicBezTo>
                    <a:cubicBezTo>
                      <a:pt x="77993" y="246307"/>
                      <a:pt x="82238" y="206983"/>
                      <a:pt x="82238" y="177224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6B5520A-A831-A36A-0CF8-4602A19FD8C7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9016132" y="5545288"/>
                <a:ext cx="235222" cy="82899"/>
              </a:xfrm>
              <a:custGeom>
                <a:avLst/>
                <a:gdLst>
                  <a:gd name="connsiteX0" fmla="*/ 223378 w 235222"/>
                  <a:gd name="connsiteY0" fmla="*/ 14259 h 82899"/>
                  <a:gd name="connsiteX1" fmla="*/ 235404 w 235222"/>
                  <a:gd name="connsiteY1" fmla="*/ 7174 h 82899"/>
                  <a:gd name="connsiteX2" fmla="*/ 223732 w 235222"/>
                  <a:gd name="connsiteY2" fmla="*/ 88 h 82899"/>
                  <a:gd name="connsiteX3" fmla="*/ 11855 w 235222"/>
                  <a:gd name="connsiteY3" fmla="*/ 88 h 82899"/>
                  <a:gd name="connsiteX4" fmla="*/ 182 w 235222"/>
                  <a:gd name="connsiteY4" fmla="*/ 7174 h 82899"/>
                  <a:gd name="connsiteX5" fmla="*/ 12208 w 235222"/>
                  <a:gd name="connsiteY5" fmla="*/ 14259 h 82899"/>
                  <a:gd name="connsiteX6" fmla="*/ 223378 w 235222"/>
                  <a:gd name="connsiteY6" fmla="*/ 14259 h 82899"/>
                  <a:gd name="connsiteX7" fmla="*/ 223732 w 235222"/>
                  <a:gd name="connsiteY7" fmla="*/ 82988 h 82899"/>
                  <a:gd name="connsiteX8" fmla="*/ 235404 w 235222"/>
                  <a:gd name="connsiteY8" fmla="*/ 75902 h 82899"/>
                  <a:gd name="connsiteX9" fmla="*/ 223378 w 235222"/>
                  <a:gd name="connsiteY9" fmla="*/ 68817 h 82899"/>
                  <a:gd name="connsiteX10" fmla="*/ 12208 w 235222"/>
                  <a:gd name="connsiteY10" fmla="*/ 68817 h 82899"/>
                  <a:gd name="connsiteX11" fmla="*/ 182 w 235222"/>
                  <a:gd name="connsiteY11" fmla="*/ 75902 h 82899"/>
                  <a:gd name="connsiteX12" fmla="*/ 11855 w 235222"/>
                  <a:gd name="connsiteY12" fmla="*/ 82988 h 82899"/>
                  <a:gd name="connsiteX13" fmla="*/ 223732 w 235222"/>
                  <a:gd name="connsiteY13" fmla="*/ 82988 h 82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5222" h="82899">
                    <a:moveTo>
                      <a:pt x="223378" y="14259"/>
                    </a:moveTo>
                    <a:cubicBezTo>
                      <a:pt x="228684" y="14259"/>
                      <a:pt x="235404" y="14259"/>
                      <a:pt x="235404" y="7174"/>
                    </a:cubicBezTo>
                    <a:cubicBezTo>
                      <a:pt x="235404" y="88"/>
                      <a:pt x="228684" y="88"/>
                      <a:pt x="223732" y="88"/>
                    </a:cubicBezTo>
                    <a:lnTo>
                      <a:pt x="11855" y="88"/>
                    </a:lnTo>
                    <a:cubicBezTo>
                      <a:pt x="6902" y="88"/>
                      <a:pt x="182" y="88"/>
                      <a:pt x="182" y="7174"/>
                    </a:cubicBezTo>
                    <a:cubicBezTo>
                      <a:pt x="182" y="14259"/>
                      <a:pt x="6902" y="14259"/>
                      <a:pt x="12208" y="14259"/>
                    </a:cubicBezTo>
                    <a:lnTo>
                      <a:pt x="223378" y="14259"/>
                    </a:lnTo>
                    <a:close/>
                    <a:moveTo>
                      <a:pt x="223732" y="82988"/>
                    </a:moveTo>
                    <a:cubicBezTo>
                      <a:pt x="228684" y="82988"/>
                      <a:pt x="235404" y="82988"/>
                      <a:pt x="235404" y="75902"/>
                    </a:cubicBezTo>
                    <a:cubicBezTo>
                      <a:pt x="235404" y="68817"/>
                      <a:pt x="228684" y="68817"/>
                      <a:pt x="223378" y="68817"/>
                    </a:cubicBezTo>
                    <a:lnTo>
                      <a:pt x="12208" y="68817"/>
                    </a:lnTo>
                    <a:cubicBezTo>
                      <a:pt x="6902" y="68817"/>
                      <a:pt x="182" y="68817"/>
                      <a:pt x="182" y="75902"/>
                    </a:cubicBezTo>
                    <a:cubicBezTo>
                      <a:pt x="182" y="82988"/>
                      <a:pt x="6902" y="82988"/>
                      <a:pt x="11855" y="82988"/>
                    </a:cubicBezTo>
                    <a:lnTo>
                      <a:pt x="223732" y="82988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605C12C-86BC-54F5-A5DF-DC02A3FE7509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9416028" y="5161608"/>
                <a:ext cx="172260" cy="849897"/>
              </a:xfrm>
              <a:custGeom>
                <a:avLst/>
                <a:gdLst>
                  <a:gd name="connsiteX0" fmla="*/ 101002 w 172260"/>
                  <a:gd name="connsiteY0" fmla="*/ 541755 h 849897"/>
                  <a:gd name="connsiteX1" fmla="*/ 78718 w 172260"/>
                  <a:gd name="connsiteY1" fmla="*/ 470192 h 849897"/>
                  <a:gd name="connsiteX2" fmla="*/ 20354 w 172260"/>
                  <a:gd name="connsiteY2" fmla="*/ 425200 h 849897"/>
                  <a:gd name="connsiteX3" fmla="*/ 101002 w 172260"/>
                  <a:gd name="connsiteY3" fmla="*/ 320690 h 849897"/>
                  <a:gd name="connsiteX4" fmla="*/ 101002 w 172260"/>
                  <a:gd name="connsiteY4" fmla="*/ 116629 h 849897"/>
                  <a:gd name="connsiteX5" fmla="*/ 169623 w 172260"/>
                  <a:gd name="connsiteY5" fmla="*/ 15308 h 849897"/>
                  <a:gd name="connsiteX6" fmla="*/ 172453 w 172260"/>
                  <a:gd name="connsiteY6" fmla="*/ 7868 h 849897"/>
                  <a:gd name="connsiteX7" fmla="*/ 164671 w 172260"/>
                  <a:gd name="connsiteY7" fmla="*/ 74 h 849897"/>
                  <a:gd name="connsiteX8" fmla="*/ 149815 w 172260"/>
                  <a:gd name="connsiteY8" fmla="*/ 4325 h 849897"/>
                  <a:gd name="connsiteX9" fmla="*/ 72705 w 172260"/>
                  <a:gd name="connsiteY9" fmla="*/ 92893 h 849897"/>
                  <a:gd name="connsiteX10" fmla="*/ 71643 w 172260"/>
                  <a:gd name="connsiteY10" fmla="*/ 126903 h 849897"/>
                  <a:gd name="connsiteX11" fmla="*/ 71643 w 172260"/>
                  <a:gd name="connsiteY11" fmla="*/ 290577 h 849897"/>
                  <a:gd name="connsiteX12" fmla="*/ 71290 w 172260"/>
                  <a:gd name="connsiteY12" fmla="*/ 323878 h 849897"/>
                  <a:gd name="connsiteX13" fmla="*/ 6206 w 172260"/>
                  <a:gd name="connsiteY13" fmla="*/ 415635 h 849897"/>
                  <a:gd name="connsiteX14" fmla="*/ 192 w 172260"/>
                  <a:gd name="connsiteY14" fmla="*/ 424846 h 849897"/>
                  <a:gd name="connsiteX15" fmla="*/ 5498 w 172260"/>
                  <a:gd name="connsiteY15" fmla="*/ 434057 h 849897"/>
                  <a:gd name="connsiteX16" fmla="*/ 70229 w 172260"/>
                  <a:gd name="connsiteY16" fmla="*/ 516956 h 849897"/>
                  <a:gd name="connsiteX17" fmla="*/ 71643 w 172260"/>
                  <a:gd name="connsiteY17" fmla="*/ 529710 h 849897"/>
                  <a:gd name="connsiteX18" fmla="*/ 71643 w 172260"/>
                  <a:gd name="connsiteY18" fmla="*/ 740147 h 849897"/>
                  <a:gd name="connsiteX19" fmla="*/ 150876 w 172260"/>
                  <a:gd name="connsiteY19" fmla="*/ 846074 h 849897"/>
                  <a:gd name="connsiteX20" fmla="*/ 164671 w 172260"/>
                  <a:gd name="connsiteY20" fmla="*/ 849971 h 849897"/>
                  <a:gd name="connsiteX21" fmla="*/ 172453 w 172260"/>
                  <a:gd name="connsiteY21" fmla="*/ 842177 h 849897"/>
                  <a:gd name="connsiteX22" fmla="*/ 169270 w 172260"/>
                  <a:gd name="connsiteY22" fmla="*/ 834384 h 849897"/>
                  <a:gd name="connsiteX23" fmla="*/ 101709 w 172260"/>
                  <a:gd name="connsiteY23" fmla="*/ 753255 h 849897"/>
                  <a:gd name="connsiteX24" fmla="*/ 101002 w 172260"/>
                  <a:gd name="connsiteY24" fmla="*/ 723142 h 849897"/>
                  <a:gd name="connsiteX25" fmla="*/ 101002 w 172260"/>
                  <a:gd name="connsiteY25" fmla="*/ 541755 h 849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260" h="849897">
                    <a:moveTo>
                      <a:pt x="101002" y="541755"/>
                    </a:moveTo>
                    <a:cubicBezTo>
                      <a:pt x="101002" y="525105"/>
                      <a:pt x="101002" y="498888"/>
                      <a:pt x="78718" y="470192"/>
                    </a:cubicBezTo>
                    <a:cubicBezTo>
                      <a:pt x="64923" y="452479"/>
                      <a:pt x="44761" y="436182"/>
                      <a:pt x="20354" y="425200"/>
                    </a:cubicBezTo>
                    <a:cubicBezTo>
                      <a:pt x="89329" y="391898"/>
                      <a:pt x="101002" y="340883"/>
                      <a:pt x="101002" y="320690"/>
                    </a:cubicBezTo>
                    <a:lnTo>
                      <a:pt x="101002" y="116629"/>
                    </a:lnTo>
                    <a:cubicBezTo>
                      <a:pt x="101002" y="94665"/>
                      <a:pt x="101002" y="49318"/>
                      <a:pt x="169623" y="15308"/>
                    </a:cubicBezTo>
                    <a:cubicBezTo>
                      <a:pt x="172453" y="13891"/>
                      <a:pt x="172453" y="13182"/>
                      <a:pt x="172453" y="7868"/>
                    </a:cubicBezTo>
                    <a:cubicBezTo>
                      <a:pt x="172453" y="428"/>
                      <a:pt x="172453" y="74"/>
                      <a:pt x="164671" y="74"/>
                    </a:cubicBezTo>
                    <a:cubicBezTo>
                      <a:pt x="159719" y="74"/>
                      <a:pt x="159012" y="74"/>
                      <a:pt x="149815" y="4325"/>
                    </a:cubicBezTo>
                    <a:cubicBezTo>
                      <a:pt x="114797" y="21685"/>
                      <a:pt x="80133" y="49672"/>
                      <a:pt x="72705" y="92893"/>
                    </a:cubicBezTo>
                    <a:cubicBezTo>
                      <a:pt x="71643" y="99979"/>
                      <a:pt x="71643" y="103167"/>
                      <a:pt x="71643" y="126903"/>
                    </a:cubicBezTo>
                    <a:lnTo>
                      <a:pt x="71643" y="290577"/>
                    </a:lnTo>
                    <a:cubicBezTo>
                      <a:pt x="71643" y="301559"/>
                      <a:pt x="71643" y="319981"/>
                      <a:pt x="71290" y="323878"/>
                    </a:cubicBezTo>
                    <a:cubicBezTo>
                      <a:pt x="68106" y="361077"/>
                      <a:pt x="46529" y="393315"/>
                      <a:pt x="6206" y="415635"/>
                    </a:cubicBezTo>
                    <a:cubicBezTo>
                      <a:pt x="546" y="418823"/>
                      <a:pt x="192" y="419177"/>
                      <a:pt x="192" y="424846"/>
                    </a:cubicBezTo>
                    <a:cubicBezTo>
                      <a:pt x="192" y="430868"/>
                      <a:pt x="546" y="431223"/>
                      <a:pt x="5498" y="434057"/>
                    </a:cubicBezTo>
                    <a:cubicBezTo>
                      <a:pt x="29197" y="447165"/>
                      <a:pt x="63154" y="472672"/>
                      <a:pt x="70229" y="516956"/>
                    </a:cubicBezTo>
                    <a:cubicBezTo>
                      <a:pt x="71643" y="525105"/>
                      <a:pt x="71643" y="525813"/>
                      <a:pt x="71643" y="529710"/>
                    </a:cubicBezTo>
                    <a:lnTo>
                      <a:pt x="71643" y="740147"/>
                    </a:lnTo>
                    <a:cubicBezTo>
                      <a:pt x="71643" y="791517"/>
                      <a:pt x="107015" y="825172"/>
                      <a:pt x="150876" y="846074"/>
                    </a:cubicBezTo>
                    <a:cubicBezTo>
                      <a:pt x="158658" y="849971"/>
                      <a:pt x="159365" y="849971"/>
                      <a:pt x="164671" y="849971"/>
                    </a:cubicBezTo>
                    <a:cubicBezTo>
                      <a:pt x="172099" y="849971"/>
                      <a:pt x="172453" y="849971"/>
                      <a:pt x="172453" y="842177"/>
                    </a:cubicBezTo>
                    <a:cubicBezTo>
                      <a:pt x="172453" y="836509"/>
                      <a:pt x="172099" y="836155"/>
                      <a:pt x="169270" y="834384"/>
                    </a:cubicBezTo>
                    <a:cubicBezTo>
                      <a:pt x="154767" y="827298"/>
                      <a:pt x="109137" y="804270"/>
                      <a:pt x="101709" y="753255"/>
                    </a:cubicBezTo>
                    <a:cubicBezTo>
                      <a:pt x="101002" y="748296"/>
                      <a:pt x="101002" y="744399"/>
                      <a:pt x="101002" y="723142"/>
                    </a:cubicBezTo>
                    <a:lnTo>
                      <a:pt x="101002" y="541755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8A3AA1A-299C-6F67-617C-B2051F3F6D5B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9687684" y="5279051"/>
                <a:ext cx="163063" cy="229213"/>
              </a:xfrm>
              <a:custGeom>
                <a:avLst/>
                <a:gdLst>
                  <a:gd name="connsiteX0" fmla="*/ 161850 w 163063"/>
                  <a:gd name="connsiteY0" fmla="*/ 21692 h 229213"/>
                  <a:gd name="connsiteX1" fmla="*/ 163265 w 163063"/>
                  <a:gd name="connsiteY1" fmla="*/ 13544 h 229213"/>
                  <a:gd name="connsiteX2" fmla="*/ 153007 w 163063"/>
                  <a:gd name="connsiteY2" fmla="*/ 3978 h 229213"/>
                  <a:gd name="connsiteX3" fmla="*/ 140627 w 163063"/>
                  <a:gd name="connsiteY3" fmla="*/ 11418 h 229213"/>
                  <a:gd name="connsiteX4" fmla="*/ 135675 w 163063"/>
                  <a:gd name="connsiteY4" fmla="*/ 30549 h 229213"/>
                  <a:gd name="connsiteX5" fmla="*/ 128601 w 163063"/>
                  <a:gd name="connsiteY5" fmla="*/ 58890 h 229213"/>
                  <a:gd name="connsiteX6" fmla="*/ 112683 w 163063"/>
                  <a:gd name="connsiteY6" fmla="*/ 122659 h 229213"/>
                  <a:gd name="connsiteX7" fmla="*/ 72713 w 163063"/>
                  <a:gd name="connsiteY7" fmla="*/ 152772 h 229213"/>
                  <a:gd name="connsiteX8" fmla="*/ 50783 w 163063"/>
                  <a:gd name="connsiteY8" fmla="*/ 124076 h 229213"/>
                  <a:gd name="connsiteX9" fmla="*/ 68822 w 163063"/>
                  <a:gd name="connsiteY9" fmla="*/ 54639 h 229213"/>
                  <a:gd name="connsiteX10" fmla="*/ 75897 w 163063"/>
                  <a:gd name="connsiteY10" fmla="*/ 29132 h 229213"/>
                  <a:gd name="connsiteX11" fmla="*/ 46892 w 163063"/>
                  <a:gd name="connsiteY11" fmla="*/ 81 h 229213"/>
                  <a:gd name="connsiteX12" fmla="*/ 201 w 163063"/>
                  <a:gd name="connsiteY12" fmla="*/ 54639 h 229213"/>
                  <a:gd name="connsiteX13" fmla="*/ 4446 w 163063"/>
                  <a:gd name="connsiteY13" fmla="*/ 58182 h 229213"/>
                  <a:gd name="connsiteX14" fmla="*/ 10105 w 163063"/>
                  <a:gd name="connsiteY14" fmla="*/ 51805 h 229213"/>
                  <a:gd name="connsiteX15" fmla="*/ 45831 w 163063"/>
                  <a:gd name="connsiteY15" fmla="*/ 7875 h 229213"/>
                  <a:gd name="connsiteX16" fmla="*/ 54674 w 163063"/>
                  <a:gd name="connsiteY16" fmla="*/ 19212 h 229213"/>
                  <a:gd name="connsiteX17" fmla="*/ 48660 w 163063"/>
                  <a:gd name="connsiteY17" fmla="*/ 44011 h 229213"/>
                  <a:gd name="connsiteX18" fmla="*/ 28145 w 163063"/>
                  <a:gd name="connsiteY18" fmla="*/ 118408 h 229213"/>
                  <a:gd name="connsiteX19" fmla="*/ 71298 w 163063"/>
                  <a:gd name="connsiteY19" fmla="*/ 160566 h 229213"/>
                  <a:gd name="connsiteX20" fmla="*/ 107024 w 163063"/>
                  <a:gd name="connsiteY20" fmla="*/ 144624 h 229213"/>
                  <a:gd name="connsiteX21" fmla="*/ 84032 w 163063"/>
                  <a:gd name="connsiteY21" fmla="*/ 199182 h 229213"/>
                  <a:gd name="connsiteX22" fmla="*/ 45123 w 163063"/>
                  <a:gd name="connsiteY22" fmla="*/ 221501 h 229213"/>
                  <a:gd name="connsiteX23" fmla="*/ 18241 w 163063"/>
                  <a:gd name="connsiteY23" fmla="*/ 206622 h 229213"/>
                  <a:gd name="connsiteX24" fmla="*/ 33451 w 163063"/>
                  <a:gd name="connsiteY24" fmla="*/ 202370 h 229213"/>
                  <a:gd name="connsiteX25" fmla="*/ 40525 w 163063"/>
                  <a:gd name="connsiteY25" fmla="*/ 187845 h 229213"/>
                  <a:gd name="connsiteX26" fmla="*/ 27437 w 163063"/>
                  <a:gd name="connsiteY26" fmla="*/ 175446 h 229213"/>
                  <a:gd name="connsiteX27" fmla="*/ 7629 w 163063"/>
                  <a:gd name="connsiteY27" fmla="*/ 198473 h 229213"/>
                  <a:gd name="connsiteX28" fmla="*/ 45123 w 163063"/>
                  <a:gd name="connsiteY28" fmla="*/ 229295 h 229213"/>
                  <a:gd name="connsiteX29" fmla="*/ 127893 w 163063"/>
                  <a:gd name="connsiteY29" fmla="*/ 157024 h 229213"/>
                  <a:gd name="connsiteX30" fmla="*/ 161850 w 163063"/>
                  <a:gd name="connsiteY30" fmla="*/ 21692 h 22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063" h="229213">
                    <a:moveTo>
                      <a:pt x="161850" y="21692"/>
                    </a:moveTo>
                    <a:cubicBezTo>
                      <a:pt x="163265" y="16732"/>
                      <a:pt x="163265" y="16024"/>
                      <a:pt x="163265" y="13544"/>
                    </a:cubicBezTo>
                    <a:cubicBezTo>
                      <a:pt x="163265" y="7167"/>
                      <a:pt x="158313" y="3978"/>
                      <a:pt x="153007" y="3978"/>
                    </a:cubicBezTo>
                    <a:cubicBezTo>
                      <a:pt x="149470" y="3978"/>
                      <a:pt x="143810" y="6104"/>
                      <a:pt x="140627" y="11418"/>
                    </a:cubicBezTo>
                    <a:cubicBezTo>
                      <a:pt x="139920" y="13189"/>
                      <a:pt x="137090" y="24172"/>
                      <a:pt x="135675" y="30549"/>
                    </a:cubicBezTo>
                    <a:cubicBezTo>
                      <a:pt x="133199" y="39760"/>
                      <a:pt x="130723" y="49325"/>
                      <a:pt x="128601" y="58890"/>
                    </a:cubicBezTo>
                    <a:lnTo>
                      <a:pt x="112683" y="122659"/>
                    </a:lnTo>
                    <a:cubicBezTo>
                      <a:pt x="111268" y="127973"/>
                      <a:pt x="96059" y="152772"/>
                      <a:pt x="72713" y="152772"/>
                    </a:cubicBezTo>
                    <a:cubicBezTo>
                      <a:pt x="54674" y="152772"/>
                      <a:pt x="50783" y="137185"/>
                      <a:pt x="50783" y="124076"/>
                    </a:cubicBezTo>
                    <a:cubicBezTo>
                      <a:pt x="50783" y="107780"/>
                      <a:pt x="56796" y="85815"/>
                      <a:pt x="68822" y="54639"/>
                    </a:cubicBezTo>
                    <a:cubicBezTo>
                      <a:pt x="74482" y="40114"/>
                      <a:pt x="75897" y="36217"/>
                      <a:pt x="75897" y="29132"/>
                    </a:cubicBezTo>
                    <a:cubicBezTo>
                      <a:pt x="75897" y="13189"/>
                      <a:pt x="64578" y="81"/>
                      <a:pt x="46892" y="81"/>
                    </a:cubicBezTo>
                    <a:cubicBezTo>
                      <a:pt x="13289" y="81"/>
                      <a:pt x="201" y="51451"/>
                      <a:pt x="201" y="54639"/>
                    </a:cubicBezTo>
                    <a:cubicBezTo>
                      <a:pt x="201" y="58182"/>
                      <a:pt x="3738" y="58182"/>
                      <a:pt x="4446" y="58182"/>
                    </a:cubicBezTo>
                    <a:cubicBezTo>
                      <a:pt x="7983" y="58182"/>
                      <a:pt x="8337" y="57473"/>
                      <a:pt x="10105" y="51805"/>
                    </a:cubicBezTo>
                    <a:cubicBezTo>
                      <a:pt x="19656" y="18504"/>
                      <a:pt x="33804" y="7875"/>
                      <a:pt x="45831" y="7875"/>
                    </a:cubicBezTo>
                    <a:cubicBezTo>
                      <a:pt x="48660" y="7875"/>
                      <a:pt x="54674" y="7875"/>
                      <a:pt x="54674" y="19212"/>
                    </a:cubicBezTo>
                    <a:cubicBezTo>
                      <a:pt x="54674" y="28069"/>
                      <a:pt x="51136" y="37280"/>
                      <a:pt x="48660" y="44011"/>
                    </a:cubicBezTo>
                    <a:cubicBezTo>
                      <a:pt x="34512" y="81564"/>
                      <a:pt x="28145" y="101757"/>
                      <a:pt x="28145" y="118408"/>
                    </a:cubicBezTo>
                    <a:cubicBezTo>
                      <a:pt x="28145" y="149938"/>
                      <a:pt x="50429" y="160566"/>
                      <a:pt x="71298" y="160566"/>
                    </a:cubicBezTo>
                    <a:cubicBezTo>
                      <a:pt x="85093" y="160566"/>
                      <a:pt x="97120" y="154544"/>
                      <a:pt x="107024" y="144624"/>
                    </a:cubicBezTo>
                    <a:cubicBezTo>
                      <a:pt x="102426" y="163046"/>
                      <a:pt x="98181" y="180406"/>
                      <a:pt x="84032" y="199182"/>
                    </a:cubicBezTo>
                    <a:cubicBezTo>
                      <a:pt x="74836" y="211227"/>
                      <a:pt x="61394" y="221501"/>
                      <a:pt x="45123" y="221501"/>
                    </a:cubicBezTo>
                    <a:cubicBezTo>
                      <a:pt x="40171" y="221501"/>
                      <a:pt x="24254" y="220438"/>
                      <a:pt x="18241" y="206622"/>
                    </a:cubicBezTo>
                    <a:cubicBezTo>
                      <a:pt x="23900" y="206622"/>
                      <a:pt x="28498" y="206622"/>
                      <a:pt x="33451" y="202370"/>
                    </a:cubicBezTo>
                    <a:cubicBezTo>
                      <a:pt x="36988" y="199182"/>
                      <a:pt x="40525" y="194576"/>
                      <a:pt x="40525" y="187845"/>
                    </a:cubicBezTo>
                    <a:cubicBezTo>
                      <a:pt x="40525" y="176863"/>
                      <a:pt x="30974" y="175446"/>
                      <a:pt x="27437" y="175446"/>
                    </a:cubicBezTo>
                    <a:cubicBezTo>
                      <a:pt x="19302" y="175446"/>
                      <a:pt x="7629" y="181114"/>
                      <a:pt x="7629" y="198473"/>
                    </a:cubicBezTo>
                    <a:cubicBezTo>
                      <a:pt x="7629" y="216187"/>
                      <a:pt x="23193" y="229295"/>
                      <a:pt x="45123" y="229295"/>
                    </a:cubicBezTo>
                    <a:cubicBezTo>
                      <a:pt x="81556" y="229295"/>
                      <a:pt x="117989" y="197056"/>
                      <a:pt x="127893" y="157024"/>
                    </a:cubicBezTo>
                    <a:lnTo>
                      <a:pt x="161850" y="21692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E88E0A0-02CD-E1A8-6FCD-F9BE95072234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9862485" y="5324361"/>
                <a:ext cx="75023" cy="166897"/>
              </a:xfrm>
              <a:custGeom>
                <a:avLst/>
                <a:gdLst>
                  <a:gd name="connsiteX0" fmla="*/ 68792 w 75023"/>
                  <a:gd name="connsiteY0" fmla="*/ 9507 h 166897"/>
                  <a:gd name="connsiteX1" fmla="*/ 58888 w 75023"/>
                  <a:gd name="connsiteY1" fmla="*/ 83 h 166897"/>
                  <a:gd name="connsiteX2" fmla="*/ 45022 w 75023"/>
                  <a:gd name="connsiteY2" fmla="*/ 13722 h 166897"/>
                  <a:gd name="connsiteX3" fmla="*/ 54926 w 75023"/>
                  <a:gd name="connsiteY3" fmla="*/ 23146 h 166897"/>
                  <a:gd name="connsiteX4" fmla="*/ 68792 w 75023"/>
                  <a:gd name="connsiteY4" fmla="*/ 9507 h 166897"/>
                  <a:gd name="connsiteX5" fmla="*/ 18281 w 75023"/>
                  <a:gd name="connsiteY5" fmla="*/ 135485 h 166897"/>
                  <a:gd name="connsiteX6" fmla="*/ 16052 w 75023"/>
                  <a:gd name="connsiteY6" fmla="*/ 145901 h 166897"/>
                  <a:gd name="connsiteX7" fmla="*/ 39575 w 75023"/>
                  <a:gd name="connsiteY7" fmla="*/ 166980 h 166897"/>
                  <a:gd name="connsiteX8" fmla="*/ 75229 w 75023"/>
                  <a:gd name="connsiteY8" fmla="*/ 129038 h 166897"/>
                  <a:gd name="connsiteX9" fmla="*/ 71268 w 75023"/>
                  <a:gd name="connsiteY9" fmla="*/ 125814 h 166897"/>
                  <a:gd name="connsiteX10" fmla="*/ 66563 w 75023"/>
                  <a:gd name="connsiteY10" fmla="*/ 130030 h 166897"/>
                  <a:gd name="connsiteX11" fmla="*/ 40318 w 75023"/>
                  <a:gd name="connsiteY11" fmla="*/ 160037 h 166897"/>
                  <a:gd name="connsiteX12" fmla="*/ 34127 w 75023"/>
                  <a:gd name="connsiteY12" fmla="*/ 151357 h 166897"/>
                  <a:gd name="connsiteX13" fmla="*/ 38089 w 75023"/>
                  <a:gd name="connsiteY13" fmla="*/ 135485 h 166897"/>
                  <a:gd name="connsiteX14" fmla="*/ 46012 w 75023"/>
                  <a:gd name="connsiteY14" fmla="*/ 115646 h 166897"/>
                  <a:gd name="connsiteX15" fmla="*/ 58145 w 75023"/>
                  <a:gd name="connsiteY15" fmla="*/ 84152 h 166897"/>
                  <a:gd name="connsiteX16" fmla="*/ 59631 w 75023"/>
                  <a:gd name="connsiteY16" fmla="*/ 76216 h 166897"/>
                  <a:gd name="connsiteX17" fmla="*/ 36108 w 75023"/>
                  <a:gd name="connsiteY17" fmla="*/ 55137 h 166897"/>
                  <a:gd name="connsiteX18" fmla="*/ 206 w 75023"/>
                  <a:gd name="connsiteY18" fmla="*/ 93079 h 166897"/>
                  <a:gd name="connsiteX19" fmla="*/ 4415 w 75023"/>
                  <a:gd name="connsiteY19" fmla="*/ 96303 h 166897"/>
                  <a:gd name="connsiteX20" fmla="*/ 8872 w 75023"/>
                  <a:gd name="connsiteY20" fmla="*/ 92335 h 166897"/>
                  <a:gd name="connsiteX21" fmla="*/ 35365 w 75023"/>
                  <a:gd name="connsiteY21" fmla="*/ 62080 h 166897"/>
                  <a:gd name="connsiteX22" fmla="*/ 41556 w 75023"/>
                  <a:gd name="connsiteY22" fmla="*/ 70760 h 166897"/>
                  <a:gd name="connsiteX23" fmla="*/ 33880 w 75023"/>
                  <a:gd name="connsiteY23" fmla="*/ 95559 h 166897"/>
                  <a:gd name="connsiteX24" fmla="*/ 18281 w 75023"/>
                  <a:gd name="connsiteY24" fmla="*/ 135485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023" h="166897">
                    <a:moveTo>
                      <a:pt x="68792" y="9507"/>
                    </a:moveTo>
                    <a:cubicBezTo>
                      <a:pt x="68792" y="5539"/>
                      <a:pt x="65821" y="83"/>
                      <a:pt x="58888" y="83"/>
                    </a:cubicBezTo>
                    <a:cubicBezTo>
                      <a:pt x="52202" y="83"/>
                      <a:pt x="45022" y="6531"/>
                      <a:pt x="45022" y="13722"/>
                    </a:cubicBezTo>
                    <a:cubicBezTo>
                      <a:pt x="45022" y="17938"/>
                      <a:pt x="48241" y="23146"/>
                      <a:pt x="54926" y="23146"/>
                    </a:cubicBezTo>
                    <a:cubicBezTo>
                      <a:pt x="62107" y="23146"/>
                      <a:pt x="68792" y="16202"/>
                      <a:pt x="68792" y="9507"/>
                    </a:cubicBezTo>
                    <a:close/>
                    <a:moveTo>
                      <a:pt x="18281" y="135485"/>
                    </a:moveTo>
                    <a:cubicBezTo>
                      <a:pt x="17290" y="138709"/>
                      <a:pt x="16052" y="141685"/>
                      <a:pt x="16052" y="145901"/>
                    </a:cubicBezTo>
                    <a:cubicBezTo>
                      <a:pt x="16052" y="157557"/>
                      <a:pt x="25957" y="166980"/>
                      <a:pt x="39575" y="166980"/>
                    </a:cubicBezTo>
                    <a:cubicBezTo>
                      <a:pt x="64335" y="166980"/>
                      <a:pt x="75229" y="132758"/>
                      <a:pt x="75229" y="129038"/>
                    </a:cubicBezTo>
                    <a:cubicBezTo>
                      <a:pt x="75229" y="125814"/>
                      <a:pt x="72011" y="125814"/>
                      <a:pt x="71268" y="125814"/>
                    </a:cubicBezTo>
                    <a:cubicBezTo>
                      <a:pt x="67801" y="125814"/>
                      <a:pt x="67554" y="127302"/>
                      <a:pt x="66563" y="130030"/>
                    </a:cubicBezTo>
                    <a:cubicBezTo>
                      <a:pt x="60869" y="149869"/>
                      <a:pt x="49974" y="160037"/>
                      <a:pt x="40318" y="160037"/>
                    </a:cubicBezTo>
                    <a:cubicBezTo>
                      <a:pt x="35365" y="160037"/>
                      <a:pt x="34127" y="156813"/>
                      <a:pt x="34127" y="151357"/>
                    </a:cubicBezTo>
                    <a:cubicBezTo>
                      <a:pt x="34127" y="145653"/>
                      <a:pt x="35861" y="140941"/>
                      <a:pt x="38089" y="135485"/>
                    </a:cubicBezTo>
                    <a:cubicBezTo>
                      <a:pt x="40565" y="128790"/>
                      <a:pt x="43289" y="122094"/>
                      <a:pt x="46012" y="115646"/>
                    </a:cubicBezTo>
                    <a:cubicBezTo>
                      <a:pt x="48241" y="109695"/>
                      <a:pt x="57155" y="87127"/>
                      <a:pt x="58145" y="84152"/>
                    </a:cubicBezTo>
                    <a:cubicBezTo>
                      <a:pt x="58888" y="81672"/>
                      <a:pt x="59631" y="78696"/>
                      <a:pt x="59631" y="76216"/>
                    </a:cubicBezTo>
                    <a:cubicBezTo>
                      <a:pt x="59631" y="64560"/>
                      <a:pt x="49726" y="55137"/>
                      <a:pt x="36108" y="55137"/>
                    </a:cubicBezTo>
                    <a:cubicBezTo>
                      <a:pt x="11596" y="55137"/>
                      <a:pt x="206" y="88863"/>
                      <a:pt x="206" y="93079"/>
                    </a:cubicBezTo>
                    <a:cubicBezTo>
                      <a:pt x="206" y="96303"/>
                      <a:pt x="3672" y="96303"/>
                      <a:pt x="4415" y="96303"/>
                    </a:cubicBezTo>
                    <a:cubicBezTo>
                      <a:pt x="7882" y="96303"/>
                      <a:pt x="8129" y="95063"/>
                      <a:pt x="8872" y="92335"/>
                    </a:cubicBezTo>
                    <a:cubicBezTo>
                      <a:pt x="15310" y="71008"/>
                      <a:pt x="26204" y="62080"/>
                      <a:pt x="35365" y="62080"/>
                    </a:cubicBezTo>
                    <a:cubicBezTo>
                      <a:pt x="39327" y="62080"/>
                      <a:pt x="41556" y="64064"/>
                      <a:pt x="41556" y="70760"/>
                    </a:cubicBezTo>
                    <a:cubicBezTo>
                      <a:pt x="41556" y="76464"/>
                      <a:pt x="40070" y="80184"/>
                      <a:pt x="33880" y="95559"/>
                    </a:cubicBezTo>
                    <a:lnTo>
                      <a:pt x="18281" y="135485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A5614DB-6BA0-140A-3E18-36A3BC8EF500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9968257" y="5335273"/>
                <a:ext cx="182235" cy="182768"/>
              </a:xfrm>
              <a:custGeom>
                <a:avLst/>
                <a:gdLst>
                  <a:gd name="connsiteX0" fmla="*/ 97517 w 182235"/>
                  <a:gd name="connsiteY0" fmla="*/ 97543 h 182768"/>
                  <a:gd name="connsiteX1" fmla="*/ 173283 w 182235"/>
                  <a:gd name="connsiteY1" fmla="*/ 97543 h 182768"/>
                  <a:gd name="connsiteX2" fmla="*/ 182444 w 182235"/>
                  <a:gd name="connsiteY2" fmla="*/ 91591 h 182768"/>
                  <a:gd name="connsiteX3" fmla="*/ 173283 w 182235"/>
                  <a:gd name="connsiteY3" fmla="*/ 85392 h 182768"/>
                  <a:gd name="connsiteX4" fmla="*/ 97517 w 182235"/>
                  <a:gd name="connsiteY4" fmla="*/ 85392 h 182768"/>
                  <a:gd name="connsiteX5" fmla="*/ 97517 w 182235"/>
                  <a:gd name="connsiteY5" fmla="*/ 9259 h 182768"/>
                  <a:gd name="connsiteX6" fmla="*/ 91574 w 182235"/>
                  <a:gd name="connsiteY6" fmla="*/ 83 h 182768"/>
                  <a:gd name="connsiteX7" fmla="*/ 85384 w 182235"/>
                  <a:gd name="connsiteY7" fmla="*/ 9259 h 182768"/>
                  <a:gd name="connsiteX8" fmla="*/ 85384 w 182235"/>
                  <a:gd name="connsiteY8" fmla="*/ 85392 h 182768"/>
                  <a:gd name="connsiteX9" fmla="*/ 9370 w 182235"/>
                  <a:gd name="connsiteY9" fmla="*/ 85392 h 182768"/>
                  <a:gd name="connsiteX10" fmla="*/ 209 w 182235"/>
                  <a:gd name="connsiteY10" fmla="*/ 91343 h 182768"/>
                  <a:gd name="connsiteX11" fmla="*/ 9370 w 182235"/>
                  <a:gd name="connsiteY11" fmla="*/ 97543 h 182768"/>
                  <a:gd name="connsiteX12" fmla="*/ 85384 w 182235"/>
                  <a:gd name="connsiteY12" fmla="*/ 97543 h 182768"/>
                  <a:gd name="connsiteX13" fmla="*/ 85384 w 182235"/>
                  <a:gd name="connsiteY13" fmla="*/ 173676 h 182768"/>
                  <a:gd name="connsiteX14" fmla="*/ 91326 w 182235"/>
                  <a:gd name="connsiteY14" fmla="*/ 182852 h 182768"/>
                  <a:gd name="connsiteX15" fmla="*/ 97517 w 182235"/>
                  <a:gd name="connsiteY15" fmla="*/ 173676 h 182768"/>
                  <a:gd name="connsiteX16" fmla="*/ 97517 w 182235"/>
                  <a:gd name="connsiteY16" fmla="*/ 97543 h 182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2235" h="182768">
                    <a:moveTo>
                      <a:pt x="97517" y="97543"/>
                    </a:moveTo>
                    <a:lnTo>
                      <a:pt x="173283" y="97543"/>
                    </a:lnTo>
                    <a:cubicBezTo>
                      <a:pt x="176502" y="97543"/>
                      <a:pt x="182444" y="97543"/>
                      <a:pt x="182444" y="91591"/>
                    </a:cubicBezTo>
                    <a:cubicBezTo>
                      <a:pt x="182444" y="85392"/>
                      <a:pt x="176749" y="85392"/>
                      <a:pt x="173283" y="85392"/>
                    </a:cubicBezTo>
                    <a:lnTo>
                      <a:pt x="97517" y="85392"/>
                    </a:lnTo>
                    <a:lnTo>
                      <a:pt x="97517" y="9259"/>
                    </a:lnTo>
                    <a:cubicBezTo>
                      <a:pt x="97517" y="6035"/>
                      <a:pt x="97517" y="83"/>
                      <a:pt x="91574" y="83"/>
                    </a:cubicBezTo>
                    <a:cubicBezTo>
                      <a:pt x="85384" y="83"/>
                      <a:pt x="85384" y="5787"/>
                      <a:pt x="85384" y="9259"/>
                    </a:cubicBezTo>
                    <a:lnTo>
                      <a:pt x="85384" y="85392"/>
                    </a:lnTo>
                    <a:lnTo>
                      <a:pt x="9370" y="85392"/>
                    </a:lnTo>
                    <a:cubicBezTo>
                      <a:pt x="6151" y="85392"/>
                      <a:pt x="209" y="85392"/>
                      <a:pt x="209" y="91343"/>
                    </a:cubicBezTo>
                    <a:cubicBezTo>
                      <a:pt x="209" y="97543"/>
                      <a:pt x="5904" y="97543"/>
                      <a:pt x="9370" y="97543"/>
                    </a:cubicBezTo>
                    <a:lnTo>
                      <a:pt x="85384" y="97543"/>
                    </a:lnTo>
                    <a:lnTo>
                      <a:pt x="85384" y="173676"/>
                    </a:lnTo>
                    <a:cubicBezTo>
                      <a:pt x="85384" y="176900"/>
                      <a:pt x="85384" y="182852"/>
                      <a:pt x="91326" y="182852"/>
                    </a:cubicBezTo>
                    <a:cubicBezTo>
                      <a:pt x="97517" y="182852"/>
                      <a:pt x="97517" y="177148"/>
                      <a:pt x="97517" y="173676"/>
                    </a:cubicBezTo>
                    <a:lnTo>
                      <a:pt x="97517" y="97543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F5D956E-A4F6-02AE-5B3F-8D03A69F1F6B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0195058" y="5324113"/>
                <a:ext cx="90127" cy="164665"/>
              </a:xfrm>
              <a:custGeom>
                <a:avLst/>
                <a:gdLst>
                  <a:gd name="connsiteX0" fmla="*/ 56173 w 90127"/>
                  <a:gd name="connsiteY0" fmla="*/ 7027 h 164665"/>
                  <a:gd name="connsiteX1" fmla="*/ 48745 w 90127"/>
                  <a:gd name="connsiteY1" fmla="*/ 83 h 164665"/>
                  <a:gd name="connsiteX2" fmla="*/ 215 w 90127"/>
                  <a:gd name="connsiteY2" fmla="*/ 15954 h 164665"/>
                  <a:gd name="connsiteX3" fmla="*/ 215 w 90127"/>
                  <a:gd name="connsiteY3" fmla="*/ 24882 h 164665"/>
                  <a:gd name="connsiteX4" fmla="*/ 36117 w 90127"/>
                  <a:gd name="connsiteY4" fmla="*/ 17938 h 164665"/>
                  <a:gd name="connsiteX5" fmla="*/ 36117 w 90127"/>
                  <a:gd name="connsiteY5" fmla="*/ 144413 h 164665"/>
                  <a:gd name="connsiteX6" fmla="*/ 11357 w 90127"/>
                  <a:gd name="connsiteY6" fmla="*/ 155821 h 164665"/>
                  <a:gd name="connsiteX7" fmla="*/ 1948 w 90127"/>
                  <a:gd name="connsiteY7" fmla="*/ 155821 h 164665"/>
                  <a:gd name="connsiteX8" fmla="*/ 1948 w 90127"/>
                  <a:gd name="connsiteY8" fmla="*/ 164748 h 164665"/>
                  <a:gd name="connsiteX9" fmla="*/ 46021 w 90127"/>
                  <a:gd name="connsiteY9" fmla="*/ 163756 h 164665"/>
                  <a:gd name="connsiteX10" fmla="*/ 90342 w 90127"/>
                  <a:gd name="connsiteY10" fmla="*/ 164748 h 164665"/>
                  <a:gd name="connsiteX11" fmla="*/ 90342 w 90127"/>
                  <a:gd name="connsiteY11" fmla="*/ 155821 h 164665"/>
                  <a:gd name="connsiteX12" fmla="*/ 80933 w 90127"/>
                  <a:gd name="connsiteY12" fmla="*/ 155821 h 164665"/>
                  <a:gd name="connsiteX13" fmla="*/ 56173 w 90127"/>
                  <a:gd name="connsiteY13" fmla="*/ 144413 h 164665"/>
                  <a:gd name="connsiteX14" fmla="*/ 56173 w 90127"/>
                  <a:gd name="connsiteY14" fmla="*/ 7027 h 164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127" h="164665">
                    <a:moveTo>
                      <a:pt x="56173" y="7027"/>
                    </a:moveTo>
                    <a:cubicBezTo>
                      <a:pt x="56173" y="331"/>
                      <a:pt x="55678" y="83"/>
                      <a:pt x="48745" y="83"/>
                    </a:cubicBezTo>
                    <a:cubicBezTo>
                      <a:pt x="32898" y="15706"/>
                      <a:pt x="10367" y="15954"/>
                      <a:pt x="215" y="15954"/>
                    </a:cubicBezTo>
                    <a:lnTo>
                      <a:pt x="215" y="24882"/>
                    </a:lnTo>
                    <a:cubicBezTo>
                      <a:pt x="6157" y="24882"/>
                      <a:pt x="22499" y="24882"/>
                      <a:pt x="36117" y="17938"/>
                    </a:cubicBezTo>
                    <a:lnTo>
                      <a:pt x="36117" y="144413"/>
                    </a:lnTo>
                    <a:cubicBezTo>
                      <a:pt x="36117" y="152597"/>
                      <a:pt x="36117" y="155821"/>
                      <a:pt x="11357" y="155821"/>
                    </a:cubicBezTo>
                    <a:lnTo>
                      <a:pt x="1948" y="155821"/>
                    </a:lnTo>
                    <a:lnTo>
                      <a:pt x="1948" y="164748"/>
                    </a:lnTo>
                    <a:cubicBezTo>
                      <a:pt x="6405" y="164500"/>
                      <a:pt x="36860" y="163756"/>
                      <a:pt x="46021" y="163756"/>
                    </a:cubicBezTo>
                    <a:cubicBezTo>
                      <a:pt x="53697" y="163756"/>
                      <a:pt x="84895" y="164500"/>
                      <a:pt x="90342" y="164748"/>
                    </a:cubicBezTo>
                    <a:lnTo>
                      <a:pt x="90342" y="155821"/>
                    </a:lnTo>
                    <a:lnTo>
                      <a:pt x="80933" y="155821"/>
                    </a:lnTo>
                    <a:cubicBezTo>
                      <a:pt x="56173" y="155821"/>
                      <a:pt x="56173" y="152597"/>
                      <a:pt x="56173" y="144413"/>
                    </a:cubicBezTo>
                    <a:lnTo>
                      <a:pt x="56173" y="7027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6D89275-4DCC-435B-79FE-50F66E62924D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0434712" y="5339985"/>
                <a:ext cx="216121" cy="14170"/>
              </a:xfrm>
              <a:custGeom>
                <a:avLst/>
                <a:gdLst>
                  <a:gd name="connsiteX0" fmla="*/ 203963 w 216121"/>
                  <a:gd name="connsiteY0" fmla="*/ 14252 h 14170"/>
                  <a:gd name="connsiteX1" fmla="*/ 216343 w 216121"/>
                  <a:gd name="connsiteY1" fmla="*/ 7167 h 14170"/>
                  <a:gd name="connsiteX2" fmla="*/ 203963 w 216121"/>
                  <a:gd name="connsiteY2" fmla="*/ 81 h 14170"/>
                  <a:gd name="connsiteX3" fmla="*/ 12602 w 216121"/>
                  <a:gd name="connsiteY3" fmla="*/ 81 h 14170"/>
                  <a:gd name="connsiteX4" fmla="*/ 222 w 216121"/>
                  <a:gd name="connsiteY4" fmla="*/ 7167 h 14170"/>
                  <a:gd name="connsiteX5" fmla="*/ 12602 w 216121"/>
                  <a:gd name="connsiteY5" fmla="*/ 14252 h 14170"/>
                  <a:gd name="connsiteX6" fmla="*/ 203963 w 216121"/>
                  <a:gd name="connsiteY6" fmla="*/ 14252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121" h="14170">
                    <a:moveTo>
                      <a:pt x="203963" y="14252"/>
                    </a:moveTo>
                    <a:cubicBezTo>
                      <a:pt x="209976" y="14252"/>
                      <a:pt x="216343" y="14252"/>
                      <a:pt x="216343" y="7167"/>
                    </a:cubicBezTo>
                    <a:cubicBezTo>
                      <a:pt x="216343" y="81"/>
                      <a:pt x="209976" y="81"/>
                      <a:pt x="203963" y="81"/>
                    </a:cubicBezTo>
                    <a:lnTo>
                      <a:pt x="12602" y="81"/>
                    </a:lnTo>
                    <a:cubicBezTo>
                      <a:pt x="6588" y="81"/>
                      <a:pt x="222" y="81"/>
                      <a:pt x="222" y="7167"/>
                    </a:cubicBezTo>
                    <a:cubicBezTo>
                      <a:pt x="222" y="14252"/>
                      <a:pt x="6588" y="14252"/>
                      <a:pt x="12602" y="14252"/>
                    </a:cubicBezTo>
                    <a:lnTo>
                      <a:pt x="203963" y="14252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13E238C-195B-35BE-A68F-5DD1DF88C648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0769328" y="5279051"/>
                <a:ext cx="163063" cy="229213"/>
              </a:xfrm>
              <a:custGeom>
                <a:avLst/>
                <a:gdLst>
                  <a:gd name="connsiteX0" fmla="*/ 161881 w 163063"/>
                  <a:gd name="connsiteY0" fmla="*/ 21692 h 229213"/>
                  <a:gd name="connsiteX1" fmla="*/ 163295 w 163063"/>
                  <a:gd name="connsiteY1" fmla="*/ 13544 h 229213"/>
                  <a:gd name="connsiteX2" fmla="*/ 153038 w 163063"/>
                  <a:gd name="connsiteY2" fmla="*/ 3978 h 229213"/>
                  <a:gd name="connsiteX3" fmla="*/ 140658 w 163063"/>
                  <a:gd name="connsiteY3" fmla="*/ 11418 h 229213"/>
                  <a:gd name="connsiteX4" fmla="*/ 135705 w 163063"/>
                  <a:gd name="connsiteY4" fmla="*/ 30549 h 229213"/>
                  <a:gd name="connsiteX5" fmla="*/ 128631 w 163063"/>
                  <a:gd name="connsiteY5" fmla="*/ 58890 h 229213"/>
                  <a:gd name="connsiteX6" fmla="*/ 112714 w 163063"/>
                  <a:gd name="connsiteY6" fmla="*/ 122659 h 229213"/>
                  <a:gd name="connsiteX7" fmla="*/ 72744 w 163063"/>
                  <a:gd name="connsiteY7" fmla="*/ 152772 h 229213"/>
                  <a:gd name="connsiteX8" fmla="*/ 50813 w 163063"/>
                  <a:gd name="connsiteY8" fmla="*/ 124076 h 229213"/>
                  <a:gd name="connsiteX9" fmla="*/ 68853 w 163063"/>
                  <a:gd name="connsiteY9" fmla="*/ 54639 h 229213"/>
                  <a:gd name="connsiteX10" fmla="*/ 75927 w 163063"/>
                  <a:gd name="connsiteY10" fmla="*/ 29132 h 229213"/>
                  <a:gd name="connsiteX11" fmla="*/ 46922 w 163063"/>
                  <a:gd name="connsiteY11" fmla="*/ 81 h 229213"/>
                  <a:gd name="connsiteX12" fmla="*/ 231 w 163063"/>
                  <a:gd name="connsiteY12" fmla="*/ 54639 h 229213"/>
                  <a:gd name="connsiteX13" fmla="*/ 4476 w 163063"/>
                  <a:gd name="connsiteY13" fmla="*/ 58182 h 229213"/>
                  <a:gd name="connsiteX14" fmla="*/ 10136 w 163063"/>
                  <a:gd name="connsiteY14" fmla="*/ 51805 h 229213"/>
                  <a:gd name="connsiteX15" fmla="*/ 45861 w 163063"/>
                  <a:gd name="connsiteY15" fmla="*/ 7875 h 229213"/>
                  <a:gd name="connsiteX16" fmla="*/ 54704 w 163063"/>
                  <a:gd name="connsiteY16" fmla="*/ 19212 h 229213"/>
                  <a:gd name="connsiteX17" fmla="*/ 48691 w 163063"/>
                  <a:gd name="connsiteY17" fmla="*/ 44011 h 229213"/>
                  <a:gd name="connsiteX18" fmla="*/ 28175 w 163063"/>
                  <a:gd name="connsiteY18" fmla="*/ 118408 h 229213"/>
                  <a:gd name="connsiteX19" fmla="*/ 71329 w 163063"/>
                  <a:gd name="connsiteY19" fmla="*/ 160566 h 229213"/>
                  <a:gd name="connsiteX20" fmla="*/ 107054 w 163063"/>
                  <a:gd name="connsiteY20" fmla="*/ 144624 h 229213"/>
                  <a:gd name="connsiteX21" fmla="*/ 84063 w 163063"/>
                  <a:gd name="connsiteY21" fmla="*/ 199182 h 229213"/>
                  <a:gd name="connsiteX22" fmla="*/ 45154 w 163063"/>
                  <a:gd name="connsiteY22" fmla="*/ 221501 h 229213"/>
                  <a:gd name="connsiteX23" fmla="*/ 18271 w 163063"/>
                  <a:gd name="connsiteY23" fmla="*/ 206622 h 229213"/>
                  <a:gd name="connsiteX24" fmla="*/ 33481 w 163063"/>
                  <a:gd name="connsiteY24" fmla="*/ 202370 h 229213"/>
                  <a:gd name="connsiteX25" fmla="*/ 40555 w 163063"/>
                  <a:gd name="connsiteY25" fmla="*/ 187845 h 229213"/>
                  <a:gd name="connsiteX26" fmla="*/ 27468 w 163063"/>
                  <a:gd name="connsiteY26" fmla="*/ 175446 h 229213"/>
                  <a:gd name="connsiteX27" fmla="*/ 7660 w 163063"/>
                  <a:gd name="connsiteY27" fmla="*/ 198473 h 229213"/>
                  <a:gd name="connsiteX28" fmla="*/ 45154 w 163063"/>
                  <a:gd name="connsiteY28" fmla="*/ 229295 h 229213"/>
                  <a:gd name="connsiteX29" fmla="*/ 127924 w 163063"/>
                  <a:gd name="connsiteY29" fmla="*/ 157024 h 229213"/>
                  <a:gd name="connsiteX30" fmla="*/ 161881 w 163063"/>
                  <a:gd name="connsiteY30" fmla="*/ 21692 h 22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3063" h="229213">
                    <a:moveTo>
                      <a:pt x="161881" y="21692"/>
                    </a:moveTo>
                    <a:cubicBezTo>
                      <a:pt x="163295" y="16732"/>
                      <a:pt x="163295" y="16024"/>
                      <a:pt x="163295" y="13544"/>
                    </a:cubicBezTo>
                    <a:cubicBezTo>
                      <a:pt x="163295" y="7167"/>
                      <a:pt x="158343" y="3978"/>
                      <a:pt x="153038" y="3978"/>
                    </a:cubicBezTo>
                    <a:cubicBezTo>
                      <a:pt x="149500" y="3978"/>
                      <a:pt x="143841" y="6104"/>
                      <a:pt x="140658" y="11418"/>
                    </a:cubicBezTo>
                    <a:cubicBezTo>
                      <a:pt x="139950" y="13189"/>
                      <a:pt x="137120" y="24172"/>
                      <a:pt x="135705" y="30549"/>
                    </a:cubicBezTo>
                    <a:cubicBezTo>
                      <a:pt x="133229" y="39760"/>
                      <a:pt x="130753" y="49325"/>
                      <a:pt x="128631" y="58890"/>
                    </a:cubicBezTo>
                    <a:lnTo>
                      <a:pt x="112714" y="122659"/>
                    </a:lnTo>
                    <a:cubicBezTo>
                      <a:pt x="111299" y="127973"/>
                      <a:pt x="96089" y="152772"/>
                      <a:pt x="72744" y="152772"/>
                    </a:cubicBezTo>
                    <a:cubicBezTo>
                      <a:pt x="54704" y="152772"/>
                      <a:pt x="50813" y="137185"/>
                      <a:pt x="50813" y="124076"/>
                    </a:cubicBezTo>
                    <a:cubicBezTo>
                      <a:pt x="50813" y="107780"/>
                      <a:pt x="56826" y="85815"/>
                      <a:pt x="68853" y="54639"/>
                    </a:cubicBezTo>
                    <a:cubicBezTo>
                      <a:pt x="74512" y="40114"/>
                      <a:pt x="75927" y="36217"/>
                      <a:pt x="75927" y="29132"/>
                    </a:cubicBezTo>
                    <a:cubicBezTo>
                      <a:pt x="75927" y="13189"/>
                      <a:pt x="64608" y="81"/>
                      <a:pt x="46922" y="81"/>
                    </a:cubicBezTo>
                    <a:cubicBezTo>
                      <a:pt x="13319" y="81"/>
                      <a:pt x="231" y="51451"/>
                      <a:pt x="231" y="54639"/>
                    </a:cubicBezTo>
                    <a:cubicBezTo>
                      <a:pt x="231" y="58182"/>
                      <a:pt x="3769" y="58182"/>
                      <a:pt x="4476" y="58182"/>
                    </a:cubicBezTo>
                    <a:cubicBezTo>
                      <a:pt x="8013" y="58182"/>
                      <a:pt x="8367" y="57473"/>
                      <a:pt x="10136" y="51805"/>
                    </a:cubicBezTo>
                    <a:cubicBezTo>
                      <a:pt x="19686" y="18504"/>
                      <a:pt x="33835" y="7875"/>
                      <a:pt x="45861" y="7875"/>
                    </a:cubicBezTo>
                    <a:cubicBezTo>
                      <a:pt x="48691" y="7875"/>
                      <a:pt x="54704" y="7875"/>
                      <a:pt x="54704" y="19212"/>
                    </a:cubicBezTo>
                    <a:cubicBezTo>
                      <a:pt x="54704" y="28069"/>
                      <a:pt x="51167" y="37280"/>
                      <a:pt x="48691" y="44011"/>
                    </a:cubicBezTo>
                    <a:cubicBezTo>
                      <a:pt x="34542" y="81564"/>
                      <a:pt x="28175" y="101757"/>
                      <a:pt x="28175" y="118408"/>
                    </a:cubicBezTo>
                    <a:cubicBezTo>
                      <a:pt x="28175" y="149938"/>
                      <a:pt x="50459" y="160566"/>
                      <a:pt x="71329" y="160566"/>
                    </a:cubicBezTo>
                    <a:cubicBezTo>
                      <a:pt x="85124" y="160566"/>
                      <a:pt x="97150" y="154544"/>
                      <a:pt x="107054" y="144624"/>
                    </a:cubicBezTo>
                    <a:cubicBezTo>
                      <a:pt x="102456" y="163046"/>
                      <a:pt x="98211" y="180406"/>
                      <a:pt x="84063" y="199182"/>
                    </a:cubicBezTo>
                    <a:cubicBezTo>
                      <a:pt x="74866" y="211227"/>
                      <a:pt x="61425" y="221501"/>
                      <a:pt x="45154" y="221501"/>
                    </a:cubicBezTo>
                    <a:cubicBezTo>
                      <a:pt x="40202" y="221501"/>
                      <a:pt x="24284" y="220438"/>
                      <a:pt x="18271" y="206622"/>
                    </a:cubicBezTo>
                    <a:cubicBezTo>
                      <a:pt x="23931" y="206622"/>
                      <a:pt x="28529" y="206622"/>
                      <a:pt x="33481" y="202370"/>
                    </a:cubicBezTo>
                    <a:cubicBezTo>
                      <a:pt x="37018" y="199182"/>
                      <a:pt x="40555" y="194576"/>
                      <a:pt x="40555" y="187845"/>
                    </a:cubicBezTo>
                    <a:cubicBezTo>
                      <a:pt x="40555" y="176863"/>
                      <a:pt x="31005" y="175446"/>
                      <a:pt x="27468" y="175446"/>
                    </a:cubicBezTo>
                    <a:cubicBezTo>
                      <a:pt x="19332" y="175446"/>
                      <a:pt x="7660" y="181114"/>
                      <a:pt x="7660" y="198473"/>
                    </a:cubicBezTo>
                    <a:cubicBezTo>
                      <a:pt x="7660" y="216187"/>
                      <a:pt x="23223" y="229295"/>
                      <a:pt x="45154" y="229295"/>
                    </a:cubicBezTo>
                    <a:cubicBezTo>
                      <a:pt x="81587" y="229295"/>
                      <a:pt x="118020" y="197056"/>
                      <a:pt x="127924" y="157024"/>
                    </a:cubicBezTo>
                    <a:lnTo>
                      <a:pt x="161881" y="21692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BCC1740-9648-5A66-88CA-40316352C015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944129" y="5324361"/>
                <a:ext cx="75023" cy="166897"/>
              </a:xfrm>
              <a:custGeom>
                <a:avLst/>
                <a:gdLst>
                  <a:gd name="connsiteX0" fmla="*/ 68822 w 75023"/>
                  <a:gd name="connsiteY0" fmla="*/ 9507 h 166897"/>
                  <a:gd name="connsiteX1" fmla="*/ 58918 w 75023"/>
                  <a:gd name="connsiteY1" fmla="*/ 83 h 166897"/>
                  <a:gd name="connsiteX2" fmla="*/ 45052 w 75023"/>
                  <a:gd name="connsiteY2" fmla="*/ 13722 h 166897"/>
                  <a:gd name="connsiteX3" fmla="*/ 54957 w 75023"/>
                  <a:gd name="connsiteY3" fmla="*/ 23146 h 166897"/>
                  <a:gd name="connsiteX4" fmla="*/ 68822 w 75023"/>
                  <a:gd name="connsiteY4" fmla="*/ 9507 h 166897"/>
                  <a:gd name="connsiteX5" fmla="*/ 18311 w 75023"/>
                  <a:gd name="connsiteY5" fmla="*/ 135485 h 166897"/>
                  <a:gd name="connsiteX6" fmla="*/ 16083 w 75023"/>
                  <a:gd name="connsiteY6" fmla="*/ 145901 h 166897"/>
                  <a:gd name="connsiteX7" fmla="*/ 39605 w 75023"/>
                  <a:gd name="connsiteY7" fmla="*/ 166980 h 166897"/>
                  <a:gd name="connsiteX8" fmla="*/ 75260 w 75023"/>
                  <a:gd name="connsiteY8" fmla="*/ 129038 h 166897"/>
                  <a:gd name="connsiteX9" fmla="*/ 71298 w 75023"/>
                  <a:gd name="connsiteY9" fmla="*/ 125814 h 166897"/>
                  <a:gd name="connsiteX10" fmla="*/ 66594 w 75023"/>
                  <a:gd name="connsiteY10" fmla="*/ 130030 h 166897"/>
                  <a:gd name="connsiteX11" fmla="*/ 40348 w 75023"/>
                  <a:gd name="connsiteY11" fmla="*/ 160037 h 166897"/>
                  <a:gd name="connsiteX12" fmla="*/ 34158 w 75023"/>
                  <a:gd name="connsiteY12" fmla="*/ 151357 h 166897"/>
                  <a:gd name="connsiteX13" fmla="*/ 38120 w 75023"/>
                  <a:gd name="connsiteY13" fmla="*/ 135485 h 166897"/>
                  <a:gd name="connsiteX14" fmla="*/ 46043 w 75023"/>
                  <a:gd name="connsiteY14" fmla="*/ 115646 h 166897"/>
                  <a:gd name="connsiteX15" fmla="*/ 58175 w 75023"/>
                  <a:gd name="connsiteY15" fmla="*/ 84152 h 166897"/>
                  <a:gd name="connsiteX16" fmla="*/ 59661 w 75023"/>
                  <a:gd name="connsiteY16" fmla="*/ 76216 h 166897"/>
                  <a:gd name="connsiteX17" fmla="*/ 36139 w 75023"/>
                  <a:gd name="connsiteY17" fmla="*/ 55137 h 166897"/>
                  <a:gd name="connsiteX18" fmla="*/ 236 w 75023"/>
                  <a:gd name="connsiteY18" fmla="*/ 93079 h 166897"/>
                  <a:gd name="connsiteX19" fmla="*/ 4446 w 75023"/>
                  <a:gd name="connsiteY19" fmla="*/ 96303 h 166897"/>
                  <a:gd name="connsiteX20" fmla="*/ 8902 w 75023"/>
                  <a:gd name="connsiteY20" fmla="*/ 92335 h 166897"/>
                  <a:gd name="connsiteX21" fmla="*/ 35396 w 75023"/>
                  <a:gd name="connsiteY21" fmla="*/ 62080 h 166897"/>
                  <a:gd name="connsiteX22" fmla="*/ 41586 w 75023"/>
                  <a:gd name="connsiteY22" fmla="*/ 70760 h 166897"/>
                  <a:gd name="connsiteX23" fmla="*/ 33910 w 75023"/>
                  <a:gd name="connsiteY23" fmla="*/ 95559 h 166897"/>
                  <a:gd name="connsiteX24" fmla="*/ 18311 w 75023"/>
                  <a:gd name="connsiteY24" fmla="*/ 135485 h 1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023" h="166897">
                    <a:moveTo>
                      <a:pt x="68822" y="9507"/>
                    </a:moveTo>
                    <a:cubicBezTo>
                      <a:pt x="68822" y="5539"/>
                      <a:pt x="65851" y="83"/>
                      <a:pt x="58918" y="83"/>
                    </a:cubicBezTo>
                    <a:cubicBezTo>
                      <a:pt x="52233" y="83"/>
                      <a:pt x="45052" y="6531"/>
                      <a:pt x="45052" y="13722"/>
                    </a:cubicBezTo>
                    <a:cubicBezTo>
                      <a:pt x="45052" y="17938"/>
                      <a:pt x="48271" y="23146"/>
                      <a:pt x="54957" y="23146"/>
                    </a:cubicBezTo>
                    <a:cubicBezTo>
                      <a:pt x="62137" y="23146"/>
                      <a:pt x="68822" y="16202"/>
                      <a:pt x="68822" y="9507"/>
                    </a:cubicBezTo>
                    <a:close/>
                    <a:moveTo>
                      <a:pt x="18311" y="135485"/>
                    </a:moveTo>
                    <a:cubicBezTo>
                      <a:pt x="17321" y="138709"/>
                      <a:pt x="16083" y="141685"/>
                      <a:pt x="16083" y="145901"/>
                    </a:cubicBezTo>
                    <a:cubicBezTo>
                      <a:pt x="16083" y="157557"/>
                      <a:pt x="25987" y="166980"/>
                      <a:pt x="39605" y="166980"/>
                    </a:cubicBezTo>
                    <a:cubicBezTo>
                      <a:pt x="64365" y="166980"/>
                      <a:pt x="75260" y="132758"/>
                      <a:pt x="75260" y="129038"/>
                    </a:cubicBezTo>
                    <a:cubicBezTo>
                      <a:pt x="75260" y="125814"/>
                      <a:pt x="72041" y="125814"/>
                      <a:pt x="71298" y="125814"/>
                    </a:cubicBezTo>
                    <a:cubicBezTo>
                      <a:pt x="67832" y="125814"/>
                      <a:pt x="67584" y="127302"/>
                      <a:pt x="66594" y="130030"/>
                    </a:cubicBezTo>
                    <a:cubicBezTo>
                      <a:pt x="60899" y="149869"/>
                      <a:pt x="50004" y="160037"/>
                      <a:pt x="40348" y="160037"/>
                    </a:cubicBezTo>
                    <a:cubicBezTo>
                      <a:pt x="35396" y="160037"/>
                      <a:pt x="34158" y="156813"/>
                      <a:pt x="34158" y="151357"/>
                    </a:cubicBezTo>
                    <a:cubicBezTo>
                      <a:pt x="34158" y="145653"/>
                      <a:pt x="35891" y="140941"/>
                      <a:pt x="38120" y="135485"/>
                    </a:cubicBezTo>
                    <a:cubicBezTo>
                      <a:pt x="40596" y="128790"/>
                      <a:pt x="43319" y="122094"/>
                      <a:pt x="46043" y="115646"/>
                    </a:cubicBezTo>
                    <a:cubicBezTo>
                      <a:pt x="48271" y="109695"/>
                      <a:pt x="57185" y="87127"/>
                      <a:pt x="58175" y="84152"/>
                    </a:cubicBezTo>
                    <a:cubicBezTo>
                      <a:pt x="58918" y="81672"/>
                      <a:pt x="59661" y="78696"/>
                      <a:pt x="59661" y="76216"/>
                    </a:cubicBezTo>
                    <a:cubicBezTo>
                      <a:pt x="59661" y="64560"/>
                      <a:pt x="49757" y="55137"/>
                      <a:pt x="36139" y="55137"/>
                    </a:cubicBezTo>
                    <a:cubicBezTo>
                      <a:pt x="11626" y="55137"/>
                      <a:pt x="236" y="88863"/>
                      <a:pt x="236" y="93079"/>
                    </a:cubicBezTo>
                    <a:cubicBezTo>
                      <a:pt x="236" y="96303"/>
                      <a:pt x="3703" y="96303"/>
                      <a:pt x="4446" y="96303"/>
                    </a:cubicBezTo>
                    <a:cubicBezTo>
                      <a:pt x="7912" y="96303"/>
                      <a:pt x="8160" y="95063"/>
                      <a:pt x="8902" y="92335"/>
                    </a:cubicBezTo>
                    <a:cubicBezTo>
                      <a:pt x="15340" y="71008"/>
                      <a:pt x="26235" y="62080"/>
                      <a:pt x="35396" y="62080"/>
                    </a:cubicBezTo>
                    <a:cubicBezTo>
                      <a:pt x="39358" y="62080"/>
                      <a:pt x="41586" y="64064"/>
                      <a:pt x="41586" y="70760"/>
                    </a:cubicBezTo>
                    <a:cubicBezTo>
                      <a:pt x="41586" y="76464"/>
                      <a:pt x="40100" y="80184"/>
                      <a:pt x="33910" y="95559"/>
                    </a:cubicBezTo>
                    <a:lnTo>
                      <a:pt x="18311" y="135485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0DED22E-F0B6-C039-AD64-3D9825458D88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9677426" y="5579653"/>
                <a:ext cx="1372828" cy="14170"/>
              </a:xfrm>
              <a:custGeom>
                <a:avLst/>
                <a:gdLst>
                  <a:gd name="connsiteX0" fmla="*/ 0 w 1372828"/>
                  <a:gd name="connsiteY0" fmla="*/ 0 h 14170"/>
                  <a:gd name="connsiteX1" fmla="*/ 1372828 w 1372828"/>
                  <a:gd name="connsiteY1" fmla="*/ 0 h 14170"/>
                  <a:gd name="connsiteX2" fmla="*/ 1372828 w 1372828"/>
                  <a:gd name="connsiteY2" fmla="*/ 14170 h 14170"/>
                  <a:gd name="connsiteX3" fmla="*/ 0 w 1372828"/>
                  <a:gd name="connsiteY3" fmla="*/ 14170 h 1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828" h="14170">
                    <a:moveTo>
                      <a:pt x="0" y="0"/>
                    </a:moveTo>
                    <a:lnTo>
                      <a:pt x="1372828" y="0"/>
                    </a:lnTo>
                    <a:lnTo>
                      <a:pt x="1372828" y="14170"/>
                    </a:lnTo>
                    <a:lnTo>
                      <a:pt x="0" y="14170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0AF697B-D21B-215F-F808-CB6DCBF520E7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0281396" y="5672454"/>
                <a:ext cx="173675" cy="249761"/>
              </a:xfrm>
              <a:custGeom>
                <a:avLst/>
                <a:gdLst>
                  <a:gd name="connsiteX0" fmla="*/ 82280 w 173675"/>
                  <a:gd name="connsiteY0" fmla="*/ 3992 h 249761"/>
                  <a:gd name="connsiteX1" fmla="*/ 77682 w 173675"/>
                  <a:gd name="connsiteY1" fmla="*/ 95 h 249761"/>
                  <a:gd name="connsiteX2" fmla="*/ 34528 w 173675"/>
                  <a:gd name="connsiteY2" fmla="*/ 3638 h 249761"/>
                  <a:gd name="connsiteX3" fmla="*/ 27807 w 173675"/>
                  <a:gd name="connsiteY3" fmla="*/ 10723 h 249761"/>
                  <a:gd name="connsiteX4" fmla="*/ 36297 w 173675"/>
                  <a:gd name="connsiteY4" fmla="*/ 14974 h 249761"/>
                  <a:gd name="connsiteX5" fmla="*/ 53983 w 173675"/>
                  <a:gd name="connsiteY5" fmla="*/ 20997 h 249761"/>
                  <a:gd name="connsiteX6" fmla="*/ 52921 w 173675"/>
                  <a:gd name="connsiteY6" fmla="*/ 28082 h 249761"/>
                  <a:gd name="connsiteX7" fmla="*/ 1632 w 173675"/>
                  <a:gd name="connsiteY7" fmla="*/ 232143 h 249761"/>
                  <a:gd name="connsiteX8" fmla="*/ 217 w 173675"/>
                  <a:gd name="connsiteY8" fmla="*/ 239937 h 249761"/>
                  <a:gd name="connsiteX9" fmla="*/ 10475 w 173675"/>
                  <a:gd name="connsiteY9" fmla="*/ 249856 h 249761"/>
                  <a:gd name="connsiteX10" fmla="*/ 23563 w 173675"/>
                  <a:gd name="connsiteY10" fmla="*/ 240645 h 249761"/>
                  <a:gd name="connsiteX11" fmla="*/ 30284 w 173675"/>
                  <a:gd name="connsiteY11" fmla="*/ 213721 h 249761"/>
                  <a:gd name="connsiteX12" fmla="*/ 38065 w 173675"/>
                  <a:gd name="connsiteY12" fmla="*/ 181836 h 249761"/>
                  <a:gd name="connsiteX13" fmla="*/ 44079 w 173675"/>
                  <a:gd name="connsiteY13" fmla="*/ 158100 h 249761"/>
                  <a:gd name="connsiteX14" fmla="*/ 47969 w 173675"/>
                  <a:gd name="connsiteY14" fmla="*/ 142158 h 249761"/>
                  <a:gd name="connsiteX15" fmla="*/ 72022 w 173675"/>
                  <a:gd name="connsiteY15" fmla="*/ 109565 h 249761"/>
                  <a:gd name="connsiteX16" fmla="*/ 105979 w 173675"/>
                  <a:gd name="connsiteY16" fmla="*/ 97165 h 249761"/>
                  <a:gd name="connsiteX17" fmla="*/ 125080 w 173675"/>
                  <a:gd name="connsiteY17" fmla="*/ 121964 h 249761"/>
                  <a:gd name="connsiteX18" fmla="*/ 103149 w 173675"/>
                  <a:gd name="connsiteY18" fmla="*/ 201321 h 249761"/>
                  <a:gd name="connsiteX19" fmla="*/ 98551 w 173675"/>
                  <a:gd name="connsiteY19" fmla="*/ 220806 h 249761"/>
                  <a:gd name="connsiteX20" fmla="*/ 127556 w 173675"/>
                  <a:gd name="connsiteY20" fmla="*/ 249856 h 249761"/>
                  <a:gd name="connsiteX21" fmla="*/ 173893 w 173675"/>
                  <a:gd name="connsiteY21" fmla="*/ 195299 h 249761"/>
                  <a:gd name="connsiteX22" fmla="*/ 169648 w 173675"/>
                  <a:gd name="connsiteY22" fmla="*/ 191756 h 249761"/>
                  <a:gd name="connsiteX23" fmla="*/ 164343 w 173675"/>
                  <a:gd name="connsiteY23" fmla="*/ 198133 h 249761"/>
                  <a:gd name="connsiteX24" fmla="*/ 128263 w 173675"/>
                  <a:gd name="connsiteY24" fmla="*/ 242062 h 249761"/>
                  <a:gd name="connsiteX25" fmla="*/ 119774 w 173675"/>
                  <a:gd name="connsiteY25" fmla="*/ 230371 h 249761"/>
                  <a:gd name="connsiteX26" fmla="*/ 126141 w 173675"/>
                  <a:gd name="connsiteY26" fmla="*/ 205218 h 249761"/>
                  <a:gd name="connsiteX27" fmla="*/ 147718 w 173675"/>
                  <a:gd name="connsiteY27" fmla="*/ 127278 h 249761"/>
                  <a:gd name="connsiteX28" fmla="*/ 107040 w 173675"/>
                  <a:gd name="connsiteY28" fmla="*/ 89371 h 249761"/>
                  <a:gd name="connsiteX29" fmla="*/ 54690 w 173675"/>
                  <a:gd name="connsiteY29" fmla="*/ 116650 h 249761"/>
                  <a:gd name="connsiteX30" fmla="*/ 82280 w 173675"/>
                  <a:gd name="connsiteY30" fmla="*/ 3992 h 249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3675" h="249761">
                    <a:moveTo>
                      <a:pt x="82280" y="3992"/>
                    </a:moveTo>
                    <a:cubicBezTo>
                      <a:pt x="82280" y="3638"/>
                      <a:pt x="82280" y="95"/>
                      <a:pt x="77682" y="95"/>
                    </a:cubicBezTo>
                    <a:cubicBezTo>
                      <a:pt x="69546" y="95"/>
                      <a:pt x="43725" y="2929"/>
                      <a:pt x="34528" y="3638"/>
                    </a:cubicBezTo>
                    <a:cubicBezTo>
                      <a:pt x="31698" y="3992"/>
                      <a:pt x="27807" y="4346"/>
                      <a:pt x="27807" y="10723"/>
                    </a:cubicBezTo>
                    <a:cubicBezTo>
                      <a:pt x="27807" y="14974"/>
                      <a:pt x="30991" y="14974"/>
                      <a:pt x="36297" y="14974"/>
                    </a:cubicBezTo>
                    <a:cubicBezTo>
                      <a:pt x="53275" y="14974"/>
                      <a:pt x="53983" y="17454"/>
                      <a:pt x="53983" y="20997"/>
                    </a:cubicBezTo>
                    <a:lnTo>
                      <a:pt x="52921" y="28082"/>
                    </a:lnTo>
                    <a:lnTo>
                      <a:pt x="1632" y="232143"/>
                    </a:lnTo>
                    <a:cubicBezTo>
                      <a:pt x="217" y="237103"/>
                      <a:pt x="217" y="237811"/>
                      <a:pt x="217" y="239937"/>
                    </a:cubicBezTo>
                    <a:cubicBezTo>
                      <a:pt x="217" y="248085"/>
                      <a:pt x="7292" y="249856"/>
                      <a:pt x="10475" y="249856"/>
                    </a:cubicBezTo>
                    <a:cubicBezTo>
                      <a:pt x="16135" y="249856"/>
                      <a:pt x="21794" y="245605"/>
                      <a:pt x="23563" y="240645"/>
                    </a:cubicBezTo>
                    <a:lnTo>
                      <a:pt x="30284" y="213721"/>
                    </a:lnTo>
                    <a:lnTo>
                      <a:pt x="38065" y="181836"/>
                    </a:lnTo>
                    <a:cubicBezTo>
                      <a:pt x="40188" y="174042"/>
                      <a:pt x="42310" y="166248"/>
                      <a:pt x="44079" y="158100"/>
                    </a:cubicBezTo>
                    <a:cubicBezTo>
                      <a:pt x="44786" y="155974"/>
                      <a:pt x="47616" y="144283"/>
                      <a:pt x="47969" y="142158"/>
                    </a:cubicBezTo>
                    <a:cubicBezTo>
                      <a:pt x="49031" y="138969"/>
                      <a:pt x="59996" y="119130"/>
                      <a:pt x="72022" y="109565"/>
                    </a:cubicBezTo>
                    <a:cubicBezTo>
                      <a:pt x="79804" y="103897"/>
                      <a:pt x="90769" y="97165"/>
                      <a:pt x="105979" y="97165"/>
                    </a:cubicBezTo>
                    <a:cubicBezTo>
                      <a:pt x="121189" y="97165"/>
                      <a:pt x="125080" y="109211"/>
                      <a:pt x="125080" y="121964"/>
                    </a:cubicBezTo>
                    <a:cubicBezTo>
                      <a:pt x="125080" y="141095"/>
                      <a:pt x="111639" y="179711"/>
                      <a:pt x="103149" y="201321"/>
                    </a:cubicBezTo>
                    <a:cubicBezTo>
                      <a:pt x="100320" y="209469"/>
                      <a:pt x="98551" y="213721"/>
                      <a:pt x="98551" y="220806"/>
                    </a:cubicBezTo>
                    <a:cubicBezTo>
                      <a:pt x="98551" y="237457"/>
                      <a:pt x="110931" y="249856"/>
                      <a:pt x="127556" y="249856"/>
                    </a:cubicBezTo>
                    <a:cubicBezTo>
                      <a:pt x="160805" y="249856"/>
                      <a:pt x="173893" y="198133"/>
                      <a:pt x="173893" y="195299"/>
                    </a:cubicBezTo>
                    <a:cubicBezTo>
                      <a:pt x="173893" y="191756"/>
                      <a:pt x="170710" y="191756"/>
                      <a:pt x="169648" y="191756"/>
                    </a:cubicBezTo>
                    <a:cubicBezTo>
                      <a:pt x="166111" y="191756"/>
                      <a:pt x="166111" y="192819"/>
                      <a:pt x="164343" y="198133"/>
                    </a:cubicBezTo>
                    <a:cubicBezTo>
                      <a:pt x="159037" y="216909"/>
                      <a:pt x="147718" y="242062"/>
                      <a:pt x="128263" y="242062"/>
                    </a:cubicBezTo>
                    <a:cubicBezTo>
                      <a:pt x="122250" y="242062"/>
                      <a:pt x="119774" y="238520"/>
                      <a:pt x="119774" y="230371"/>
                    </a:cubicBezTo>
                    <a:cubicBezTo>
                      <a:pt x="119774" y="221515"/>
                      <a:pt x="122958" y="213012"/>
                      <a:pt x="126141" y="205218"/>
                    </a:cubicBezTo>
                    <a:cubicBezTo>
                      <a:pt x="131801" y="189985"/>
                      <a:pt x="147718" y="147826"/>
                      <a:pt x="147718" y="127278"/>
                    </a:cubicBezTo>
                    <a:cubicBezTo>
                      <a:pt x="147718" y="104251"/>
                      <a:pt x="133569" y="89371"/>
                      <a:pt x="107040" y="89371"/>
                    </a:cubicBezTo>
                    <a:cubicBezTo>
                      <a:pt x="84756" y="89371"/>
                      <a:pt x="67778" y="100354"/>
                      <a:pt x="54690" y="116650"/>
                    </a:cubicBezTo>
                    <a:lnTo>
                      <a:pt x="82280" y="3992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FE491CA-1C5B-C848-DA12-3F914A16E3CF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11139037" y="5161608"/>
                <a:ext cx="172260" cy="849897"/>
              </a:xfrm>
              <a:custGeom>
                <a:avLst/>
                <a:gdLst>
                  <a:gd name="connsiteX0" fmla="*/ 101050 w 172260"/>
                  <a:gd name="connsiteY0" fmla="*/ 536087 h 849897"/>
                  <a:gd name="connsiteX1" fmla="*/ 169672 w 172260"/>
                  <a:gd name="connsiteY1" fmla="*/ 432640 h 849897"/>
                  <a:gd name="connsiteX2" fmla="*/ 172502 w 172260"/>
                  <a:gd name="connsiteY2" fmla="*/ 425200 h 849897"/>
                  <a:gd name="connsiteX3" fmla="*/ 168257 w 172260"/>
                  <a:gd name="connsiteY3" fmla="*/ 416697 h 849897"/>
                  <a:gd name="connsiteX4" fmla="*/ 101050 w 172260"/>
                  <a:gd name="connsiteY4" fmla="*/ 320336 h 849897"/>
                  <a:gd name="connsiteX5" fmla="*/ 101050 w 172260"/>
                  <a:gd name="connsiteY5" fmla="*/ 109898 h 849897"/>
                  <a:gd name="connsiteX6" fmla="*/ 21818 w 172260"/>
                  <a:gd name="connsiteY6" fmla="*/ 3971 h 849897"/>
                  <a:gd name="connsiteX7" fmla="*/ 8023 w 172260"/>
                  <a:gd name="connsiteY7" fmla="*/ 74 h 849897"/>
                  <a:gd name="connsiteX8" fmla="*/ 241 w 172260"/>
                  <a:gd name="connsiteY8" fmla="*/ 7868 h 849897"/>
                  <a:gd name="connsiteX9" fmla="*/ 3424 w 172260"/>
                  <a:gd name="connsiteY9" fmla="*/ 15662 h 849897"/>
                  <a:gd name="connsiteX10" fmla="*/ 70984 w 172260"/>
                  <a:gd name="connsiteY10" fmla="*/ 96790 h 849897"/>
                  <a:gd name="connsiteX11" fmla="*/ 71692 w 172260"/>
                  <a:gd name="connsiteY11" fmla="*/ 126903 h 849897"/>
                  <a:gd name="connsiteX12" fmla="*/ 71692 w 172260"/>
                  <a:gd name="connsiteY12" fmla="*/ 308290 h 849897"/>
                  <a:gd name="connsiteX13" fmla="*/ 93976 w 172260"/>
                  <a:gd name="connsiteY13" fmla="*/ 379853 h 849897"/>
                  <a:gd name="connsiteX14" fmla="*/ 152340 w 172260"/>
                  <a:gd name="connsiteY14" fmla="*/ 424846 h 849897"/>
                  <a:gd name="connsiteX15" fmla="*/ 71692 w 172260"/>
                  <a:gd name="connsiteY15" fmla="*/ 529356 h 849897"/>
                  <a:gd name="connsiteX16" fmla="*/ 71692 w 172260"/>
                  <a:gd name="connsiteY16" fmla="*/ 733416 h 849897"/>
                  <a:gd name="connsiteX17" fmla="*/ 51176 w 172260"/>
                  <a:gd name="connsiteY17" fmla="*/ 798248 h 849897"/>
                  <a:gd name="connsiteX18" fmla="*/ 2717 w 172260"/>
                  <a:gd name="connsiteY18" fmla="*/ 834738 h 849897"/>
                  <a:gd name="connsiteX19" fmla="*/ 241 w 172260"/>
                  <a:gd name="connsiteY19" fmla="*/ 842177 h 849897"/>
                  <a:gd name="connsiteX20" fmla="*/ 8023 w 172260"/>
                  <a:gd name="connsiteY20" fmla="*/ 849971 h 849897"/>
                  <a:gd name="connsiteX21" fmla="*/ 22879 w 172260"/>
                  <a:gd name="connsiteY21" fmla="*/ 845720 h 849897"/>
                  <a:gd name="connsiteX22" fmla="*/ 99989 w 172260"/>
                  <a:gd name="connsiteY22" fmla="*/ 757152 h 849897"/>
                  <a:gd name="connsiteX23" fmla="*/ 101050 w 172260"/>
                  <a:gd name="connsiteY23" fmla="*/ 723142 h 849897"/>
                  <a:gd name="connsiteX24" fmla="*/ 101050 w 172260"/>
                  <a:gd name="connsiteY24" fmla="*/ 536087 h 849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2260" h="849897">
                    <a:moveTo>
                      <a:pt x="101050" y="536087"/>
                    </a:moveTo>
                    <a:cubicBezTo>
                      <a:pt x="101050" y="494283"/>
                      <a:pt x="122274" y="458147"/>
                      <a:pt x="169672" y="432640"/>
                    </a:cubicBezTo>
                    <a:cubicBezTo>
                      <a:pt x="172148" y="431223"/>
                      <a:pt x="172502" y="430868"/>
                      <a:pt x="172502" y="425200"/>
                    </a:cubicBezTo>
                    <a:cubicBezTo>
                      <a:pt x="172502" y="419177"/>
                      <a:pt x="172148" y="418823"/>
                      <a:pt x="168257" y="416697"/>
                    </a:cubicBezTo>
                    <a:cubicBezTo>
                      <a:pt x="104588" y="382687"/>
                      <a:pt x="101050" y="330609"/>
                      <a:pt x="101050" y="320336"/>
                    </a:cubicBezTo>
                    <a:lnTo>
                      <a:pt x="101050" y="109898"/>
                    </a:lnTo>
                    <a:cubicBezTo>
                      <a:pt x="101050" y="58529"/>
                      <a:pt x="65679" y="24873"/>
                      <a:pt x="21818" y="3971"/>
                    </a:cubicBezTo>
                    <a:cubicBezTo>
                      <a:pt x="14036" y="74"/>
                      <a:pt x="13328" y="74"/>
                      <a:pt x="8023" y="74"/>
                    </a:cubicBezTo>
                    <a:cubicBezTo>
                      <a:pt x="595" y="74"/>
                      <a:pt x="241" y="428"/>
                      <a:pt x="241" y="7868"/>
                    </a:cubicBezTo>
                    <a:cubicBezTo>
                      <a:pt x="241" y="13182"/>
                      <a:pt x="241" y="13891"/>
                      <a:pt x="3424" y="15662"/>
                    </a:cubicBezTo>
                    <a:cubicBezTo>
                      <a:pt x="18634" y="23102"/>
                      <a:pt x="63910" y="46129"/>
                      <a:pt x="70984" y="96790"/>
                    </a:cubicBezTo>
                    <a:cubicBezTo>
                      <a:pt x="71692" y="101750"/>
                      <a:pt x="71692" y="105647"/>
                      <a:pt x="71692" y="126903"/>
                    </a:cubicBezTo>
                    <a:lnTo>
                      <a:pt x="71692" y="308290"/>
                    </a:lnTo>
                    <a:cubicBezTo>
                      <a:pt x="71692" y="324941"/>
                      <a:pt x="71692" y="351157"/>
                      <a:pt x="93976" y="379853"/>
                    </a:cubicBezTo>
                    <a:cubicBezTo>
                      <a:pt x="107771" y="397567"/>
                      <a:pt x="127933" y="413863"/>
                      <a:pt x="152340" y="424846"/>
                    </a:cubicBezTo>
                    <a:cubicBezTo>
                      <a:pt x="83365" y="458147"/>
                      <a:pt x="71692" y="509162"/>
                      <a:pt x="71692" y="529356"/>
                    </a:cubicBezTo>
                    <a:lnTo>
                      <a:pt x="71692" y="733416"/>
                    </a:lnTo>
                    <a:cubicBezTo>
                      <a:pt x="71692" y="751838"/>
                      <a:pt x="71692" y="772386"/>
                      <a:pt x="51176" y="798248"/>
                    </a:cubicBezTo>
                    <a:cubicBezTo>
                      <a:pt x="35259" y="818087"/>
                      <a:pt x="17927" y="827298"/>
                      <a:pt x="2717" y="834738"/>
                    </a:cubicBezTo>
                    <a:cubicBezTo>
                      <a:pt x="241" y="836155"/>
                      <a:pt x="241" y="837572"/>
                      <a:pt x="241" y="842177"/>
                    </a:cubicBezTo>
                    <a:cubicBezTo>
                      <a:pt x="241" y="849617"/>
                      <a:pt x="595" y="849971"/>
                      <a:pt x="8023" y="849971"/>
                    </a:cubicBezTo>
                    <a:cubicBezTo>
                      <a:pt x="12975" y="849971"/>
                      <a:pt x="13682" y="849971"/>
                      <a:pt x="22879" y="845720"/>
                    </a:cubicBezTo>
                    <a:cubicBezTo>
                      <a:pt x="57897" y="828361"/>
                      <a:pt x="92561" y="800373"/>
                      <a:pt x="99989" y="757152"/>
                    </a:cubicBezTo>
                    <a:cubicBezTo>
                      <a:pt x="101050" y="750067"/>
                      <a:pt x="101050" y="746878"/>
                      <a:pt x="101050" y="723142"/>
                    </a:cubicBezTo>
                    <a:lnTo>
                      <a:pt x="101050" y="536087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91E5244-C78D-E836-8DEE-9AE74D380B89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11447361" y="5522615"/>
                <a:ext cx="38555" cy="221065"/>
              </a:xfrm>
              <a:custGeom>
                <a:avLst/>
                <a:gdLst>
                  <a:gd name="connsiteX0" fmla="*/ 37744 w 38555"/>
                  <a:gd name="connsiteY0" fmla="*/ 18865 h 221065"/>
                  <a:gd name="connsiteX1" fmla="*/ 18997 w 38555"/>
                  <a:gd name="connsiteY1" fmla="*/ 88 h 221065"/>
                  <a:gd name="connsiteX2" fmla="*/ 250 w 38555"/>
                  <a:gd name="connsiteY2" fmla="*/ 18865 h 221065"/>
                  <a:gd name="connsiteX3" fmla="*/ 18997 w 38555"/>
                  <a:gd name="connsiteY3" fmla="*/ 37641 h 221065"/>
                  <a:gd name="connsiteX4" fmla="*/ 37744 w 38555"/>
                  <a:gd name="connsiteY4" fmla="*/ 18865 h 221065"/>
                  <a:gd name="connsiteX5" fmla="*/ 31023 w 38555"/>
                  <a:gd name="connsiteY5" fmla="*/ 148882 h 221065"/>
                  <a:gd name="connsiteX6" fmla="*/ 8386 w 38555"/>
                  <a:gd name="connsiteY6" fmla="*/ 212651 h 221065"/>
                  <a:gd name="connsiteX7" fmla="*/ 5910 w 38555"/>
                  <a:gd name="connsiteY7" fmla="*/ 217257 h 221065"/>
                  <a:gd name="connsiteX8" fmla="*/ 9447 w 38555"/>
                  <a:gd name="connsiteY8" fmla="*/ 221154 h 221065"/>
                  <a:gd name="connsiteX9" fmla="*/ 38805 w 38555"/>
                  <a:gd name="connsiteY9" fmla="*/ 151716 h 221065"/>
                  <a:gd name="connsiteX10" fmla="*/ 18997 w 38555"/>
                  <a:gd name="connsiteY10" fmla="*/ 115226 h 221065"/>
                  <a:gd name="connsiteX11" fmla="*/ 250 w 38555"/>
                  <a:gd name="connsiteY11" fmla="*/ 134003 h 221065"/>
                  <a:gd name="connsiteX12" fmla="*/ 18997 w 38555"/>
                  <a:gd name="connsiteY12" fmla="*/ 152779 h 221065"/>
                  <a:gd name="connsiteX13" fmla="*/ 21827 w 38555"/>
                  <a:gd name="connsiteY13" fmla="*/ 152425 h 221065"/>
                  <a:gd name="connsiteX14" fmla="*/ 31023 w 38555"/>
                  <a:gd name="connsiteY14" fmla="*/ 148882 h 221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555" h="221065">
                    <a:moveTo>
                      <a:pt x="37744" y="18865"/>
                    </a:moveTo>
                    <a:cubicBezTo>
                      <a:pt x="37744" y="8591"/>
                      <a:pt x="29255" y="88"/>
                      <a:pt x="18997" y="88"/>
                    </a:cubicBezTo>
                    <a:cubicBezTo>
                      <a:pt x="8739" y="88"/>
                      <a:pt x="250" y="8591"/>
                      <a:pt x="250" y="18865"/>
                    </a:cubicBezTo>
                    <a:cubicBezTo>
                      <a:pt x="250" y="29138"/>
                      <a:pt x="8739" y="37641"/>
                      <a:pt x="18997" y="37641"/>
                    </a:cubicBezTo>
                    <a:cubicBezTo>
                      <a:pt x="29255" y="37641"/>
                      <a:pt x="37744" y="29138"/>
                      <a:pt x="37744" y="18865"/>
                    </a:cubicBezTo>
                    <a:close/>
                    <a:moveTo>
                      <a:pt x="31023" y="148882"/>
                    </a:moveTo>
                    <a:cubicBezTo>
                      <a:pt x="31023" y="158802"/>
                      <a:pt x="31023" y="186435"/>
                      <a:pt x="8386" y="212651"/>
                    </a:cubicBezTo>
                    <a:cubicBezTo>
                      <a:pt x="5910" y="215485"/>
                      <a:pt x="5910" y="216194"/>
                      <a:pt x="5910" y="217257"/>
                    </a:cubicBezTo>
                    <a:cubicBezTo>
                      <a:pt x="5910" y="219737"/>
                      <a:pt x="7678" y="221154"/>
                      <a:pt x="9447" y="221154"/>
                    </a:cubicBezTo>
                    <a:cubicBezTo>
                      <a:pt x="13338" y="221154"/>
                      <a:pt x="38805" y="192812"/>
                      <a:pt x="38805" y="151716"/>
                    </a:cubicBezTo>
                    <a:cubicBezTo>
                      <a:pt x="38805" y="141443"/>
                      <a:pt x="38098" y="115226"/>
                      <a:pt x="18997" y="115226"/>
                    </a:cubicBezTo>
                    <a:cubicBezTo>
                      <a:pt x="6617" y="115226"/>
                      <a:pt x="250" y="124792"/>
                      <a:pt x="250" y="134003"/>
                    </a:cubicBezTo>
                    <a:cubicBezTo>
                      <a:pt x="250" y="143214"/>
                      <a:pt x="6263" y="152779"/>
                      <a:pt x="18997" y="152779"/>
                    </a:cubicBezTo>
                    <a:cubicBezTo>
                      <a:pt x="20766" y="152779"/>
                      <a:pt x="21473" y="152779"/>
                      <a:pt x="21827" y="152425"/>
                    </a:cubicBezTo>
                    <a:cubicBezTo>
                      <a:pt x="24303" y="152071"/>
                      <a:pt x="28194" y="151362"/>
                      <a:pt x="31023" y="148882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BACA876-E30C-76D1-7E64-E3B980374BD0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11939539" y="5434401"/>
                <a:ext cx="218951" cy="240904"/>
              </a:xfrm>
              <a:custGeom>
                <a:avLst/>
                <a:gdLst>
                  <a:gd name="connsiteX0" fmla="*/ 36697 w 218951"/>
                  <a:gd name="connsiteY0" fmla="*/ 213360 h 240904"/>
                  <a:gd name="connsiteX1" fmla="*/ 8754 w 218951"/>
                  <a:gd name="connsiteY1" fmla="*/ 230010 h 240904"/>
                  <a:gd name="connsiteX2" fmla="*/ 264 w 218951"/>
                  <a:gd name="connsiteY2" fmla="*/ 230010 h 240904"/>
                  <a:gd name="connsiteX3" fmla="*/ 264 w 218951"/>
                  <a:gd name="connsiteY3" fmla="*/ 240993 h 240904"/>
                  <a:gd name="connsiteX4" fmla="*/ 204360 w 218951"/>
                  <a:gd name="connsiteY4" fmla="*/ 240993 h 240904"/>
                  <a:gd name="connsiteX5" fmla="*/ 219216 w 218951"/>
                  <a:gd name="connsiteY5" fmla="*/ 149591 h 240904"/>
                  <a:gd name="connsiteX6" fmla="*/ 210373 w 218951"/>
                  <a:gd name="connsiteY6" fmla="*/ 149591 h 240904"/>
                  <a:gd name="connsiteX7" fmla="*/ 132555 w 218951"/>
                  <a:gd name="connsiteY7" fmla="*/ 230010 h 240904"/>
                  <a:gd name="connsiteX8" fmla="*/ 85510 w 218951"/>
                  <a:gd name="connsiteY8" fmla="*/ 230010 h 240904"/>
                  <a:gd name="connsiteX9" fmla="*/ 68178 w 218951"/>
                  <a:gd name="connsiteY9" fmla="*/ 215840 h 240904"/>
                  <a:gd name="connsiteX10" fmla="*/ 68178 w 218951"/>
                  <a:gd name="connsiteY10" fmla="*/ 121249 h 240904"/>
                  <a:gd name="connsiteX11" fmla="*/ 100013 w 218951"/>
                  <a:gd name="connsiteY11" fmla="*/ 121249 h 240904"/>
                  <a:gd name="connsiteX12" fmla="*/ 138214 w 218951"/>
                  <a:gd name="connsiteY12" fmla="*/ 162699 h 240904"/>
                  <a:gd name="connsiteX13" fmla="*/ 147057 w 218951"/>
                  <a:gd name="connsiteY13" fmla="*/ 162699 h 240904"/>
                  <a:gd name="connsiteX14" fmla="*/ 147057 w 218951"/>
                  <a:gd name="connsiteY14" fmla="*/ 68817 h 240904"/>
                  <a:gd name="connsiteX15" fmla="*/ 138214 w 218951"/>
                  <a:gd name="connsiteY15" fmla="*/ 68817 h 240904"/>
                  <a:gd name="connsiteX16" fmla="*/ 100013 w 218951"/>
                  <a:gd name="connsiteY16" fmla="*/ 110267 h 240904"/>
                  <a:gd name="connsiteX17" fmla="*/ 68178 w 218951"/>
                  <a:gd name="connsiteY17" fmla="*/ 110267 h 240904"/>
                  <a:gd name="connsiteX18" fmla="*/ 68178 w 218951"/>
                  <a:gd name="connsiteY18" fmla="*/ 25241 h 240904"/>
                  <a:gd name="connsiteX19" fmla="*/ 85510 w 218951"/>
                  <a:gd name="connsiteY19" fmla="*/ 11071 h 240904"/>
                  <a:gd name="connsiteX20" fmla="*/ 131140 w 218951"/>
                  <a:gd name="connsiteY20" fmla="*/ 11071 h 240904"/>
                  <a:gd name="connsiteX21" fmla="*/ 200469 w 218951"/>
                  <a:gd name="connsiteY21" fmla="*/ 79799 h 240904"/>
                  <a:gd name="connsiteX22" fmla="*/ 209312 w 218951"/>
                  <a:gd name="connsiteY22" fmla="*/ 79799 h 240904"/>
                  <a:gd name="connsiteX23" fmla="*/ 199408 w 218951"/>
                  <a:gd name="connsiteY23" fmla="*/ 88 h 240904"/>
                  <a:gd name="connsiteX24" fmla="*/ 264 w 218951"/>
                  <a:gd name="connsiteY24" fmla="*/ 88 h 240904"/>
                  <a:gd name="connsiteX25" fmla="*/ 264 w 218951"/>
                  <a:gd name="connsiteY25" fmla="*/ 11071 h 240904"/>
                  <a:gd name="connsiteX26" fmla="*/ 8754 w 218951"/>
                  <a:gd name="connsiteY26" fmla="*/ 11071 h 240904"/>
                  <a:gd name="connsiteX27" fmla="*/ 36697 w 218951"/>
                  <a:gd name="connsiteY27" fmla="*/ 27721 h 240904"/>
                  <a:gd name="connsiteX28" fmla="*/ 36697 w 218951"/>
                  <a:gd name="connsiteY28" fmla="*/ 213360 h 240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8951" h="240904">
                    <a:moveTo>
                      <a:pt x="36697" y="213360"/>
                    </a:moveTo>
                    <a:cubicBezTo>
                      <a:pt x="36697" y="226113"/>
                      <a:pt x="35990" y="230010"/>
                      <a:pt x="8754" y="230010"/>
                    </a:cubicBezTo>
                    <a:lnTo>
                      <a:pt x="264" y="230010"/>
                    </a:lnTo>
                    <a:lnTo>
                      <a:pt x="264" y="240993"/>
                    </a:lnTo>
                    <a:lnTo>
                      <a:pt x="204360" y="240993"/>
                    </a:lnTo>
                    <a:lnTo>
                      <a:pt x="219216" y="149591"/>
                    </a:lnTo>
                    <a:lnTo>
                      <a:pt x="210373" y="149591"/>
                    </a:lnTo>
                    <a:cubicBezTo>
                      <a:pt x="201530" y="204149"/>
                      <a:pt x="193394" y="230010"/>
                      <a:pt x="132555" y="230010"/>
                    </a:cubicBezTo>
                    <a:lnTo>
                      <a:pt x="85510" y="230010"/>
                    </a:lnTo>
                    <a:cubicBezTo>
                      <a:pt x="68886" y="230010"/>
                      <a:pt x="68178" y="227530"/>
                      <a:pt x="68178" y="215840"/>
                    </a:cubicBezTo>
                    <a:lnTo>
                      <a:pt x="68178" y="121249"/>
                    </a:lnTo>
                    <a:lnTo>
                      <a:pt x="100013" y="121249"/>
                    </a:lnTo>
                    <a:cubicBezTo>
                      <a:pt x="134324" y="121249"/>
                      <a:pt x="138214" y="132586"/>
                      <a:pt x="138214" y="162699"/>
                    </a:cubicBezTo>
                    <a:lnTo>
                      <a:pt x="147057" y="162699"/>
                    </a:lnTo>
                    <a:lnTo>
                      <a:pt x="147057" y="68817"/>
                    </a:lnTo>
                    <a:lnTo>
                      <a:pt x="138214" y="68817"/>
                    </a:lnTo>
                    <a:cubicBezTo>
                      <a:pt x="138214" y="99284"/>
                      <a:pt x="134324" y="110267"/>
                      <a:pt x="100013" y="110267"/>
                    </a:cubicBezTo>
                    <a:lnTo>
                      <a:pt x="68178" y="110267"/>
                    </a:lnTo>
                    <a:lnTo>
                      <a:pt x="68178" y="25241"/>
                    </a:lnTo>
                    <a:cubicBezTo>
                      <a:pt x="68178" y="13550"/>
                      <a:pt x="68886" y="11071"/>
                      <a:pt x="85510" y="11071"/>
                    </a:cubicBezTo>
                    <a:lnTo>
                      <a:pt x="131140" y="11071"/>
                    </a:lnTo>
                    <a:cubicBezTo>
                      <a:pt x="185259" y="11071"/>
                      <a:pt x="194809" y="30556"/>
                      <a:pt x="200469" y="79799"/>
                    </a:cubicBezTo>
                    <a:lnTo>
                      <a:pt x="209312" y="79799"/>
                    </a:lnTo>
                    <a:lnTo>
                      <a:pt x="199408" y="88"/>
                    </a:lnTo>
                    <a:lnTo>
                      <a:pt x="264" y="88"/>
                    </a:lnTo>
                    <a:lnTo>
                      <a:pt x="264" y="11071"/>
                    </a:lnTo>
                    <a:lnTo>
                      <a:pt x="8754" y="11071"/>
                    </a:lnTo>
                    <a:cubicBezTo>
                      <a:pt x="35990" y="11071"/>
                      <a:pt x="36697" y="14968"/>
                      <a:pt x="36697" y="27721"/>
                    </a:cubicBezTo>
                    <a:lnTo>
                      <a:pt x="36697" y="213360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3E2182A-F237-A0EF-C8D7-DA84252874A9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12178496" y="5518718"/>
                <a:ext cx="118849" cy="156588"/>
              </a:xfrm>
              <a:custGeom>
                <a:avLst/>
                <a:gdLst>
                  <a:gd name="connsiteX0" fmla="*/ 49438 w 118849"/>
                  <a:gd name="connsiteY0" fmla="*/ 39058 h 156588"/>
                  <a:gd name="connsiteX1" fmla="*/ 49438 w 118849"/>
                  <a:gd name="connsiteY1" fmla="*/ 88 h 156588"/>
                  <a:gd name="connsiteX2" fmla="*/ 271 w 118849"/>
                  <a:gd name="connsiteY2" fmla="*/ 3985 h 156588"/>
                  <a:gd name="connsiteX3" fmla="*/ 271 w 118849"/>
                  <a:gd name="connsiteY3" fmla="*/ 14968 h 156588"/>
                  <a:gd name="connsiteX4" fmla="*/ 27861 w 118849"/>
                  <a:gd name="connsiteY4" fmla="*/ 34807 h 156588"/>
                  <a:gd name="connsiteX5" fmla="*/ 27861 w 118849"/>
                  <a:gd name="connsiteY5" fmla="*/ 129752 h 156588"/>
                  <a:gd name="connsiteX6" fmla="*/ 271 w 118849"/>
                  <a:gd name="connsiteY6" fmla="*/ 145694 h 156588"/>
                  <a:gd name="connsiteX7" fmla="*/ 271 w 118849"/>
                  <a:gd name="connsiteY7" fmla="*/ 156676 h 156588"/>
                  <a:gd name="connsiteX8" fmla="*/ 40595 w 118849"/>
                  <a:gd name="connsiteY8" fmla="*/ 155613 h 156588"/>
                  <a:gd name="connsiteX9" fmla="*/ 85517 w 118849"/>
                  <a:gd name="connsiteY9" fmla="*/ 156676 h 156588"/>
                  <a:gd name="connsiteX10" fmla="*/ 85517 w 118849"/>
                  <a:gd name="connsiteY10" fmla="*/ 145694 h 156588"/>
                  <a:gd name="connsiteX11" fmla="*/ 78089 w 118849"/>
                  <a:gd name="connsiteY11" fmla="*/ 145694 h 156588"/>
                  <a:gd name="connsiteX12" fmla="*/ 51207 w 118849"/>
                  <a:gd name="connsiteY12" fmla="*/ 129043 h 156588"/>
                  <a:gd name="connsiteX13" fmla="*/ 51207 w 118849"/>
                  <a:gd name="connsiteY13" fmla="*/ 74485 h 156588"/>
                  <a:gd name="connsiteX14" fmla="*/ 92945 w 118849"/>
                  <a:gd name="connsiteY14" fmla="*/ 7882 h 156588"/>
                  <a:gd name="connsiteX15" fmla="*/ 96836 w 118849"/>
                  <a:gd name="connsiteY15" fmla="*/ 8236 h 156588"/>
                  <a:gd name="connsiteX16" fmla="*/ 88701 w 118849"/>
                  <a:gd name="connsiteY16" fmla="*/ 22053 h 156588"/>
                  <a:gd name="connsiteX17" fmla="*/ 103911 w 118849"/>
                  <a:gd name="connsiteY17" fmla="*/ 37287 h 156588"/>
                  <a:gd name="connsiteX18" fmla="*/ 119120 w 118849"/>
                  <a:gd name="connsiteY18" fmla="*/ 21699 h 156588"/>
                  <a:gd name="connsiteX19" fmla="*/ 92945 w 118849"/>
                  <a:gd name="connsiteY19" fmla="*/ 88 h 156588"/>
                  <a:gd name="connsiteX20" fmla="*/ 49438 w 118849"/>
                  <a:gd name="connsiteY20" fmla="*/ 39058 h 156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8849" h="156588">
                    <a:moveTo>
                      <a:pt x="49438" y="39058"/>
                    </a:moveTo>
                    <a:lnTo>
                      <a:pt x="49438" y="88"/>
                    </a:lnTo>
                    <a:lnTo>
                      <a:pt x="271" y="3985"/>
                    </a:lnTo>
                    <a:lnTo>
                      <a:pt x="271" y="14968"/>
                    </a:lnTo>
                    <a:cubicBezTo>
                      <a:pt x="25031" y="14968"/>
                      <a:pt x="27861" y="17447"/>
                      <a:pt x="27861" y="34807"/>
                    </a:cubicBezTo>
                    <a:lnTo>
                      <a:pt x="27861" y="129752"/>
                    </a:lnTo>
                    <a:cubicBezTo>
                      <a:pt x="27861" y="145694"/>
                      <a:pt x="23970" y="145694"/>
                      <a:pt x="271" y="145694"/>
                    </a:cubicBezTo>
                    <a:lnTo>
                      <a:pt x="271" y="156676"/>
                    </a:lnTo>
                    <a:cubicBezTo>
                      <a:pt x="14066" y="156322"/>
                      <a:pt x="30691" y="155613"/>
                      <a:pt x="40595" y="155613"/>
                    </a:cubicBezTo>
                    <a:cubicBezTo>
                      <a:pt x="54744" y="155613"/>
                      <a:pt x="71369" y="155613"/>
                      <a:pt x="85517" y="156676"/>
                    </a:cubicBezTo>
                    <a:lnTo>
                      <a:pt x="85517" y="145694"/>
                    </a:lnTo>
                    <a:lnTo>
                      <a:pt x="78089" y="145694"/>
                    </a:lnTo>
                    <a:cubicBezTo>
                      <a:pt x="51914" y="145694"/>
                      <a:pt x="51207" y="141797"/>
                      <a:pt x="51207" y="129043"/>
                    </a:cubicBezTo>
                    <a:lnTo>
                      <a:pt x="51207" y="74485"/>
                    </a:lnTo>
                    <a:cubicBezTo>
                      <a:pt x="51207" y="39412"/>
                      <a:pt x="66063" y="7882"/>
                      <a:pt x="92945" y="7882"/>
                    </a:cubicBezTo>
                    <a:cubicBezTo>
                      <a:pt x="95421" y="7882"/>
                      <a:pt x="96129" y="7882"/>
                      <a:pt x="96836" y="8236"/>
                    </a:cubicBezTo>
                    <a:cubicBezTo>
                      <a:pt x="95775" y="8591"/>
                      <a:pt x="88701" y="12842"/>
                      <a:pt x="88701" y="22053"/>
                    </a:cubicBezTo>
                    <a:cubicBezTo>
                      <a:pt x="88701" y="31973"/>
                      <a:pt x="96129" y="37287"/>
                      <a:pt x="103911" y="37287"/>
                    </a:cubicBezTo>
                    <a:cubicBezTo>
                      <a:pt x="110277" y="37287"/>
                      <a:pt x="119120" y="33035"/>
                      <a:pt x="119120" y="21699"/>
                    </a:cubicBezTo>
                    <a:cubicBezTo>
                      <a:pt x="119120" y="10362"/>
                      <a:pt x="108155" y="88"/>
                      <a:pt x="92945" y="88"/>
                    </a:cubicBezTo>
                    <a:cubicBezTo>
                      <a:pt x="67124" y="88"/>
                      <a:pt x="54390" y="23824"/>
                      <a:pt x="49438" y="39058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40C0AC4-84B1-F53C-0B4D-604D8CE7EF0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2317036" y="5518718"/>
                <a:ext cx="118849" cy="156588"/>
              </a:xfrm>
              <a:custGeom>
                <a:avLst/>
                <a:gdLst>
                  <a:gd name="connsiteX0" fmla="*/ 49442 w 118849"/>
                  <a:gd name="connsiteY0" fmla="*/ 39058 h 156588"/>
                  <a:gd name="connsiteX1" fmla="*/ 49442 w 118849"/>
                  <a:gd name="connsiteY1" fmla="*/ 88 h 156588"/>
                  <a:gd name="connsiteX2" fmla="*/ 275 w 118849"/>
                  <a:gd name="connsiteY2" fmla="*/ 3985 h 156588"/>
                  <a:gd name="connsiteX3" fmla="*/ 275 w 118849"/>
                  <a:gd name="connsiteY3" fmla="*/ 14968 h 156588"/>
                  <a:gd name="connsiteX4" fmla="*/ 27865 w 118849"/>
                  <a:gd name="connsiteY4" fmla="*/ 34807 h 156588"/>
                  <a:gd name="connsiteX5" fmla="*/ 27865 w 118849"/>
                  <a:gd name="connsiteY5" fmla="*/ 129752 h 156588"/>
                  <a:gd name="connsiteX6" fmla="*/ 275 w 118849"/>
                  <a:gd name="connsiteY6" fmla="*/ 145694 h 156588"/>
                  <a:gd name="connsiteX7" fmla="*/ 275 w 118849"/>
                  <a:gd name="connsiteY7" fmla="*/ 156676 h 156588"/>
                  <a:gd name="connsiteX8" fmla="*/ 40599 w 118849"/>
                  <a:gd name="connsiteY8" fmla="*/ 155613 h 156588"/>
                  <a:gd name="connsiteX9" fmla="*/ 85521 w 118849"/>
                  <a:gd name="connsiteY9" fmla="*/ 156676 h 156588"/>
                  <a:gd name="connsiteX10" fmla="*/ 85521 w 118849"/>
                  <a:gd name="connsiteY10" fmla="*/ 145694 h 156588"/>
                  <a:gd name="connsiteX11" fmla="*/ 78093 w 118849"/>
                  <a:gd name="connsiteY11" fmla="*/ 145694 h 156588"/>
                  <a:gd name="connsiteX12" fmla="*/ 51210 w 118849"/>
                  <a:gd name="connsiteY12" fmla="*/ 129043 h 156588"/>
                  <a:gd name="connsiteX13" fmla="*/ 51210 w 118849"/>
                  <a:gd name="connsiteY13" fmla="*/ 74485 h 156588"/>
                  <a:gd name="connsiteX14" fmla="*/ 92949 w 118849"/>
                  <a:gd name="connsiteY14" fmla="*/ 7882 h 156588"/>
                  <a:gd name="connsiteX15" fmla="*/ 96840 w 118849"/>
                  <a:gd name="connsiteY15" fmla="*/ 8236 h 156588"/>
                  <a:gd name="connsiteX16" fmla="*/ 88705 w 118849"/>
                  <a:gd name="connsiteY16" fmla="*/ 22053 h 156588"/>
                  <a:gd name="connsiteX17" fmla="*/ 103914 w 118849"/>
                  <a:gd name="connsiteY17" fmla="*/ 37287 h 156588"/>
                  <a:gd name="connsiteX18" fmla="*/ 119124 w 118849"/>
                  <a:gd name="connsiteY18" fmla="*/ 21699 h 156588"/>
                  <a:gd name="connsiteX19" fmla="*/ 92949 w 118849"/>
                  <a:gd name="connsiteY19" fmla="*/ 88 h 156588"/>
                  <a:gd name="connsiteX20" fmla="*/ 49442 w 118849"/>
                  <a:gd name="connsiteY20" fmla="*/ 39058 h 156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8849" h="156588">
                    <a:moveTo>
                      <a:pt x="49442" y="39058"/>
                    </a:moveTo>
                    <a:lnTo>
                      <a:pt x="49442" y="88"/>
                    </a:lnTo>
                    <a:lnTo>
                      <a:pt x="275" y="3985"/>
                    </a:lnTo>
                    <a:lnTo>
                      <a:pt x="275" y="14968"/>
                    </a:lnTo>
                    <a:cubicBezTo>
                      <a:pt x="25035" y="14968"/>
                      <a:pt x="27865" y="17447"/>
                      <a:pt x="27865" y="34807"/>
                    </a:cubicBezTo>
                    <a:lnTo>
                      <a:pt x="27865" y="129752"/>
                    </a:lnTo>
                    <a:cubicBezTo>
                      <a:pt x="27865" y="145694"/>
                      <a:pt x="23974" y="145694"/>
                      <a:pt x="275" y="145694"/>
                    </a:cubicBezTo>
                    <a:lnTo>
                      <a:pt x="275" y="156676"/>
                    </a:lnTo>
                    <a:cubicBezTo>
                      <a:pt x="14070" y="156322"/>
                      <a:pt x="30695" y="155613"/>
                      <a:pt x="40599" y="155613"/>
                    </a:cubicBezTo>
                    <a:cubicBezTo>
                      <a:pt x="54748" y="155613"/>
                      <a:pt x="71372" y="155613"/>
                      <a:pt x="85521" y="156676"/>
                    </a:cubicBezTo>
                    <a:lnTo>
                      <a:pt x="85521" y="145694"/>
                    </a:lnTo>
                    <a:lnTo>
                      <a:pt x="78093" y="145694"/>
                    </a:lnTo>
                    <a:cubicBezTo>
                      <a:pt x="51918" y="145694"/>
                      <a:pt x="51210" y="141797"/>
                      <a:pt x="51210" y="129043"/>
                    </a:cubicBezTo>
                    <a:lnTo>
                      <a:pt x="51210" y="74485"/>
                    </a:lnTo>
                    <a:cubicBezTo>
                      <a:pt x="51210" y="39412"/>
                      <a:pt x="66067" y="7882"/>
                      <a:pt x="92949" y="7882"/>
                    </a:cubicBezTo>
                    <a:cubicBezTo>
                      <a:pt x="95425" y="7882"/>
                      <a:pt x="96133" y="7882"/>
                      <a:pt x="96840" y="8236"/>
                    </a:cubicBezTo>
                    <a:cubicBezTo>
                      <a:pt x="95779" y="8591"/>
                      <a:pt x="88705" y="12842"/>
                      <a:pt x="88705" y="22053"/>
                    </a:cubicBezTo>
                    <a:cubicBezTo>
                      <a:pt x="88705" y="31973"/>
                      <a:pt x="96133" y="37287"/>
                      <a:pt x="103914" y="37287"/>
                    </a:cubicBezTo>
                    <a:cubicBezTo>
                      <a:pt x="110281" y="37287"/>
                      <a:pt x="119124" y="33035"/>
                      <a:pt x="119124" y="21699"/>
                    </a:cubicBezTo>
                    <a:cubicBezTo>
                      <a:pt x="119124" y="10362"/>
                      <a:pt x="108159" y="88"/>
                      <a:pt x="92949" y="88"/>
                    </a:cubicBezTo>
                    <a:cubicBezTo>
                      <a:pt x="67128" y="88"/>
                      <a:pt x="54394" y="23824"/>
                      <a:pt x="49442" y="39058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14D612B-83BE-6E45-7337-DD2AD7016086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2455576" y="5516592"/>
                <a:ext cx="156697" cy="162610"/>
              </a:xfrm>
              <a:custGeom>
                <a:avLst/>
                <a:gdLst>
                  <a:gd name="connsiteX0" fmla="*/ 156976 w 156697"/>
                  <a:gd name="connsiteY0" fmla="*/ 82988 h 162610"/>
                  <a:gd name="connsiteX1" fmla="*/ 78804 w 156697"/>
                  <a:gd name="connsiteY1" fmla="*/ 88 h 162610"/>
                  <a:gd name="connsiteX2" fmla="*/ 279 w 156697"/>
                  <a:gd name="connsiteY2" fmla="*/ 82988 h 162610"/>
                  <a:gd name="connsiteX3" fmla="*/ 78451 w 156697"/>
                  <a:gd name="connsiteY3" fmla="*/ 162699 h 162610"/>
                  <a:gd name="connsiteX4" fmla="*/ 156976 w 156697"/>
                  <a:gd name="connsiteY4" fmla="*/ 82988 h 162610"/>
                  <a:gd name="connsiteX5" fmla="*/ 78804 w 156697"/>
                  <a:gd name="connsiteY5" fmla="*/ 153842 h 162610"/>
                  <a:gd name="connsiteX6" fmla="*/ 38481 w 156697"/>
                  <a:gd name="connsiteY6" fmla="*/ 130106 h 162610"/>
                  <a:gd name="connsiteX7" fmla="*/ 29638 w 156697"/>
                  <a:gd name="connsiteY7" fmla="*/ 80154 h 162610"/>
                  <a:gd name="connsiteX8" fmla="*/ 38127 w 156697"/>
                  <a:gd name="connsiteY8" fmla="*/ 31618 h 162610"/>
                  <a:gd name="connsiteX9" fmla="*/ 78451 w 156697"/>
                  <a:gd name="connsiteY9" fmla="*/ 7882 h 162610"/>
                  <a:gd name="connsiteX10" fmla="*/ 118421 w 156697"/>
                  <a:gd name="connsiteY10" fmla="*/ 30910 h 162610"/>
                  <a:gd name="connsiteX11" fmla="*/ 127617 w 156697"/>
                  <a:gd name="connsiteY11" fmla="*/ 80154 h 162610"/>
                  <a:gd name="connsiteX12" fmla="*/ 119836 w 156697"/>
                  <a:gd name="connsiteY12" fmla="*/ 127626 h 162610"/>
                  <a:gd name="connsiteX13" fmla="*/ 78804 w 156697"/>
                  <a:gd name="connsiteY13" fmla="*/ 153842 h 162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6697" h="162610">
                    <a:moveTo>
                      <a:pt x="156976" y="82988"/>
                    </a:moveTo>
                    <a:cubicBezTo>
                      <a:pt x="156976" y="37641"/>
                      <a:pt x="121604" y="88"/>
                      <a:pt x="78804" y="88"/>
                    </a:cubicBezTo>
                    <a:cubicBezTo>
                      <a:pt x="34590" y="88"/>
                      <a:pt x="279" y="38704"/>
                      <a:pt x="279" y="82988"/>
                    </a:cubicBezTo>
                    <a:cubicBezTo>
                      <a:pt x="279" y="128689"/>
                      <a:pt x="37066" y="162699"/>
                      <a:pt x="78451" y="162699"/>
                    </a:cubicBezTo>
                    <a:cubicBezTo>
                      <a:pt x="121251" y="162699"/>
                      <a:pt x="156976" y="127980"/>
                      <a:pt x="156976" y="82988"/>
                    </a:cubicBezTo>
                    <a:close/>
                    <a:moveTo>
                      <a:pt x="78804" y="153842"/>
                    </a:moveTo>
                    <a:cubicBezTo>
                      <a:pt x="63595" y="153842"/>
                      <a:pt x="48031" y="146402"/>
                      <a:pt x="38481" y="130106"/>
                    </a:cubicBezTo>
                    <a:cubicBezTo>
                      <a:pt x="29638" y="114518"/>
                      <a:pt x="29638" y="92907"/>
                      <a:pt x="29638" y="80154"/>
                    </a:cubicBezTo>
                    <a:cubicBezTo>
                      <a:pt x="29638" y="66337"/>
                      <a:pt x="29638" y="47206"/>
                      <a:pt x="38127" y="31618"/>
                    </a:cubicBezTo>
                    <a:cubicBezTo>
                      <a:pt x="47677" y="15322"/>
                      <a:pt x="64302" y="7882"/>
                      <a:pt x="78451" y="7882"/>
                    </a:cubicBezTo>
                    <a:cubicBezTo>
                      <a:pt x="94014" y="7882"/>
                      <a:pt x="109224" y="15676"/>
                      <a:pt x="118421" y="30910"/>
                    </a:cubicBezTo>
                    <a:cubicBezTo>
                      <a:pt x="127617" y="46143"/>
                      <a:pt x="127617" y="66691"/>
                      <a:pt x="127617" y="80154"/>
                    </a:cubicBezTo>
                    <a:cubicBezTo>
                      <a:pt x="127617" y="92907"/>
                      <a:pt x="127617" y="112038"/>
                      <a:pt x="119836" y="127626"/>
                    </a:cubicBezTo>
                    <a:cubicBezTo>
                      <a:pt x="112054" y="143568"/>
                      <a:pt x="96490" y="153842"/>
                      <a:pt x="78804" y="153842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1BB88BC-7FDD-C3DC-6467-51FCF60997A7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2632435" y="5518718"/>
                <a:ext cx="118849" cy="156588"/>
              </a:xfrm>
              <a:custGeom>
                <a:avLst/>
                <a:gdLst>
                  <a:gd name="connsiteX0" fmla="*/ 49451 w 118849"/>
                  <a:gd name="connsiteY0" fmla="*/ 39058 h 156588"/>
                  <a:gd name="connsiteX1" fmla="*/ 49451 w 118849"/>
                  <a:gd name="connsiteY1" fmla="*/ 88 h 156588"/>
                  <a:gd name="connsiteX2" fmla="*/ 284 w 118849"/>
                  <a:gd name="connsiteY2" fmla="*/ 3985 h 156588"/>
                  <a:gd name="connsiteX3" fmla="*/ 284 w 118849"/>
                  <a:gd name="connsiteY3" fmla="*/ 14968 h 156588"/>
                  <a:gd name="connsiteX4" fmla="*/ 27874 w 118849"/>
                  <a:gd name="connsiteY4" fmla="*/ 34807 h 156588"/>
                  <a:gd name="connsiteX5" fmla="*/ 27874 w 118849"/>
                  <a:gd name="connsiteY5" fmla="*/ 129752 h 156588"/>
                  <a:gd name="connsiteX6" fmla="*/ 284 w 118849"/>
                  <a:gd name="connsiteY6" fmla="*/ 145694 h 156588"/>
                  <a:gd name="connsiteX7" fmla="*/ 284 w 118849"/>
                  <a:gd name="connsiteY7" fmla="*/ 156676 h 156588"/>
                  <a:gd name="connsiteX8" fmla="*/ 40608 w 118849"/>
                  <a:gd name="connsiteY8" fmla="*/ 155613 h 156588"/>
                  <a:gd name="connsiteX9" fmla="*/ 85530 w 118849"/>
                  <a:gd name="connsiteY9" fmla="*/ 156676 h 156588"/>
                  <a:gd name="connsiteX10" fmla="*/ 85530 w 118849"/>
                  <a:gd name="connsiteY10" fmla="*/ 145694 h 156588"/>
                  <a:gd name="connsiteX11" fmla="*/ 78102 w 118849"/>
                  <a:gd name="connsiteY11" fmla="*/ 145694 h 156588"/>
                  <a:gd name="connsiteX12" fmla="*/ 51219 w 118849"/>
                  <a:gd name="connsiteY12" fmla="*/ 129043 h 156588"/>
                  <a:gd name="connsiteX13" fmla="*/ 51219 w 118849"/>
                  <a:gd name="connsiteY13" fmla="*/ 74485 h 156588"/>
                  <a:gd name="connsiteX14" fmla="*/ 92958 w 118849"/>
                  <a:gd name="connsiteY14" fmla="*/ 7882 h 156588"/>
                  <a:gd name="connsiteX15" fmla="*/ 96849 w 118849"/>
                  <a:gd name="connsiteY15" fmla="*/ 8236 h 156588"/>
                  <a:gd name="connsiteX16" fmla="*/ 88713 w 118849"/>
                  <a:gd name="connsiteY16" fmla="*/ 22053 h 156588"/>
                  <a:gd name="connsiteX17" fmla="*/ 103923 w 118849"/>
                  <a:gd name="connsiteY17" fmla="*/ 37287 h 156588"/>
                  <a:gd name="connsiteX18" fmla="*/ 119133 w 118849"/>
                  <a:gd name="connsiteY18" fmla="*/ 21699 h 156588"/>
                  <a:gd name="connsiteX19" fmla="*/ 92958 w 118849"/>
                  <a:gd name="connsiteY19" fmla="*/ 88 h 156588"/>
                  <a:gd name="connsiteX20" fmla="*/ 49451 w 118849"/>
                  <a:gd name="connsiteY20" fmla="*/ 39058 h 156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8849" h="156588">
                    <a:moveTo>
                      <a:pt x="49451" y="39058"/>
                    </a:moveTo>
                    <a:lnTo>
                      <a:pt x="49451" y="88"/>
                    </a:lnTo>
                    <a:lnTo>
                      <a:pt x="284" y="3985"/>
                    </a:lnTo>
                    <a:lnTo>
                      <a:pt x="284" y="14968"/>
                    </a:lnTo>
                    <a:cubicBezTo>
                      <a:pt x="25044" y="14968"/>
                      <a:pt x="27874" y="17447"/>
                      <a:pt x="27874" y="34807"/>
                    </a:cubicBezTo>
                    <a:lnTo>
                      <a:pt x="27874" y="129752"/>
                    </a:lnTo>
                    <a:cubicBezTo>
                      <a:pt x="27874" y="145694"/>
                      <a:pt x="23983" y="145694"/>
                      <a:pt x="284" y="145694"/>
                    </a:cubicBezTo>
                    <a:lnTo>
                      <a:pt x="284" y="156676"/>
                    </a:lnTo>
                    <a:cubicBezTo>
                      <a:pt x="14079" y="156322"/>
                      <a:pt x="30704" y="155613"/>
                      <a:pt x="40608" y="155613"/>
                    </a:cubicBezTo>
                    <a:cubicBezTo>
                      <a:pt x="54757" y="155613"/>
                      <a:pt x="71381" y="155613"/>
                      <a:pt x="85530" y="156676"/>
                    </a:cubicBezTo>
                    <a:lnTo>
                      <a:pt x="85530" y="145694"/>
                    </a:lnTo>
                    <a:lnTo>
                      <a:pt x="78102" y="145694"/>
                    </a:lnTo>
                    <a:cubicBezTo>
                      <a:pt x="51927" y="145694"/>
                      <a:pt x="51219" y="141797"/>
                      <a:pt x="51219" y="129043"/>
                    </a:cubicBezTo>
                    <a:lnTo>
                      <a:pt x="51219" y="74485"/>
                    </a:lnTo>
                    <a:cubicBezTo>
                      <a:pt x="51219" y="39412"/>
                      <a:pt x="66076" y="7882"/>
                      <a:pt x="92958" y="7882"/>
                    </a:cubicBezTo>
                    <a:cubicBezTo>
                      <a:pt x="95434" y="7882"/>
                      <a:pt x="96142" y="7882"/>
                      <a:pt x="96849" y="8236"/>
                    </a:cubicBezTo>
                    <a:cubicBezTo>
                      <a:pt x="95788" y="8591"/>
                      <a:pt x="88713" y="12842"/>
                      <a:pt x="88713" y="22053"/>
                    </a:cubicBezTo>
                    <a:cubicBezTo>
                      <a:pt x="88713" y="31973"/>
                      <a:pt x="96142" y="37287"/>
                      <a:pt x="103923" y="37287"/>
                    </a:cubicBezTo>
                    <a:cubicBezTo>
                      <a:pt x="110290" y="37287"/>
                      <a:pt x="119133" y="33035"/>
                      <a:pt x="119133" y="21699"/>
                    </a:cubicBezTo>
                    <a:cubicBezTo>
                      <a:pt x="119133" y="10362"/>
                      <a:pt x="108168" y="88"/>
                      <a:pt x="92958" y="88"/>
                    </a:cubicBezTo>
                    <a:cubicBezTo>
                      <a:pt x="67137" y="88"/>
                      <a:pt x="54403" y="23824"/>
                      <a:pt x="49451" y="39058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97461D2-9F89-808E-D42C-5F1CDFFC04D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2791491" y="5522615"/>
                <a:ext cx="37494" cy="152691"/>
              </a:xfrm>
              <a:custGeom>
                <a:avLst/>
                <a:gdLst>
                  <a:gd name="connsiteX0" fmla="*/ 37782 w 37494"/>
                  <a:gd name="connsiteY0" fmla="*/ 18865 h 152691"/>
                  <a:gd name="connsiteX1" fmla="*/ 19035 w 37494"/>
                  <a:gd name="connsiteY1" fmla="*/ 88 h 152691"/>
                  <a:gd name="connsiteX2" fmla="*/ 288 w 37494"/>
                  <a:gd name="connsiteY2" fmla="*/ 18865 h 152691"/>
                  <a:gd name="connsiteX3" fmla="*/ 19035 w 37494"/>
                  <a:gd name="connsiteY3" fmla="*/ 37641 h 152691"/>
                  <a:gd name="connsiteX4" fmla="*/ 37782 w 37494"/>
                  <a:gd name="connsiteY4" fmla="*/ 18865 h 152691"/>
                  <a:gd name="connsiteX5" fmla="*/ 37782 w 37494"/>
                  <a:gd name="connsiteY5" fmla="*/ 134003 h 152691"/>
                  <a:gd name="connsiteX6" fmla="*/ 19035 w 37494"/>
                  <a:gd name="connsiteY6" fmla="*/ 115226 h 152691"/>
                  <a:gd name="connsiteX7" fmla="*/ 288 w 37494"/>
                  <a:gd name="connsiteY7" fmla="*/ 134003 h 152691"/>
                  <a:gd name="connsiteX8" fmla="*/ 19035 w 37494"/>
                  <a:gd name="connsiteY8" fmla="*/ 152779 h 152691"/>
                  <a:gd name="connsiteX9" fmla="*/ 37782 w 37494"/>
                  <a:gd name="connsiteY9" fmla="*/ 134003 h 152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494" h="152691">
                    <a:moveTo>
                      <a:pt x="37782" y="18865"/>
                    </a:moveTo>
                    <a:cubicBezTo>
                      <a:pt x="37782" y="8591"/>
                      <a:pt x="29293" y="88"/>
                      <a:pt x="19035" y="88"/>
                    </a:cubicBezTo>
                    <a:cubicBezTo>
                      <a:pt x="8777" y="88"/>
                      <a:pt x="288" y="8591"/>
                      <a:pt x="288" y="18865"/>
                    </a:cubicBezTo>
                    <a:cubicBezTo>
                      <a:pt x="288" y="29138"/>
                      <a:pt x="8777" y="37641"/>
                      <a:pt x="19035" y="37641"/>
                    </a:cubicBezTo>
                    <a:cubicBezTo>
                      <a:pt x="29293" y="37641"/>
                      <a:pt x="37782" y="29138"/>
                      <a:pt x="37782" y="18865"/>
                    </a:cubicBezTo>
                    <a:close/>
                    <a:moveTo>
                      <a:pt x="37782" y="134003"/>
                    </a:moveTo>
                    <a:cubicBezTo>
                      <a:pt x="37782" y="123729"/>
                      <a:pt x="29293" y="115226"/>
                      <a:pt x="19035" y="115226"/>
                    </a:cubicBezTo>
                    <a:cubicBezTo>
                      <a:pt x="8777" y="115226"/>
                      <a:pt x="288" y="123729"/>
                      <a:pt x="288" y="134003"/>
                    </a:cubicBezTo>
                    <a:cubicBezTo>
                      <a:pt x="288" y="144277"/>
                      <a:pt x="8777" y="152779"/>
                      <a:pt x="19035" y="152779"/>
                    </a:cubicBezTo>
                    <a:cubicBezTo>
                      <a:pt x="29293" y="152779"/>
                      <a:pt x="37782" y="144277"/>
                      <a:pt x="37782" y="134003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38B9630-0317-D374-530F-04E7E904DC4E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2935609" y="5425544"/>
                <a:ext cx="244419" cy="257555"/>
              </a:xfrm>
              <a:custGeom>
                <a:avLst/>
                <a:gdLst>
                  <a:gd name="connsiteX0" fmla="*/ 244711 w 244419"/>
                  <a:gd name="connsiteY0" fmla="*/ 95387 h 257555"/>
                  <a:gd name="connsiteX1" fmla="*/ 154513 w 244419"/>
                  <a:gd name="connsiteY1" fmla="*/ 88 h 257555"/>
                  <a:gd name="connsiteX2" fmla="*/ 292 w 244419"/>
                  <a:gd name="connsiteY2" fmla="*/ 163053 h 257555"/>
                  <a:gd name="connsiteX3" fmla="*/ 90844 w 244419"/>
                  <a:gd name="connsiteY3" fmla="*/ 257644 h 257555"/>
                  <a:gd name="connsiteX4" fmla="*/ 244711 w 244419"/>
                  <a:gd name="connsiteY4" fmla="*/ 95387 h 257555"/>
                  <a:gd name="connsiteX5" fmla="*/ 92966 w 244419"/>
                  <a:gd name="connsiteY5" fmla="*/ 248432 h 257555"/>
                  <a:gd name="connsiteX6" fmla="*/ 33188 w 244419"/>
                  <a:gd name="connsiteY6" fmla="*/ 172973 h 257555"/>
                  <a:gd name="connsiteX7" fmla="*/ 65376 w 244419"/>
                  <a:gd name="connsiteY7" fmla="*/ 64211 h 257555"/>
                  <a:gd name="connsiteX8" fmla="*/ 152391 w 244419"/>
                  <a:gd name="connsiteY8" fmla="*/ 8945 h 257555"/>
                  <a:gd name="connsiteX9" fmla="*/ 213231 w 244419"/>
                  <a:gd name="connsiteY9" fmla="*/ 81571 h 257555"/>
                  <a:gd name="connsiteX10" fmla="*/ 168662 w 244419"/>
                  <a:gd name="connsiteY10" fmla="*/ 205920 h 257555"/>
                  <a:gd name="connsiteX11" fmla="*/ 92966 w 244419"/>
                  <a:gd name="connsiteY11" fmla="*/ 248432 h 257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4419" h="257555">
                    <a:moveTo>
                      <a:pt x="244711" y="95387"/>
                    </a:moveTo>
                    <a:cubicBezTo>
                      <a:pt x="244711" y="38349"/>
                      <a:pt x="207217" y="88"/>
                      <a:pt x="154513" y="88"/>
                    </a:cubicBezTo>
                    <a:cubicBezTo>
                      <a:pt x="78110" y="88"/>
                      <a:pt x="292" y="80508"/>
                      <a:pt x="292" y="163053"/>
                    </a:cubicBezTo>
                    <a:cubicBezTo>
                      <a:pt x="292" y="221862"/>
                      <a:pt x="39909" y="257644"/>
                      <a:pt x="90844" y="257644"/>
                    </a:cubicBezTo>
                    <a:cubicBezTo>
                      <a:pt x="165832" y="257644"/>
                      <a:pt x="244711" y="180058"/>
                      <a:pt x="244711" y="95387"/>
                    </a:cubicBezTo>
                    <a:close/>
                    <a:moveTo>
                      <a:pt x="92966" y="248432"/>
                    </a:moveTo>
                    <a:cubicBezTo>
                      <a:pt x="57948" y="248432"/>
                      <a:pt x="33188" y="219737"/>
                      <a:pt x="33188" y="172973"/>
                    </a:cubicBezTo>
                    <a:cubicBezTo>
                      <a:pt x="33188" y="157385"/>
                      <a:pt x="38140" y="105661"/>
                      <a:pt x="65376" y="64211"/>
                    </a:cubicBezTo>
                    <a:cubicBezTo>
                      <a:pt x="89783" y="27367"/>
                      <a:pt x="124447" y="8945"/>
                      <a:pt x="152391" y="8945"/>
                    </a:cubicBezTo>
                    <a:cubicBezTo>
                      <a:pt x="181396" y="8945"/>
                      <a:pt x="213231" y="28784"/>
                      <a:pt x="213231" y="81571"/>
                    </a:cubicBezTo>
                    <a:cubicBezTo>
                      <a:pt x="213231" y="107078"/>
                      <a:pt x="203680" y="162345"/>
                      <a:pt x="168662" y="205920"/>
                    </a:cubicBezTo>
                    <a:cubicBezTo>
                      <a:pt x="151684" y="227530"/>
                      <a:pt x="122679" y="248432"/>
                      <a:pt x="92966" y="248432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574FB07E-37F4-208F-7A8F-F3B07C1BF51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13232928" y="5409602"/>
                <a:ext cx="82062" cy="354271"/>
              </a:xfrm>
              <a:custGeom>
                <a:avLst/>
                <a:gdLst>
                  <a:gd name="connsiteX0" fmla="*/ 82363 w 82062"/>
                  <a:gd name="connsiteY0" fmla="*/ 350817 h 354271"/>
                  <a:gd name="connsiteX1" fmla="*/ 76350 w 82062"/>
                  <a:gd name="connsiteY1" fmla="*/ 343023 h 354271"/>
                  <a:gd name="connsiteX2" fmla="*/ 20816 w 82062"/>
                  <a:gd name="connsiteY2" fmla="*/ 177224 h 354271"/>
                  <a:gd name="connsiteX3" fmla="*/ 77764 w 82062"/>
                  <a:gd name="connsiteY3" fmla="*/ 9653 h 354271"/>
                  <a:gd name="connsiteX4" fmla="*/ 82363 w 82062"/>
                  <a:gd name="connsiteY4" fmla="*/ 3631 h 354271"/>
                  <a:gd name="connsiteX5" fmla="*/ 78826 w 82062"/>
                  <a:gd name="connsiteY5" fmla="*/ 88 h 354271"/>
                  <a:gd name="connsiteX6" fmla="*/ 22584 w 82062"/>
                  <a:gd name="connsiteY6" fmla="*/ 69171 h 354271"/>
                  <a:gd name="connsiteX7" fmla="*/ 300 w 82062"/>
                  <a:gd name="connsiteY7" fmla="*/ 177224 h 354271"/>
                  <a:gd name="connsiteX8" fmla="*/ 23646 w 82062"/>
                  <a:gd name="connsiteY8" fmla="*/ 287757 h 354271"/>
                  <a:gd name="connsiteX9" fmla="*/ 78826 w 82062"/>
                  <a:gd name="connsiteY9" fmla="*/ 354360 h 354271"/>
                  <a:gd name="connsiteX10" fmla="*/ 82363 w 82062"/>
                  <a:gd name="connsiteY10" fmla="*/ 350817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062" h="354271">
                    <a:moveTo>
                      <a:pt x="82363" y="350817"/>
                    </a:moveTo>
                    <a:cubicBezTo>
                      <a:pt x="82363" y="349754"/>
                      <a:pt x="82363" y="349046"/>
                      <a:pt x="76350" y="343023"/>
                    </a:cubicBezTo>
                    <a:cubicBezTo>
                      <a:pt x="32135" y="298385"/>
                      <a:pt x="20816" y="231427"/>
                      <a:pt x="20816" y="177224"/>
                    </a:cubicBezTo>
                    <a:cubicBezTo>
                      <a:pt x="20816" y="115581"/>
                      <a:pt x="34257" y="53937"/>
                      <a:pt x="77764" y="9653"/>
                    </a:cubicBezTo>
                    <a:cubicBezTo>
                      <a:pt x="82363" y="5402"/>
                      <a:pt x="82363" y="4694"/>
                      <a:pt x="82363" y="3631"/>
                    </a:cubicBezTo>
                    <a:cubicBezTo>
                      <a:pt x="82363" y="1151"/>
                      <a:pt x="80948" y="88"/>
                      <a:pt x="78826" y="88"/>
                    </a:cubicBezTo>
                    <a:cubicBezTo>
                      <a:pt x="75288" y="88"/>
                      <a:pt x="43454" y="24179"/>
                      <a:pt x="22584" y="69171"/>
                    </a:cubicBezTo>
                    <a:cubicBezTo>
                      <a:pt x="4545" y="108141"/>
                      <a:pt x="300" y="147465"/>
                      <a:pt x="300" y="177224"/>
                    </a:cubicBezTo>
                    <a:cubicBezTo>
                      <a:pt x="300" y="204857"/>
                      <a:pt x="4191" y="247724"/>
                      <a:pt x="23646" y="287757"/>
                    </a:cubicBezTo>
                    <a:cubicBezTo>
                      <a:pt x="44869" y="331332"/>
                      <a:pt x="75288" y="354360"/>
                      <a:pt x="78826" y="354360"/>
                    </a:cubicBezTo>
                    <a:cubicBezTo>
                      <a:pt x="80948" y="354360"/>
                      <a:pt x="82363" y="353297"/>
                      <a:pt x="82363" y="350817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CBE2FC3-521F-9E3B-DCE6-3D24417031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13354922" y="5429441"/>
                <a:ext cx="173675" cy="249761"/>
              </a:xfrm>
              <a:custGeom>
                <a:avLst/>
                <a:gdLst>
                  <a:gd name="connsiteX0" fmla="*/ 82367 w 173675"/>
                  <a:gd name="connsiteY0" fmla="*/ 3985 h 249761"/>
                  <a:gd name="connsiteX1" fmla="*/ 77768 w 173675"/>
                  <a:gd name="connsiteY1" fmla="*/ 88 h 249761"/>
                  <a:gd name="connsiteX2" fmla="*/ 34615 w 173675"/>
                  <a:gd name="connsiteY2" fmla="*/ 3631 h 249761"/>
                  <a:gd name="connsiteX3" fmla="*/ 27894 w 173675"/>
                  <a:gd name="connsiteY3" fmla="*/ 10716 h 249761"/>
                  <a:gd name="connsiteX4" fmla="*/ 36383 w 173675"/>
                  <a:gd name="connsiteY4" fmla="*/ 14968 h 249761"/>
                  <a:gd name="connsiteX5" fmla="*/ 54069 w 173675"/>
                  <a:gd name="connsiteY5" fmla="*/ 20990 h 249761"/>
                  <a:gd name="connsiteX6" fmla="*/ 53008 w 173675"/>
                  <a:gd name="connsiteY6" fmla="*/ 28076 h 249761"/>
                  <a:gd name="connsiteX7" fmla="*/ 1719 w 173675"/>
                  <a:gd name="connsiteY7" fmla="*/ 232136 h 249761"/>
                  <a:gd name="connsiteX8" fmla="*/ 304 w 173675"/>
                  <a:gd name="connsiteY8" fmla="*/ 239930 h 249761"/>
                  <a:gd name="connsiteX9" fmla="*/ 10562 w 173675"/>
                  <a:gd name="connsiteY9" fmla="*/ 249850 h 249761"/>
                  <a:gd name="connsiteX10" fmla="*/ 23649 w 173675"/>
                  <a:gd name="connsiteY10" fmla="*/ 240638 h 249761"/>
                  <a:gd name="connsiteX11" fmla="*/ 30370 w 173675"/>
                  <a:gd name="connsiteY11" fmla="*/ 213714 h 249761"/>
                  <a:gd name="connsiteX12" fmla="*/ 38152 w 173675"/>
                  <a:gd name="connsiteY12" fmla="*/ 181829 h 249761"/>
                  <a:gd name="connsiteX13" fmla="*/ 44165 w 173675"/>
                  <a:gd name="connsiteY13" fmla="*/ 158093 h 249761"/>
                  <a:gd name="connsiteX14" fmla="*/ 48056 w 173675"/>
                  <a:gd name="connsiteY14" fmla="*/ 142151 h 249761"/>
                  <a:gd name="connsiteX15" fmla="*/ 72109 w 173675"/>
                  <a:gd name="connsiteY15" fmla="*/ 109558 h 249761"/>
                  <a:gd name="connsiteX16" fmla="*/ 106066 w 173675"/>
                  <a:gd name="connsiteY16" fmla="*/ 97159 h 249761"/>
                  <a:gd name="connsiteX17" fmla="*/ 125166 w 173675"/>
                  <a:gd name="connsiteY17" fmla="*/ 121958 h 249761"/>
                  <a:gd name="connsiteX18" fmla="*/ 103236 w 173675"/>
                  <a:gd name="connsiteY18" fmla="*/ 201314 h 249761"/>
                  <a:gd name="connsiteX19" fmla="*/ 98638 w 173675"/>
                  <a:gd name="connsiteY19" fmla="*/ 220799 h 249761"/>
                  <a:gd name="connsiteX20" fmla="*/ 127643 w 173675"/>
                  <a:gd name="connsiteY20" fmla="*/ 249850 h 249761"/>
                  <a:gd name="connsiteX21" fmla="*/ 173980 w 173675"/>
                  <a:gd name="connsiteY21" fmla="*/ 195292 h 249761"/>
                  <a:gd name="connsiteX22" fmla="*/ 169735 w 173675"/>
                  <a:gd name="connsiteY22" fmla="*/ 191749 h 249761"/>
                  <a:gd name="connsiteX23" fmla="*/ 164429 w 173675"/>
                  <a:gd name="connsiteY23" fmla="*/ 198126 h 249761"/>
                  <a:gd name="connsiteX24" fmla="*/ 128350 w 173675"/>
                  <a:gd name="connsiteY24" fmla="*/ 242056 h 249761"/>
                  <a:gd name="connsiteX25" fmla="*/ 119861 w 173675"/>
                  <a:gd name="connsiteY25" fmla="*/ 230365 h 249761"/>
                  <a:gd name="connsiteX26" fmla="*/ 126228 w 173675"/>
                  <a:gd name="connsiteY26" fmla="*/ 205211 h 249761"/>
                  <a:gd name="connsiteX27" fmla="*/ 147804 w 173675"/>
                  <a:gd name="connsiteY27" fmla="*/ 127272 h 249761"/>
                  <a:gd name="connsiteX28" fmla="*/ 107127 w 173675"/>
                  <a:gd name="connsiteY28" fmla="*/ 89365 h 249761"/>
                  <a:gd name="connsiteX29" fmla="*/ 54777 w 173675"/>
                  <a:gd name="connsiteY29" fmla="*/ 116643 h 249761"/>
                  <a:gd name="connsiteX30" fmla="*/ 82367 w 173675"/>
                  <a:gd name="connsiteY30" fmla="*/ 3985 h 249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3675" h="249761">
                    <a:moveTo>
                      <a:pt x="82367" y="3985"/>
                    </a:moveTo>
                    <a:cubicBezTo>
                      <a:pt x="82367" y="3631"/>
                      <a:pt x="82367" y="88"/>
                      <a:pt x="77768" y="88"/>
                    </a:cubicBezTo>
                    <a:cubicBezTo>
                      <a:pt x="69633" y="88"/>
                      <a:pt x="43811" y="2922"/>
                      <a:pt x="34615" y="3631"/>
                    </a:cubicBezTo>
                    <a:cubicBezTo>
                      <a:pt x="31785" y="3985"/>
                      <a:pt x="27894" y="4339"/>
                      <a:pt x="27894" y="10716"/>
                    </a:cubicBezTo>
                    <a:cubicBezTo>
                      <a:pt x="27894" y="14968"/>
                      <a:pt x="31078" y="14968"/>
                      <a:pt x="36383" y="14968"/>
                    </a:cubicBezTo>
                    <a:cubicBezTo>
                      <a:pt x="53362" y="14968"/>
                      <a:pt x="54069" y="17447"/>
                      <a:pt x="54069" y="20990"/>
                    </a:cubicBezTo>
                    <a:lnTo>
                      <a:pt x="53008" y="28076"/>
                    </a:lnTo>
                    <a:lnTo>
                      <a:pt x="1719" y="232136"/>
                    </a:lnTo>
                    <a:cubicBezTo>
                      <a:pt x="304" y="237096"/>
                      <a:pt x="304" y="237804"/>
                      <a:pt x="304" y="239930"/>
                    </a:cubicBezTo>
                    <a:cubicBezTo>
                      <a:pt x="304" y="248078"/>
                      <a:pt x="7378" y="249850"/>
                      <a:pt x="10562" y="249850"/>
                    </a:cubicBezTo>
                    <a:cubicBezTo>
                      <a:pt x="16221" y="249850"/>
                      <a:pt x="21881" y="245598"/>
                      <a:pt x="23649" y="240638"/>
                    </a:cubicBezTo>
                    <a:lnTo>
                      <a:pt x="30370" y="213714"/>
                    </a:lnTo>
                    <a:lnTo>
                      <a:pt x="38152" y="181829"/>
                    </a:lnTo>
                    <a:cubicBezTo>
                      <a:pt x="40274" y="174035"/>
                      <a:pt x="42396" y="166241"/>
                      <a:pt x="44165" y="158093"/>
                    </a:cubicBezTo>
                    <a:cubicBezTo>
                      <a:pt x="44873" y="155968"/>
                      <a:pt x="47702" y="144277"/>
                      <a:pt x="48056" y="142151"/>
                    </a:cubicBezTo>
                    <a:cubicBezTo>
                      <a:pt x="49117" y="138963"/>
                      <a:pt x="60082" y="119123"/>
                      <a:pt x="72109" y="109558"/>
                    </a:cubicBezTo>
                    <a:cubicBezTo>
                      <a:pt x="79891" y="103890"/>
                      <a:pt x="90856" y="97159"/>
                      <a:pt x="106066" y="97159"/>
                    </a:cubicBezTo>
                    <a:cubicBezTo>
                      <a:pt x="121276" y="97159"/>
                      <a:pt x="125166" y="109204"/>
                      <a:pt x="125166" y="121958"/>
                    </a:cubicBezTo>
                    <a:cubicBezTo>
                      <a:pt x="125166" y="141088"/>
                      <a:pt x="111725" y="179704"/>
                      <a:pt x="103236" y="201314"/>
                    </a:cubicBezTo>
                    <a:cubicBezTo>
                      <a:pt x="100406" y="209463"/>
                      <a:pt x="98638" y="213714"/>
                      <a:pt x="98638" y="220799"/>
                    </a:cubicBezTo>
                    <a:cubicBezTo>
                      <a:pt x="98638" y="237450"/>
                      <a:pt x="111018" y="249850"/>
                      <a:pt x="127643" y="249850"/>
                    </a:cubicBezTo>
                    <a:cubicBezTo>
                      <a:pt x="160892" y="249850"/>
                      <a:pt x="173980" y="198126"/>
                      <a:pt x="173980" y="195292"/>
                    </a:cubicBezTo>
                    <a:cubicBezTo>
                      <a:pt x="173980" y="191749"/>
                      <a:pt x="170796" y="191749"/>
                      <a:pt x="169735" y="191749"/>
                    </a:cubicBezTo>
                    <a:cubicBezTo>
                      <a:pt x="166198" y="191749"/>
                      <a:pt x="166198" y="192812"/>
                      <a:pt x="164429" y="198126"/>
                    </a:cubicBezTo>
                    <a:cubicBezTo>
                      <a:pt x="159123" y="216902"/>
                      <a:pt x="147804" y="242056"/>
                      <a:pt x="128350" y="242056"/>
                    </a:cubicBezTo>
                    <a:cubicBezTo>
                      <a:pt x="122337" y="242056"/>
                      <a:pt x="119861" y="238513"/>
                      <a:pt x="119861" y="230365"/>
                    </a:cubicBezTo>
                    <a:cubicBezTo>
                      <a:pt x="119861" y="221508"/>
                      <a:pt x="123044" y="213005"/>
                      <a:pt x="126228" y="205211"/>
                    </a:cubicBezTo>
                    <a:cubicBezTo>
                      <a:pt x="131887" y="189978"/>
                      <a:pt x="147804" y="147819"/>
                      <a:pt x="147804" y="127272"/>
                    </a:cubicBezTo>
                    <a:cubicBezTo>
                      <a:pt x="147804" y="104244"/>
                      <a:pt x="133656" y="89365"/>
                      <a:pt x="107127" y="89365"/>
                    </a:cubicBezTo>
                    <a:cubicBezTo>
                      <a:pt x="84843" y="89365"/>
                      <a:pt x="67864" y="100347"/>
                      <a:pt x="54777" y="116643"/>
                    </a:cubicBezTo>
                    <a:lnTo>
                      <a:pt x="82367" y="3985"/>
                    </a:ln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011D8358-898B-BF78-17ED-A703DFAB82F9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13559428" y="5409602"/>
                <a:ext cx="82062" cy="354271"/>
              </a:xfrm>
              <a:custGeom>
                <a:avLst/>
                <a:gdLst>
                  <a:gd name="connsiteX0" fmla="*/ 82372 w 82062"/>
                  <a:gd name="connsiteY0" fmla="*/ 177224 h 354271"/>
                  <a:gd name="connsiteX1" fmla="*/ 59027 w 82062"/>
                  <a:gd name="connsiteY1" fmla="*/ 66691 h 354271"/>
                  <a:gd name="connsiteX2" fmla="*/ 3847 w 82062"/>
                  <a:gd name="connsiteY2" fmla="*/ 88 h 354271"/>
                  <a:gd name="connsiteX3" fmla="*/ 310 w 82062"/>
                  <a:gd name="connsiteY3" fmla="*/ 3631 h 354271"/>
                  <a:gd name="connsiteX4" fmla="*/ 7030 w 82062"/>
                  <a:gd name="connsiteY4" fmla="*/ 11779 h 354271"/>
                  <a:gd name="connsiteX5" fmla="*/ 61857 w 82062"/>
                  <a:gd name="connsiteY5" fmla="*/ 177224 h 354271"/>
                  <a:gd name="connsiteX6" fmla="*/ 4908 w 82062"/>
                  <a:gd name="connsiteY6" fmla="*/ 344794 h 354271"/>
                  <a:gd name="connsiteX7" fmla="*/ 310 w 82062"/>
                  <a:gd name="connsiteY7" fmla="*/ 350817 h 354271"/>
                  <a:gd name="connsiteX8" fmla="*/ 3847 w 82062"/>
                  <a:gd name="connsiteY8" fmla="*/ 354360 h 354271"/>
                  <a:gd name="connsiteX9" fmla="*/ 60088 w 82062"/>
                  <a:gd name="connsiteY9" fmla="*/ 285277 h 354271"/>
                  <a:gd name="connsiteX10" fmla="*/ 82372 w 82062"/>
                  <a:gd name="connsiteY10" fmla="*/ 177224 h 354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062" h="354271">
                    <a:moveTo>
                      <a:pt x="82372" y="177224"/>
                    </a:moveTo>
                    <a:cubicBezTo>
                      <a:pt x="82372" y="149591"/>
                      <a:pt x="78481" y="106724"/>
                      <a:pt x="59027" y="66691"/>
                    </a:cubicBezTo>
                    <a:cubicBezTo>
                      <a:pt x="37804" y="23116"/>
                      <a:pt x="7384" y="88"/>
                      <a:pt x="3847" y="88"/>
                    </a:cubicBezTo>
                    <a:cubicBezTo>
                      <a:pt x="1725" y="88"/>
                      <a:pt x="310" y="1505"/>
                      <a:pt x="310" y="3631"/>
                    </a:cubicBezTo>
                    <a:cubicBezTo>
                      <a:pt x="310" y="4694"/>
                      <a:pt x="310" y="5402"/>
                      <a:pt x="7030" y="11779"/>
                    </a:cubicBezTo>
                    <a:cubicBezTo>
                      <a:pt x="41695" y="46852"/>
                      <a:pt x="61857" y="103181"/>
                      <a:pt x="61857" y="177224"/>
                    </a:cubicBezTo>
                    <a:cubicBezTo>
                      <a:pt x="61857" y="237804"/>
                      <a:pt x="48769" y="300156"/>
                      <a:pt x="4908" y="344794"/>
                    </a:cubicBezTo>
                    <a:cubicBezTo>
                      <a:pt x="310" y="349046"/>
                      <a:pt x="310" y="349754"/>
                      <a:pt x="310" y="350817"/>
                    </a:cubicBezTo>
                    <a:cubicBezTo>
                      <a:pt x="310" y="352943"/>
                      <a:pt x="1725" y="354360"/>
                      <a:pt x="3847" y="354360"/>
                    </a:cubicBezTo>
                    <a:cubicBezTo>
                      <a:pt x="7384" y="354360"/>
                      <a:pt x="39219" y="330269"/>
                      <a:pt x="60088" y="285277"/>
                    </a:cubicBezTo>
                    <a:cubicBezTo>
                      <a:pt x="78128" y="246307"/>
                      <a:pt x="82372" y="206983"/>
                      <a:pt x="82372" y="177224"/>
                    </a:cubicBezTo>
                    <a:close/>
                  </a:path>
                </a:pathLst>
              </a:custGeom>
              <a:grpFill/>
              <a:ln w="354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P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992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7948-32FB-F20E-F6E4-E4FF408D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D1C22905-98AC-95FC-2E1E-17A6630131F0}"/>
              </a:ext>
            </a:extLst>
          </p:cNvPr>
          <p:cNvSpPr/>
          <p:nvPr/>
        </p:nvSpPr>
        <p:spPr>
          <a:xfrm>
            <a:off x="3200400" y="3127664"/>
            <a:ext cx="4234065" cy="1068198"/>
          </a:xfrm>
          <a:prstGeom prst="roundRect">
            <a:avLst/>
          </a:prstGeom>
          <a:solidFill>
            <a:srgbClr val="00206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9B9AC-22B7-85C3-5C85-AAE343821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BFD46-CCC9-C9EE-63C1-1D62E2BF86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3249" y="955924"/>
                <a:ext cx="10207236" cy="5262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Now, consider , Taylor Backward difference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−…</m:t>
                      </m:r>
                    </m:oMath>
                  </m:oMathPara>
                </a14:m>
                <a:endParaRPr lang="en-P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BFD46-CCC9-C9EE-63C1-1D62E2BF8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3249" y="955924"/>
                <a:ext cx="10207236" cy="5262563"/>
              </a:xfrm>
              <a:blipFill>
                <a:blip r:embed="rId47"/>
                <a:stretch>
                  <a:fillRect l="-1075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E2EF964-19D8-7491-86C3-EC7531671092}"/>
              </a:ext>
            </a:extLst>
          </p:cNvPr>
          <p:cNvSpPr txBox="1"/>
          <p:nvPr/>
        </p:nvSpPr>
        <p:spPr>
          <a:xfrm>
            <a:off x="1528997" y="179882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Basic Concept:</a:t>
            </a:r>
            <a:endParaRPr lang="en-PK" sz="3600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2D8B5A7-7DF2-E280-6DAF-7BF1ED53679D}"/>
              </a:ext>
            </a:extLst>
          </p:cNvPr>
          <p:cNvSpPr/>
          <p:nvPr/>
        </p:nvSpPr>
        <p:spPr>
          <a:xfrm rot="5400000">
            <a:off x="8349070" y="3506083"/>
            <a:ext cx="173646" cy="1527486"/>
          </a:xfrm>
          <a:prstGeom prst="rightBrace">
            <a:avLst>
              <a:gd name="adj1" fmla="val 2961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1A82E3-4A07-BD01-51E3-2ED56B425CD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15770" y="4409528"/>
            <a:ext cx="1970192" cy="222052"/>
            <a:chOff x="11471672" y="5294292"/>
            <a:chExt cx="1970192" cy="22205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7B01B4A-FD7C-CEA6-B6E5-AE8573000C44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471672" y="5309836"/>
              <a:ext cx="140574" cy="150995"/>
            </a:xfrm>
            <a:custGeom>
              <a:avLst/>
              <a:gdLst>
                <a:gd name="connsiteX0" fmla="*/ 23581 w 140574"/>
                <a:gd name="connsiteY0" fmla="*/ 133760 h 150995"/>
                <a:gd name="connsiteX1" fmla="*/ 5640 w 140574"/>
                <a:gd name="connsiteY1" fmla="*/ 144197 h 150995"/>
                <a:gd name="connsiteX2" fmla="*/ 190 w 140574"/>
                <a:gd name="connsiteY2" fmla="*/ 144197 h 150995"/>
                <a:gd name="connsiteX3" fmla="*/ 190 w 140574"/>
                <a:gd name="connsiteY3" fmla="*/ 151080 h 150995"/>
                <a:gd name="connsiteX4" fmla="*/ 131226 w 140574"/>
                <a:gd name="connsiteY4" fmla="*/ 151080 h 150995"/>
                <a:gd name="connsiteX5" fmla="*/ 140764 w 140574"/>
                <a:gd name="connsiteY5" fmla="*/ 93791 h 150995"/>
                <a:gd name="connsiteX6" fmla="*/ 135087 w 140574"/>
                <a:gd name="connsiteY6" fmla="*/ 93791 h 150995"/>
                <a:gd name="connsiteX7" fmla="*/ 85125 w 140574"/>
                <a:gd name="connsiteY7" fmla="*/ 144197 h 150995"/>
                <a:gd name="connsiteX8" fmla="*/ 54921 w 140574"/>
                <a:gd name="connsiteY8" fmla="*/ 144197 h 150995"/>
                <a:gd name="connsiteX9" fmla="*/ 43793 w 140574"/>
                <a:gd name="connsiteY9" fmla="*/ 135315 h 150995"/>
                <a:gd name="connsiteX10" fmla="*/ 43793 w 140574"/>
                <a:gd name="connsiteY10" fmla="*/ 76027 h 150995"/>
                <a:gd name="connsiteX11" fmla="*/ 64232 w 140574"/>
                <a:gd name="connsiteY11" fmla="*/ 76027 h 150995"/>
                <a:gd name="connsiteX12" fmla="*/ 88758 w 140574"/>
                <a:gd name="connsiteY12" fmla="*/ 102007 h 150995"/>
                <a:gd name="connsiteX13" fmla="*/ 94436 w 140574"/>
                <a:gd name="connsiteY13" fmla="*/ 102007 h 150995"/>
                <a:gd name="connsiteX14" fmla="*/ 94436 w 140574"/>
                <a:gd name="connsiteY14" fmla="*/ 43163 h 150995"/>
                <a:gd name="connsiteX15" fmla="*/ 88758 w 140574"/>
                <a:gd name="connsiteY15" fmla="*/ 43163 h 150995"/>
                <a:gd name="connsiteX16" fmla="*/ 64232 w 140574"/>
                <a:gd name="connsiteY16" fmla="*/ 69143 h 150995"/>
                <a:gd name="connsiteX17" fmla="*/ 43793 w 140574"/>
                <a:gd name="connsiteY17" fmla="*/ 69143 h 150995"/>
                <a:gd name="connsiteX18" fmla="*/ 43793 w 140574"/>
                <a:gd name="connsiteY18" fmla="*/ 15850 h 150995"/>
                <a:gd name="connsiteX19" fmla="*/ 54921 w 140574"/>
                <a:gd name="connsiteY19" fmla="*/ 6968 h 150995"/>
                <a:gd name="connsiteX20" fmla="*/ 84216 w 140574"/>
                <a:gd name="connsiteY20" fmla="*/ 6968 h 150995"/>
                <a:gd name="connsiteX21" fmla="*/ 128728 w 140574"/>
                <a:gd name="connsiteY21" fmla="*/ 50046 h 150995"/>
                <a:gd name="connsiteX22" fmla="*/ 134405 w 140574"/>
                <a:gd name="connsiteY22" fmla="*/ 50046 h 150995"/>
                <a:gd name="connsiteX23" fmla="*/ 128046 w 140574"/>
                <a:gd name="connsiteY23" fmla="*/ 85 h 150995"/>
                <a:gd name="connsiteX24" fmla="*/ 190 w 140574"/>
                <a:gd name="connsiteY24" fmla="*/ 85 h 150995"/>
                <a:gd name="connsiteX25" fmla="*/ 190 w 140574"/>
                <a:gd name="connsiteY25" fmla="*/ 6968 h 150995"/>
                <a:gd name="connsiteX26" fmla="*/ 5640 w 140574"/>
                <a:gd name="connsiteY26" fmla="*/ 6968 h 150995"/>
                <a:gd name="connsiteX27" fmla="*/ 23581 w 140574"/>
                <a:gd name="connsiteY27" fmla="*/ 17405 h 150995"/>
                <a:gd name="connsiteX28" fmla="*/ 23581 w 140574"/>
                <a:gd name="connsiteY28" fmla="*/ 133760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0574" h="150995">
                  <a:moveTo>
                    <a:pt x="23581" y="133760"/>
                  </a:moveTo>
                  <a:cubicBezTo>
                    <a:pt x="23581" y="141754"/>
                    <a:pt x="23127" y="144197"/>
                    <a:pt x="5640" y="144197"/>
                  </a:cubicBezTo>
                  <a:lnTo>
                    <a:pt x="190" y="144197"/>
                  </a:lnTo>
                  <a:lnTo>
                    <a:pt x="190" y="151080"/>
                  </a:lnTo>
                  <a:lnTo>
                    <a:pt x="131226" y="151080"/>
                  </a:lnTo>
                  <a:lnTo>
                    <a:pt x="140764" y="93791"/>
                  </a:lnTo>
                  <a:lnTo>
                    <a:pt x="135087" y="93791"/>
                  </a:lnTo>
                  <a:cubicBezTo>
                    <a:pt x="129409" y="127987"/>
                    <a:pt x="124186" y="144197"/>
                    <a:pt x="85125" y="144197"/>
                  </a:cubicBezTo>
                  <a:lnTo>
                    <a:pt x="54921" y="144197"/>
                  </a:lnTo>
                  <a:cubicBezTo>
                    <a:pt x="44247" y="144197"/>
                    <a:pt x="43793" y="142642"/>
                    <a:pt x="43793" y="135315"/>
                  </a:cubicBezTo>
                  <a:lnTo>
                    <a:pt x="43793" y="76027"/>
                  </a:lnTo>
                  <a:lnTo>
                    <a:pt x="64232" y="76027"/>
                  </a:lnTo>
                  <a:cubicBezTo>
                    <a:pt x="86260" y="76027"/>
                    <a:pt x="88758" y="83132"/>
                    <a:pt x="88758" y="102007"/>
                  </a:cubicBezTo>
                  <a:lnTo>
                    <a:pt x="94436" y="102007"/>
                  </a:lnTo>
                  <a:lnTo>
                    <a:pt x="94436" y="43163"/>
                  </a:lnTo>
                  <a:lnTo>
                    <a:pt x="88758" y="43163"/>
                  </a:lnTo>
                  <a:cubicBezTo>
                    <a:pt x="88758" y="62259"/>
                    <a:pt x="86260" y="69143"/>
                    <a:pt x="64232" y="69143"/>
                  </a:cubicBezTo>
                  <a:lnTo>
                    <a:pt x="43793" y="69143"/>
                  </a:lnTo>
                  <a:lnTo>
                    <a:pt x="43793" y="15850"/>
                  </a:lnTo>
                  <a:cubicBezTo>
                    <a:pt x="43793" y="8523"/>
                    <a:pt x="44247" y="6968"/>
                    <a:pt x="54921" y="6968"/>
                  </a:cubicBezTo>
                  <a:lnTo>
                    <a:pt x="84216" y="6968"/>
                  </a:lnTo>
                  <a:cubicBezTo>
                    <a:pt x="118963" y="6968"/>
                    <a:pt x="125094" y="19181"/>
                    <a:pt x="128728" y="50046"/>
                  </a:cubicBezTo>
                  <a:lnTo>
                    <a:pt x="134405" y="50046"/>
                  </a:lnTo>
                  <a:lnTo>
                    <a:pt x="128046" y="85"/>
                  </a:lnTo>
                  <a:lnTo>
                    <a:pt x="190" y="85"/>
                  </a:lnTo>
                  <a:lnTo>
                    <a:pt x="190" y="6968"/>
                  </a:lnTo>
                  <a:lnTo>
                    <a:pt x="5640" y="6968"/>
                  </a:lnTo>
                  <a:cubicBezTo>
                    <a:pt x="23127" y="6968"/>
                    <a:pt x="23581" y="9411"/>
                    <a:pt x="23581" y="17405"/>
                  </a:cubicBezTo>
                  <a:lnTo>
                    <a:pt x="23581" y="133760"/>
                  </a:ln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A41BA32-7014-331E-C681-5A6BA99E95FF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625091" y="5362684"/>
              <a:ext cx="76305" cy="98147"/>
            </a:xfrm>
            <a:custGeom>
              <a:avLst/>
              <a:gdLst>
                <a:gd name="connsiteX0" fmla="*/ 31763 w 76305"/>
                <a:gd name="connsiteY0" fmla="*/ 24510 h 98147"/>
                <a:gd name="connsiteX1" fmla="*/ 31763 w 76305"/>
                <a:gd name="connsiteY1" fmla="*/ 85 h 98147"/>
                <a:gd name="connsiteX2" fmla="*/ 197 w 76305"/>
                <a:gd name="connsiteY2" fmla="*/ 2527 h 98147"/>
                <a:gd name="connsiteX3" fmla="*/ 197 w 76305"/>
                <a:gd name="connsiteY3" fmla="*/ 9411 h 98147"/>
                <a:gd name="connsiteX4" fmla="*/ 17910 w 76305"/>
                <a:gd name="connsiteY4" fmla="*/ 21846 h 98147"/>
                <a:gd name="connsiteX5" fmla="*/ 17910 w 76305"/>
                <a:gd name="connsiteY5" fmla="*/ 81356 h 98147"/>
                <a:gd name="connsiteX6" fmla="*/ 197 w 76305"/>
                <a:gd name="connsiteY6" fmla="*/ 91348 h 98147"/>
                <a:gd name="connsiteX7" fmla="*/ 197 w 76305"/>
                <a:gd name="connsiteY7" fmla="*/ 98232 h 98147"/>
                <a:gd name="connsiteX8" fmla="*/ 26086 w 76305"/>
                <a:gd name="connsiteY8" fmla="*/ 97566 h 98147"/>
                <a:gd name="connsiteX9" fmla="*/ 54927 w 76305"/>
                <a:gd name="connsiteY9" fmla="*/ 98232 h 98147"/>
                <a:gd name="connsiteX10" fmla="*/ 54927 w 76305"/>
                <a:gd name="connsiteY10" fmla="*/ 91348 h 98147"/>
                <a:gd name="connsiteX11" fmla="*/ 50158 w 76305"/>
                <a:gd name="connsiteY11" fmla="*/ 91348 h 98147"/>
                <a:gd name="connsiteX12" fmla="*/ 32899 w 76305"/>
                <a:gd name="connsiteY12" fmla="*/ 80912 h 98147"/>
                <a:gd name="connsiteX13" fmla="*/ 32899 w 76305"/>
                <a:gd name="connsiteY13" fmla="*/ 46716 h 98147"/>
                <a:gd name="connsiteX14" fmla="*/ 59696 w 76305"/>
                <a:gd name="connsiteY14" fmla="*/ 4970 h 98147"/>
                <a:gd name="connsiteX15" fmla="*/ 62195 w 76305"/>
                <a:gd name="connsiteY15" fmla="*/ 5192 h 98147"/>
                <a:gd name="connsiteX16" fmla="*/ 56971 w 76305"/>
                <a:gd name="connsiteY16" fmla="*/ 13852 h 98147"/>
                <a:gd name="connsiteX17" fmla="*/ 66737 w 76305"/>
                <a:gd name="connsiteY17" fmla="*/ 23400 h 98147"/>
                <a:gd name="connsiteX18" fmla="*/ 76502 w 76305"/>
                <a:gd name="connsiteY18" fmla="*/ 13630 h 98147"/>
                <a:gd name="connsiteX19" fmla="*/ 59696 w 76305"/>
                <a:gd name="connsiteY19" fmla="*/ 85 h 98147"/>
                <a:gd name="connsiteX20" fmla="*/ 31763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63" y="24510"/>
                  </a:moveTo>
                  <a:lnTo>
                    <a:pt x="31763" y="85"/>
                  </a:lnTo>
                  <a:lnTo>
                    <a:pt x="197" y="2527"/>
                  </a:lnTo>
                  <a:lnTo>
                    <a:pt x="197" y="9411"/>
                  </a:lnTo>
                  <a:cubicBezTo>
                    <a:pt x="16093" y="9411"/>
                    <a:pt x="17910" y="10965"/>
                    <a:pt x="17910" y="21846"/>
                  </a:cubicBezTo>
                  <a:lnTo>
                    <a:pt x="17910" y="81356"/>
                  </a:lnTo>
                  <a:cubicBezTo>
                    <a:pt x="17910" y="91348"/>
                    <a:pt x="15412" y="91348"/>
                    <a:pt x="197" y="91348"/>
                  </a:cubicBezTo>
                  <a:lnTo>
                    <a:pt x="197" y="98232"/>
                  </a:lnTo>
                  <a:cubicBezTo>
                    <a:pt x="9053" y="98010"/>
                    <a:pt x="19727" y="97566"/>
                    <a:pt x="26086" y="97566"/>
                  </a:cubicBezTo>
                  <a:cubicBezTo>
                    <a:pt x="35170" y="97566"/>
                    <a:pt x="45843" y="97566"/>
                    <a:pt x="54927" y="98232"/>
                  </a:cubicBezTo>
                  <a:lnTo>
                    <a:pt x="54927" y="91348"/>
                  </a:lnTo>
                  <a:lnTo>
                    <a:pt x="50158" y="91348"/>
                  </a:lnTo>
                  <a:cubicBezTo>
                    <a:pt x="33353" y="91348"/>
                    <a:pt x="32899" y="88906"/>
                    <a:pt x="32899" y="80912"/>
                  </a:cubicBezTo>
                  <a:lnTo>
                    <a:pt x="32899" y="46716"/>
                  </a:lnTo>
                  <a:cubicBezTo>
                    <a:pt x="32899" y="24732"/>
                    <a:pt x="42437" y="4970"/>
                    <a:pt x="59696" y="4970"/>
                  </a:cubicBezTo>
                  <a:cubicBezTo>
                    <a:pt x="61286" y="4970"/>
                    <a:pt x="61740" y="4970"/>
                    <a:pt x="62195" y="5192"/>
                  </a:cubicBezTo>
                  <a:cubicBezTo>
                    <a:pt x="61513" y="5414"/>
                    <a:pt x="56971" y="8079"/>
                    <a:pt x="56971" y="13852"/>
                  </a:cubicBezTo>
                  <a:cubicBezTo>
                    <a:pt x="56971" y="20069"/>
                    <a:pt x="61740" y="23400"/>
                    <a:pt x="66737" y="23400"/>
                  </a:cubicBezTo>
                  <a:cubicBezTo>
                    <a:pt x="70824" y="23400"/>
                    <a:pt x="76502" y="20736"/>
                    <a:pt x="76502" y="13630"/>
                  </a:cubicBezTo>
                  <a:cubicBezTo>
                    <a:pt x="76502" y="6524"/>
                    <a:pt x="69462" y="85"/>
                    <a:pt x="59696" y="85"/>
                  </a:cubicBezTo>
                  <a:cubicBezTo>
                    <a:pt x="43118" y="85"/>
                    <a:pt x="34943" y="14962"/>
                    <a:pt x="31763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F87E41A-B79B-9D2E-AB76-F5664EC1DED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714038" y="5362684"/>
              <a:ext cx="76305" cy="98147"/>
            </a:xfrm>
            <a:custGeom>
              <a:avLst/>
              <a:gdLst>
                <a:gd name="connsiteX0" fmla="*/ 31767 w 76305"/>
                <a:gd name="connsiteY0" fmla="*/ 24510 h 98147"/>
                <a:gd name="connsiteX1" fmla="*/ 31767 w 76305"/>
                <a:gd name="connsiteY1" fmla="*/ 85 h 98147"/>
                <a:gd name="connsiteX2" fmla="*/ 200 w 76305"/>
                <a:gd name="connsiteY2" fmla="*/ 2527 h 98147"/>
                <a:gd name="connsiteX3" fmla="*/ 200 w 76305"/>
                <a:gd name="connsiteY3" fmla="*/ 9411 h 98147"/>
                <a:gd name="connsiteX4" fmla="*/ 17914 w 76305"/>
                <a:gd name="connsiteY4" fmla="*/ 21846 h 98147"/>
                <a:gd name="connsiteX5" fmla="*/ 17914 w 76305"/>
                <a:gd name="connsiteY5" fmla="*/ 81356 h 98147"/>
                <a:gd name="connsiteX6" fmla="*/ 200 w 76305"/>
                <a:gd name="connsiteY6" fmla="*/ 91348 h 98147"/>
                <a:gd name="connsiteX7" fmla="*/ 200 w 76305"/>
                <a:gd name="connsiteY7" fmla="*/ 98232 h 98147"/>
                <a:gd name="connsiteX8" fmla="*/ 26090 w 76305"/>
                <a:gd name="connsiteY8" fmla="*/ 97566 h 98147"/>
                <a:gd name="connsiteX9" fmla="*/ 54931 w 76305"/>
                <a:gd name="connsiteY9" fmla="*/ 98232 h 98147"/>
                <a:gd name="connsiteX10" fmla="*/ 54931 w 76305"/>
                <a:gd name="connsiteY10" fmla="*/ 91348 h 98147"/>
                <a:gd name="connsiteX11" fmla="*/ 50162 w 76305"/>
                <a:gd name="connsiteY11" fmla="*/ 91348 h 98147"/>
                <a:gd name="connsiteX12" fmla="*/ 32903 w 76305"/>
                <a:gd name="connsiteY12" fmla="*/ 80912 h 98147"/>
                <a:gd name="connsiteX13" fmla="*/ 32903 w 76305"/>
                <a:gd name="connsiteY13" fmla="*/ 46716 h 98147"/>
                <a:gd name="connsiteX14" fmla="*/ 59700 w 76305"/>
                <a:gd name="connsiteY14" fmla="*/ 4970 h 98147"/>
                <a:gd name="connsiteX15" fmla="*/ 62198 w 76305"/>
                <a:gd name="connsiteY15" fmla="*/ 5192 h 98147"/>
                <a:gd name="connsiteX16" fmla="*/ 56975 w 76305"/>
                <a:gd name="connsiteY16" fmla="*/ 13852 h 98147"/>
                <a:gd name="connsiteX17" fmla="*/ 66740 w 76305"/>
                <a:gd name="connsiteY17" fmla="*/ 23400 h 98147"/>
                <a:gd name="connsiteX18" fmla="*/ 76506 w 76305"/>
                <a:gd name="connsiteY18" fmla="*/ 13630 h 98147"/>
                <a:gd name="connsiteX19" fmla="*/ 59700 w 76305"/>
                <a:gd name="connsiteY19" fmla="*/ 85 h 98147"/>
                <a:gd name="connsiteX20" fmla="*/ 31767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67" y="24510"/>
                  </a:moveTo>
                  <a:lnTo>
                    <a:pt x="31767" y="85"/>
                  </a:lnTo>
                  <a:lnTo>
                    <a:pt x="200" y="2527"/>
                  </a:lnTo>
                  <a:lnTo>
                    <a:pt x="200" y="9411"/>
                  </a:lnTo>
                  <a:cubicBezTo>
                    <a:pt x="16097" y="9411"/>
                    <a:pt x="17914" y="10965"/>
                    <a:pt x="17914" y="21846"/>
                  </a:cubicBezTo>
                  <a:lnTo>
                    <a:pt x="17914" y="81356"/>
                  </a:lnTo>
                  <a:cubicBezTo>
                    <a:pt x="17914" y="91348"/>
                    <a:pt x="15416" y="91348"/>
                    <a:pt x="200" y="91348"/>
                  </a:cubicBezTo>
                  <a:lnTo>
                    <a:pt x="200" y="98232"/>
                  </a:lnTo>
                  <a:cubicBezTo>
                    <a:pt x="9057" y="98010"/>
                    <a:pt x="19731" y="97566"/>
                    <a:pt x="26090" y="97566"/>
                  </a:cubicBezTo>
                  <a:cubicBezTo>
                    <a:pt x="35174" y="97566"/>
                    <a:pt x="45847" y="97566"/>
                    <a:pt x="54931" y="98232"/>
                  </a:cubicBezTo>
                  <a:lnTo>
                    <a:pt x="54931" y="91348"/>
                  </a:lnTo>
                  <a:lnTo>
                    <a:pt x="50162" y="91348"/>
                  </a:lnTo>
                  <a:cubicBezTo>
                    <a:pt x="33357" y="91348"/>
                    <a:pt x="32903" y="88906"/>
                    <a:pt x="32903" y="80912"/>
                  </a:cubicBezTo>
                  <a:lnTo>
                    <a:pt x="32903" y="46716"/>
                  </a:lnTo>
                  <a:cubicBezTo>
                    <a:pt x="32903" y="24732"/>
                    <a:pt x="42441" y="4970"/>
                    <a:pt x="59700" y="4970"/>
                  </a:cubicBezTo>
                  <a:cubicBezTo>
                    <a:pt x="61290" y="4970"/>
                    <a:pt x="61744" y="4970"/>
                    <a:pt x="62198" y="5192"/>
                  </a:cubicBezTo>
                  <a:cubicBezTo>
                    <a:pt x="61517" y="5414"/>
                    <a:pt x="56975" y="8079"/>
                    <a:pt x="56975" y="13852"/>
                  </a:cubicBezTo>
                  <a:cubicBezTo>
                    <a:pt x="56975" y="20069"/>
                    <a:pt x="61744" y="23400"/>
                    <a:pt x="66740" y="23400"/>
                  </a:cubicBezTo>
                  <a:cubicBezTo>
                    <a:pt x="70828" y="23400"/>
                    <a:pt x="76506" y="20736"/>
                    <a:pt x="76506" y="13630"/>
                  </a:cubicBezTo>
                  <a:cubicBezTo>
                    <a:pt x="76506" y="6524"/>
                    <a:pt x="69466" y="85"/>
                    <a:pt x="59700" y="85"/>
                  </a:cubicBezTo>
                  <a:cubicBezTo>
                    <a:pt x="43122" y="85"/>
                    <a:pt x="34947" y="14962"/>
                    <a:pt x="31767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E16BB3B-584C-DD1C-F3A9-D4BD581F903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802985" y="5361352"/>
              <a:ext cx="100604" cy="101922"/>
            </a:xfrm>
            <a:custGeom>
              <a:avLst/>
              <a:gdLst>
                <a:gd name="connsiteX0" fmla="*/ 100809 w 100604"/>
                <a:gd name="connsiteY0" fmla="*/ 52045 h 101922"/>
                <a:gd name="connsiteX1" fmla="*/ 50620 w 100604"/>
                <a:gd name="connsiteY1" fmla="*/ 85 h 101922"/>
                <a:gd name="connsiteX2" fmla="*/ 204 w 100604"/>
                <a:gd name="connsiteY2" fmla="*/ 52045 h 101922"/>
                <a:gd name="connsiteX3" fmla="*/ 50393 w 100604"/>
                <a:gd name="connsiteY3" fmla="*/ 102007 h 101922"/>
                <a:gd name="connsiteX4" fmla="*/ 100809 w 100604"/>
                <a:gd name="connsiteY4" fmla="*/ 52045 h 101922"/>
                <a:gd name="connsiteX5" fmla="*/ 50620 w 100604"/>
                <a:gd name="connsiteY5" fmla="*/ 96455 h 101922"/>
                <a:gd name="connsiteX6" fmla="*/ 24731 w 100604"/>
                <a:gd name="connsiteY6" fmla="*/ 81578 h 101922"/>
                <a:gd name="connsiteX7" fmla="*/ 19054 w 100604"/>
                <a:gd name="connsiteY7" fmla="*/ 50269 h 101922"/>
                <a:gd name="connsiteX8" fmla="*/ 24504 w 100604"/>
                <a:gd name="connsiteY8" fmla="*/ 19847 h 101922"/>
                <a:gd name="connsiteX9" fmla="*/ 50393 w 100604"/>
                <a:gd name="connsiteY9" fmla="*/ 4970 h 101922"/>
                <a:gd name="connsiteX10" fmla="*/ 76055 w 100604"/>
                <a:gd name="connsiteY10" fmla="*/ 19403 h 101922"/>
                <a:gd name="connsiteX11" fmla="*/ 81960 w 100604"/>
                <a:gd name="connsiteY11" fmla="*/ 50269 h 101922"/>
                <a:gd name="connsiteX12" fmla="*/ 76964 w 100604"/>
                <a:gd name="connsiteY12" fmla="*/ 80024 h 101922"/>
                <a:gd name="connsiteX13" fmla="*/ 50620 w 100604"/>
                <a:gd name="connsiteY13" fmla="*/ 96455 h 101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604" h="101922">
                  <a:moveTo>
                    <a:pt x="100809" y="52045"/>
                  </a:moveTo>
                  <a:cubicBezTo>
                    <a:pt x="100809" y="23622"/>
                    <a:pt x="78099" y="85"/>
                    <a:pt x="50620" y="85"/>
                  </a:cubicBezTo>
                  <a:cubicBezTo>
                    <a:pt x="22233" y="85"/>
                    <a:pt x="204" y="24288"/>
                    <a:pt x="204" y="52045"/>
                  </a:cubicBezTo>
                  <a:cubicBezTo>
                    <a:pt x="204" y="80690"/>
                    <a:pt x="23823" y="102007"/>
                    <a:pt x="50393" y="102007"/>
                  </a:cubicBezTo>
                  <a:cubicBezTo>
                    <a:pt x="77872" y="102007"/>
                    <a:pt x="100809" y="80246"/>
                    <a:pt x="100809" y="52045"/>
                  </a:cubicBezTo>
                  <a:close/>
                  <a:moveTo>
                    <a:pt x="50620" y="96455"/>
                  </a:moveTo>
                  <a:cubicBezTo>
                    <a:pt x="40855" y="96455"/>
                    <a:pt x="30863" y="91792"/>
                    <a:pt x="24731" y="81578"/>
                  </a:cubicBezTo>
                  <a:cubicBezTo>
                    <a:pt x="19054" y="71808"/>
                    <a:pt x="19054" y="58262"/>
                    <a:pt x="19054" y="50269"/>
                  </a:cubicBezTo>
                  <a:cubicBezTo>
                    <a:pt x="19054" y="41608"/>
                    <a:pt x="19054" y="29618"/>
                    <a:pt x="24504" y="19847"/>
                  </a:cubicBezTo>
                  <a:cubicBezTo>
                    <a:pt x="30636" y="9633"/>
                    <a:pt x="41309" y="4970"/>
                    <a:pt x="50393" y="4970"/>
                  </a:cubicBezTo>
                  <a:cubicBezTo>
                    <a:pt x="60386" y="4970"/>
                    <a:pt x="70151" y="9855"/>
                    <a:pt x="76055" y="19403"/>
                  </a:cubicBezTo>
                  <a:cubicBezTo>
                    <a:pt x="81960" y="28952"/>
                    <a:pt x="81960" y="41831"/>
                    <a:pt x="81960" y="50269"/>
                  </a:cubicBezTo>
                  <a:cubicBezTo>
                    <a:pt x="81960" y="58262"/>
                    <a:pt x="81960" y="70253"/>
                    <a:pt x="76964" y="80024"/>
                  </a:cubicBezTo>
                  <a:cubicBezTo>
                    <a:pt x="71968" y="90016"/>
                    <a:pt x="61975" y="96455"/>
                    <a:pt x="50620" y="96455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DF5598-633D-36C0-A7E6-63B86F75FD2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916535" y="5362684"/>
              <a:ext cx="76305" cy="98147"/>
            </a:xfrm>
            <a:custGeom>
              <a:avLst/>
              <a:gdLst>
                <a:gd name="connsiteX0" fmla="*/ 31776 w 76305"/>
                <a:gd name="connsiteY0" fmla="*/ 24510 h 98147"/>
                <a:gd name="connsiteX1" fmla="*/ 31776 w 76305"/>
                <a:gd name="connsiteY1" fmla="*/ 85 h 98147"/>
                <a:gd name="connsiteX2" fmla="*/ 209 w 76305"/>
                <a:gd name="connsiteY2" fmla="*/ 2527 h 98147"/>
                <a:gd name="connsiteX3" fmla="*/ 209 w 76305"/>
                <a:gd name="connsiteY3" fmla="*/ 9411 h 98147"/>
                <a:gd name="connsiteX4" fmla="*/ 17923 w 76305"/>
                <a:gd name="connsiteY4" fmla="*/ 21846 h 98147"/>
                <a:gd name="connsiteX5" fmla="*/ 17923 w 76305"/>
                <a:gd name="connsiteY5" fmla="*/ 81356 h 98147"/>
                <a:gd name="connsiteX6" fmla="*/ 209 w 76305"/>
                <a:gd name="connsiteY6" fmla="*/ 91348 h 98147"/>
                <a:gd name="connsiteX7" fmla="*/ 209 w 76305"/>
                <a:gd name="connsiteY7" fmla="*/ 98232 h 98147"/>
                <a:gd name="connsiteX8" fmla="*/ 26099 w 76305"/>
                <a:gd name="connsiteY8" fmla="*/ 97566 h 98147"/>
                <a:gd name="connsiteX9" fmla="*/ 54940 w 76305"/>
                <a:gd name="connsiteY9" fmla="*/ 98232 h 98147"/>
                <a:gd name="connsiteX10" fmla="*/ 54940 w 76305"/>
                <a:gd name="connsiteY10" fmla="*/ 91348 h 98147"/>
                <a:gd name="connsiteX11" fmla="*/ 50171 w 76305"/>
                <a:gd name="connsiteY11" fmla="*/ 91348 h 98147"/>
                <a:gd name="connsiteX12" fmla="*/ 32912 w 76305"/>
                <a:gd name="connsiteY12" fmla="*/ 80912 h 98147"/>
                <a:gd name="connsiteX13" fmla="*/ 32912 w 76305"/>
                <a:gd name="connsiteY13" fmla="*/ 46716 h 98147"/>
                <a:gd name="connsiteX14" fmla="*/ 59709 w 76305"/>
                <a:gd name="connsiteY14" fmla="*/ 4970 h 98147"/>
                <a:gd name="connsiteX15" fmla="*/ 62207 w 76305"/>
                <a:gd name="connsiteY15" fmla="*/ 5192 h 98147"/>
                <a:gd name="connsiteX16" fmla="*/ 56984 w 76305"/>
                <a:gd name="connsiteY16" fmla="*/ 13852 h 98147"/>
                <a:gd name="connsiteX17" fmla="*/ 66749 w 76305"/>
                <a:gd name="connsiteY17" fmla="*/ 23400 h 98147"/>
                <a:gd name="connsiteX18" fmla="*/ 76515 w 76305"/>
                <a:gd name="connsiteY18" fmla="*/ 13630 h 98147"/>
                <a:gd name="connsiteX19" fmla="*/ 59709 w 76305"/>
                <a:gd name="connsiteY19" fmla="*/ 85 h 98147"/>
                <a:gd name="connsiteX20" fmla="*/ 31776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76" y="24510"/>
                  </a:moveTo>
                  <a:lnTo>
                    <a:pt x="31776" y="85"/>
                  </a:lnTo>
                  <a:lnTo>
                    <a:pt x="209" y="2527"/>
                  </a:lnTo>
                  <a:lnTo>
                    <a:pt x="209" y="9411"/>
                  </a:lnTo>
                  <a:cubicBezTo>
                    <a:pt x="16106" y="9411"/>
                    <a:pt x="17923" y="10965"/>
                    <a:pt x="17923" y="21846"/>
                  </a:cubicBezTo>
                  <a:lnTo>
                    <a:pt x="17923" y="81356"/>
                  </a:lnTo>
                  <a:cubicBezTo>
                    <a:pt x="17923" y="91348"/>
                    <a:pt x="15425" y="91348"/>
                    <a:pt x="209" y="91348"/>
                  </a:cubicBezTo>
                  <a:lnTo>
                    <a:pt x="209" y="98232"/>
                  </a:lnTo>
                  <a:cubicBezTo>
                    <a:pt x="9066" y="98010"/>
                    <a:pt x="19740" y="97566"/>
                    <a:pt x="26099" y="97566"/>
                  </a:cubicBezTo>
                  <a:cubicBezTo>
                    <a:pt x="35183" y="97566"/>
                    <a:pt x="45856" y="97566"/>
                    <a:pt x="54940" y="98232"/>
                  </a:cubicBezTo>
                  <a:lnTo>
                    <a:pt x="54940" y="91348"/>
                  </a:lnTo>
                  <a:lnTo>
                    <a:pt x="50171" y="91348"/>
                  </a:lnTo>
                  <a:cubicBezTo>
                    <a:pt x="33366" y="91348"/>
                    <a:pt x="32912" y="88906"/>
                    <a:pt x="32912" y="80912"/>
                  </a:cubicBezTo>
                  <a:lnTo>
                    <a:pt x="32912" y="46716"/>
                  </a:lnTo>
                  <a:cubicBezTo>
                    <a:pt x="32912" y="24732"/>
                    <a:pt x="42450" y="4970"/>
                    <a:pt x="59709" y="4970"/>
                  </a:cubicBezTo>
                  <a:cubicBezTo>
                    <a:pt x="61299" y="4970"/>
                    <a:pt x="61753" y="4970"/>
                    <a:pt x="62207" y="5192"/>
                  </a:cubicBezTo>
                  <a:cubicBezTo>
                    <a:pt x="61526" y="5414"/>
                    <a:pt x="56984" y="8079"/>
                    <a:pt x="56984" y="13852"/>
                  </a:cubicBezTo>
                  <a:cubicBezTo>
                    <a:pt x="56984" y="20069"/>
                    <a:pt x="61753" y="23400"/>
                    <a:pt x="66749" y="23400"/>
                  </a:cubicBezTo>
                  <a:cubicBezTo>
                    <a:pt x="70837" y="23400"/>
                    <a:pt x="76515" y="20736"/>
                    <a:pt x="76515" y="13630"/>
                  </a:cubicBezTo>
                  <a:cubicBezTo>
                    <a:pt x="76515" y="6524"/>
                    <a:pt x="69474" y="85"/>
                    <a:pt x="59709" y="85"/>
                  </a:cubicBezTo>
                  <a:cubicBezTo>
                    <a:pt x="43131" y="85"/>
                    <a:pt x="34955" y="14962"/>
                    <a:pt x="31776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B92F578-B5BD-C479-A943-B2AB6C91B8BD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082999" y="5310502"/>
              <a:ext cx="147387" cy="150329"/>
            </a:xfrm>
            <a:custGeom>
              <a:avLst/>
              <a:gdLst>
                <a:gd name="connsiteX0" fmla="*/ 143289 w 147387"/>
                <a:gd name="connsiteY0" fmla="*/ 85 h 150329"/>
                <a:gd name="connsiteX1" fmla="*/ 4531 w 147387"/>
                <a:gd name="connsiteY1" fmla="*/ 85 h 150329"/>
                <a:gd name="connsiteX2" fmla="*/ 217 w 147387"/>
                <a:gd name="connsiteY2" fmla="*/ 50046 h 150329"/>
                <a:gd name="connsiteX3" fmla="*/ 5894 w 147387"/>
                <a:gd name="connsiteY3" fmla="*/ 50046 h 150329"/>
                <a:gd name="connsiteX4" fmla="*/ 46772 w 147387"/>
                <a:gd name="connsiteY4" fmla="*/ 6968 h 150329"/>
                <a:gd name="connsiteX5" fmla="*/ 59035 w 147387"/>
                <a:gd name="connsiteY5" fmla="*/ 7412 h 150329"/>
                <a:gd name="connsiteX6" fmla="*/ 63804 w 147387"/>
                <a:gd name="connsiteY6" fmla="*/ 15850 h 150329"/>
                <a:gd name="connsiteX7" fmla="*/ 63804 w 147387"/>
                <a:gd name="connsiteY7" fmla="*/ 132872 h 150329"/>
                <a:gd name="connsiteX8" fmla="*/ 39959 w 147387"/>
                <a:gd name="connsiteY8" fmla="*/ 143530 h 150329"/>
                <a:gd name="connsiteX9" fmla="*/ 30875 w 147387"/>
                <a:gd name="connsiteY9" fmla="*/ 143530 h 150329"/>
                <a:gd name="connsiteX10" fmla="*/ 30875 w 147387"/>
                <a:gd name="connsiteY10" fmla="*/ 150414 h 150329"/>
                <a:gd name="connsiteX11" fmla="*/ 73797 w 147387"/>
                <a:gd name="connsiteY11" fmla="*/ 149748 h 150329"/>
                <a:gd name="connsiteX12" fmla="*/ 116945 w 147387"/>
                <a:gd name="connsiteY12" fmla="*/ 150414 h 150329"/>
                <a:gd name="connsiteX13" fmla="*/ 116945 w 147387"/>
                <a:gd name="connsiteY13" fmla="*/ 143530 h 150329"/>
                <a:gd name="connsiteX14" fmla="*/ 107861 w 147387"/>
                <a:gd name="connsiteY14" fmla="*/ 143530 h 150329"/>
                <a:gd name="connsiteX15" fmla="*/ 84016 w 147387"/>
                <a:gd name="connsiteY15" fmla="*/ 132872 h 150329"/>
                <a:gd name="connsiteX16" fmla="*/ 84016 w 147387"/>
                <a:gd name="connsiteY16" fmla="*/ 15850 h 150329"/>
                <a:gd name="connsiteX17" fmla="*/ 88104 w 147387"/>
                <a:gd name="connsiteY17" fmla="*/ 7412 h 150329"/>
                <a:gd name="connsiteX18" fmla="*/ 101048 w 147387"/>
                <a:gd name="connsiteY18" fmla="*/ 6968 h 150329"/>
                <a:gd name="connsiteX19" fmla="*/ 141926 w 147387"/>
                <a:gd name="connsiteY19" fmla="*/ 50046 h 150329"/>
                <a:gd name="connsiteX20" fmla="*/ 147604 w 147387"/>
                <a:gd name="connsiteY20" fmla="*/ 50046 h 150329"/>
                <a:gd name="connsiteX21" fmla="*/ 143289 w 147387"/>
                <a:gd name="connsiteY21" fmla="*/ 85 h 15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387" h="150329">
                  <a:moveTo>
                    <a:pt x="143289" y="85"/>
                  </a:moveTo>
                  <a:lnTo>
                    <a:pt x="4531" y="85"/>
                  </a:lnTo>
                  <a:lnTo>
                    <a:pt x="217" y="50046"/>
                  </a:lnTo>
                  <a:lnTo>
                    <a:pt x="5894" y="50046"/>
                  </a:lnTo>
                  <a:cubicBezTo>
                    <a:pt x="9073" y="14296"/>
                    <a:pt x="12480" y="6968"/>
                    <a:pt x="46772" y="6968"/>
                  </a:cubicBezTo>
                  <a:cubicBezTo>
                    <a:pt x="50860" y="6968"/>
                    <a:pt x="56764" y="6968"/>
                    <a:pt x="59035" y="7412"/>
                  </a:cubicBezTo>
                  <a:cubicBezTo>
                    <a:pt x="63804" y="8301"/>
                    <a:pt x="63804" y="10743"/>
                    <a:pt x="63804" y="15850"/>
                  </a:cubicBezTo>
                  <a:lnTo>
                    <a:pt x="63804" y="132872"/>
                  </a:lnTo>
                  <a:cubicBezTo>
                    <a:pt x="63804" y="140422"/>
                    <a:pt x="63804" y="143530"/>
                    <a:pt x="39959" y="143530"/>
                  </a:cubicBezTo>
                  <a:lnTo>
                    <a:pt x="30875" y="143530"/>
                  </a:lnTo>
                  <a:lnTo>
                    <a:pt x="30875" y="150414"/>
                  </a:lnTo>
                  <a:cubicBezTo>
                    <a:pt x="40186" y="149748"/>
                    <a:pt x="63350" y="149748"/>
                    <a:pt x="73797" y="149748"/>
                  </a:cubicBezTo>
                  <a:cubicBezTo>
                    <a:pt x="84243" y="149748"/>
                    <a:pt x="107634" y="149748"/>
                    <a:pt x="116945" y="150414"/>
                  </a:cubicBezTo>
                  <a:lnTo>
                    <a:pt x="116945" y="143530"/>
                  </a:lnTo>
                  <a:lnTo>
                    <a:pt x="107861" y="143530"/>
                  </a:lnTo>
                  <a:cubicBezTo>
                    <a:pt x="84016" y="143530"/>
                    <a:pt x="84016" y="140422"/>
                    <a:pt x="84016" y="132872"/>
                  </a:cubicBezTo>
                  <a:lnTo>
                    <a:pt x="84016" y="15850"/>
                  </a:lnTo>
                  <a:cubicBezTo>
                    <a:pt x="84016" y="11409"/>
                    <a:pt x="84016" y="8301"/>
                    <a:pt x="88104" y="7412"/>
                  </a:cubicBezTo>
                  <a:cubicBezTo>
                    <a:pt x="90602" y="6968"/>
                    <a:pt x="96734" y="6968"/>
                    <a:pt x="101048" y="6968"/>
                  </a:cubicBezTo>
                  <a:cubicBezTo>
                    <a:pt x="135340" y="6968"/>
                    <a:pt x="138747" y="14296"/>
                    <a:pt x="141926" y="50046"/>
                  </a:cubicBezTo>
                  <a:lnTo>
                    <a:pt x="147604" y="50046"/>
                  </a:lnTo>
                  <a:lnTo>
                    <a:pt x="143289" y="85"/>
                  </a:ln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77D4B5-A670-70E5-F277-E964C2D5E15B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2226274" y="5361352"/>
              <a:ext cx="87887" cy="101922"/>
            </a:xfrm>
            <a:custGeom>
              <a:avLst/>
              <a:gdLst>
                <a:gd name="connsiteX0" fmla="*/ 19299 w 87887"/>
                <a:gd name="connsiteY0" fmla="*/ 43607 h 101922"/>
                <a:gd name="connsiteX1" fmla="*/ 47459 w 87887"/>
                <a:gd name="connsiteY1" fmla="*/ 4970 h 101922"/>
                <a:gd name="connsiteX2" fmla="*/ 73122 w 87887"/>
                <a:gd name="connsiteY2" fmla="*/ 43607 h 101922"/>
                <a:gd name="connsiteX3" fmla="*/ 19299 w 87887"/>
                <a:gd name="connsiteY3" fmla="*/ 43607 h 101922"/>
                <a:gd name="connsiteX4" fmla="*/ 19072 w 87887"/>
                <a:gd name="connsiteY4" fmla="*/ 48270 h 101922"/>
                <a:gd name="connsiteX5" fmla="*/ 82433 w 87887"/>
                <a:gd name="connsiteY5" fmla="*/ 48270 h 101922"/>
                <a:gd name="connsiteX6" fmla="*/ 88110 w 87887"/>
                <a:gd name="connsiteY6" fmla="*/ 43607 h 101922"/>
                <a:gd name="connsiteX7" fmla="*/ 47459 w 87887"/>
                <a:gd name="connsiteY7" fmla="*/ 85 h 101922"/>
                <a:gd name="connsiteX8" fmla="*/ 223 w 87887"/>
                <a:gd name="connsiteY8" fmla="*/ 50713 h 101922"/>
                <a:gd name="connsiteX9" fmla="*/ 50185 w 87887"/>
                <a:gd name="connsiteY9" fmla="*/ 102007 h 101922"/>
                <a:gd name="connsiteX10" fmla="*/ 88110 w 87887"/>
                <a:gd name="connsiteY10" fmla="*/ 73140 h 101922"/>
                <a:gd name="connsiteX11" fmla="*/ 85158 w 87887"/>
                <a:gd name="connsiteY11" fmla="*/ 70475 h 101922"/>
                <a:gd name="connsiteX12" fmla="*/ 82206 w 87887"/>
                <a:gd name="connsiteY12" fmla="*/ 73584 h 101922"/>
                <a:gd name="connsiteX13" fmla="*/ 51547 w 87887"/>
                <a:gd name="connsiteY13" fmla="*/ 96455 h 101922"/>
                <a:gd name="connsiteX14" fmla="*/ 25885 w 87887"/>
                <a:gd name="connsiteY14" fmla="*/ 81578 h 101922"/>
                <a:gd name="connsiteX15" fmla="*/ 19072 w 87887"/>
                <a:gd name="connsiteY15" fmla="*/ 48270 h 101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887" h="101922">
                  <a:moveTo>
                    <a:pt x="19299" y="43607"/>
                  </a:moveTo>
                  <a:cubicBezTo>
                    <a:pt x="20662" y="10521"/>
                    <a:pt x="39738" y="4970"/>
                    <a:pt x="47459" y="4970"/>
                  </a:cubicBezTo>
                  <a:cubicBezTo>
                    <a:pt x="70851" y="4970"/>
                    <a:pt x="73122" y="34947"/>
                    <a:pt x="73122" y="43607"/>
                  </a:cubicBezTo>
                  <a:lnTo>
                    <a:pt x="19299" y="43607"/>
                  </a:lnTo>
                  <a:close/>
                  <a:moveTo>
                    <a:pt x="19072" y="48270"/>
                  </a:moveTo>
                  <a:lnTo>
                    <a:pt x="82433" y="48270"/>
                  </a:lnTo>
                  <a:cubicBezTo>
                    <a:pt x="87429" y="48270"/>
                    <a:pt x="88110" y="48270"/>
                    <a:pt x="88110" y="43607"/>
                  </a:cubicBezTo>
                  <a:cubicBezTo>
                    <a:pt x="88110" y="21624"/>
                    <a:pt x="75847" y="85"/>
                    <a:pt x="47459" y="85"/>
                  </a:cubicBezTo>
                  <a:cubicBezTo>
                    <a:pt x="21116" y="85"/>
                    <a:pt x="223" y="22956"/>
                    <a:pt x="223" y="50713"/>
                  </a:cubicBezTo>
                  <a:cubicBezTo>
                    <a:pt x="223" y="80468"/>
                    <a:pt x="24068" y="102007"/>
                    <a:pt x="50185" y="102007"/>
                  </a:cubicBezTo>
                  <a:cubicBezTo>
                    <a:pt x="77891" y="102007"/>
                    <a:pt x="88110" y="77359"/>
                    <a:pt x="88110" y="73140"/>
                  </a:cubicBezTo>
                  <a:cubicBezTo>
                    <a:pt x="88110" y="70919"/>
                    <a:pt x="86293" y="70475"/>
                    <a:pt x="85158" y="70475"/>
                  </a:cubicBezTo>
                  <a:cubicBezTo>
                    <a:pt x="83114" y="70475"/>
                    <a:pt x="82660" y="71808"/>
                    <a:pt x="82206" y="73584"/>
                  </a:cubicBezTo>
                  <a:cubicBezTo>
                    <a:pt x="74257" y="96455"/>
                    <a:pt x="53818" y="96455"/>
                    <a:pt x="51547" y="96455"/>
                  </a:cubicBezTo>
                  <a:cubicBezTo>
                    <a:pt x="40192" y="96455"/>
                    <a:pt x="31108" y="89794"/>
                    <a:pt x="25885" y="81578"/>
                  </a:cubicBezTo>
                  <a:cubicBezTo>
                    <a:pt x="19072" y="70919"/>
                    <a:pt x="19072" y="56264"/>
                    <a:pt x="19072" y="4827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F6E768D-29BB-438C-FAB0-3D029C59C84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2327207" y="5362684"/>
              <a:ext cx="76305" cy="98147"/>
            </a:xfrm>
            <a:custGeom>
              <a:avLst/>
              <a:gdLst>
                <a:gd name="connsiteX0" fmla="*/ 31794 w 76305"/>
                <a:gd name="connsiteY0" fmla="*/ 24510 h 98147"/>
                <a:gd name="connsiteX1" fmla="*/ 31794 w 76305"/>
                <a:gd name="connsiteY1" fmla="*/ 85 h 98147"/>
                <a:gd name="connsiteX2" fmla="*/ 227 w 76305"/>
                <a:gd name="connsiteY2" fmla="*/ 2527 h 98147"/>
                <a:gd name="connsiteX3" fmla="*/ 227 w 76305"/>
                <a:gd name="connsiteY3" fmla="*/ 9411 h 98147"/>
                <a:gd name="connsiteX4" fmla="*/ 17941 w 76305"/>
                <a:gd name="connsiteY4" fmla="*/ 21846 h 98147"/>
                <a:gd name="connsiteX5" fmla="*/ 17941 w 76305"/>
                <a:gd name="connsiteY5" fmla="*/ 81356 h 98147"/>
                <a:gd name="connsiteX6" fmla="*/ 227 w 76305"/>
                <a:gd name="connsiteY6" fmla="*/ 91348 h 98147"/>
                <a:gd name="connsiteX7" fmla="*/ 227 w 76305"/>
                <a:gd name="connsiteY7" fmla="*/ 98232 h 98147"/>
                <a:gd name="connsiteX8" fmla="*/ 26117 w 76305"/>
                <a:gd name="connsiteY8" fmla="*/ 97566 h 98147"/>
                <a:gd name="connsiteX9" fmla="*/ 54958 w 76305"/>
                <a:gd name="connsiteY9" fmla="*/ 98232 h 98147"/>
                <a:gd name="connsiteX10" fmla="*/ 54958 w 76305"/>
                <a:gd name="connsiteY10" fmla="*/ 91348 h 98147"/>
                <a:gd name="connsiteX11" fmla="*/ 50189 w 76305"/>
                <a:gd name="connsiteY11" fmla="*/ 91348 h 98147"/>
                <a:gd name="connsiteX12" fmla="*/ 32930 w 76305"/>
                <a:gd name="connsiteY12" fmla="*/ 80912 h 98147"/>
                <a:gd name="connsiteX13" fmla="*/ 32930 w 76305"/>
                <a:gd name="connsiteY13" fmla="*/ 46716 h 98147"/>
                <a:gd name="connsiteX14" fmla="*/ 59727 w 76305"/>
                <a:gd name="connsiteY14" fmla="*/ 4970 h 98147"/>
                <a:gd name="connsiteX15" fmla="*/ 62225 w 76305"/>
                <a:gd name="connsiteY15" fmla="*/ 5192 h 98147"/>
                <a:gd name="connsiteX16" fmla="*/ 57002 w 76305"/>
                <a:gd name="connsiteY16" fmla="*/ 13852 h 98147"/>
                <a:gd name="connsiteX17" fmla="*/ 66767 w 76305"/>
                <a:gd name="connsiteY17" fmla="*/ 23400 h 98147"/>
                <a:gd name="connsiteX18" fmla="*/ 76533 w 76305"/>
                <a:gd name="connsiteY18" fmla="*/ 13630 h 98147"/>
                <a:gd name="connsiteX19" fmla="*/ 59727 w 76305"/>
                <a:gd name="connsiteY19" fmla="*/ 85 h 98147"/>
                <a:gd name="connsiteX20" fmla="*/ 31794 w 76305"/>
                <a:gd name="connsiteY20" fmla="*/ 24510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305" h="98147">
                  <a:moveTo>
                    <a:pt x="31794" y="24510"/>
                  </a:moveTo>
                  <a:lnTo>
                    <a:pt x="31794" y="85"/>
                  </a:lnTo>
                  <a:lnTo>
                    <a:pt x="227" y="2527"/>
                  </a:lnTo>
                  <a:lnTo>
                    <a:pt x="227" y="9411"/>
                  </a:lnTo>
                  <a:cubicBezTo>
                    <a:pt x="16124" y="9411"/>
                    <a:pt x="17941" y="10965"/>
                    <a:pt x="17941" y="21846"/>
                  </a:cubicBezTo>
                  <a:lnTo>
                    <a:pt x="17941" y="81356"/>
                  </a:lnTo>
                  <a:cubicBezTo>
                    <a:pt x="17941" y="91348"/>
                    <a:pt x="15443" y="91348"/>
                    <a:pt x="227" y="91348"/>
                  </a:cubicBezTo>
                  <a:lnTo>
                    <a:pt x="227" y="98232"/>
                  </a:lnTo>
                  <a:cubicBezTo>
                    <a:pt x="9084" y="98010"/>
                    <a:pt x="19758" y="97566"/>
                    <a:pt x="26117" y="97566"/>
                  </a:cubicBezTo>
                  <a:cubicBezTo>
                    <a:pt x="35201" y="97566"/>
                    <a:pt x="45874" y="97566"/>
                    <a:pt x="54958" y="98232"/>
                  </a:cubicBezTo>
                  <a:lnTo>
                    <a:pt x="54958" y="91348"/>
                  </a:lnTo>
                  <a:lnTo>
                    <a:pt x="50189" y="91348"/>
                  </a:lnTo>
                  <a:cubicBezTo>
                    <a:pt x="33384" y="91348"/>
                    <a:pt x="32930" y="88906"/>
                    <a:pt x="32930" y="80912"/>
                  </a:cubicBezTo>
                  <a:lnTo>
                    <a:pt x="32930" y="46716"/>
                  </a:lnTo>
                  <a:cubicBezTo>
                    <a:pt x="32930" y="24732"/>
                    <a:pt x="42468" y="4970"/>
                    <a:pt x="59727" y="4970"/>
                  </a:cubicBezTo>
                  <a:cubicBezTo>
                    <a:pt x="61317" y="4970"/>
                    <a:pt x="61771" y="4970"/>
                    <a:pt x="62225" y="5192"/>
                  </a:cubicBezTo>
                  <a:cubicBezTo>
                    <a:pt x="61544" y="5414"/>
                    <a:pt x="57002" y="8079"/>
                    <a:pt x="57002" y="13852"/>
                  </a:cubicBezTo>
                  <a:cubicBezTo>
                    <a:pt x="57002" y="20069"/>
                    <a:pt x="61771" y="23400"/>
                    <a:pt x="66767" y="23400"/>
                  </a:cubicBezTo>
                  <a:cubicBezTo>
                    <a:pt x="70855" y="23400"/>
                    <a:pt x="76533" y="20736"/>
                    <a:pt x="76533" y="13630"/>
                  </a:cubicBezTo>
                  <a:cubicBezTo>
                    <a:pt x="76533" y="6524"/>
                    <a:pt x="69493" y="85"/>
                    <a:pt x="59727" y="85"/>
                  </a:cubicBezTo>
                  <a:cubicBezTo>
                    <a:pt x="43149" y="85"/>
                    <a:pt x="34973" y="14962"/>
                    <a:pt x="31794" y="24510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EA685E-EB63-FBF4-4945-9598AB3F1950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2417063" y="5362684"/>
              <a:ext cx="177364" cy="98147"/>
            </a:xfrm>
            <a:custGeom>
              <a:avLst/>
              <a:gdLst>
                <a:gd name="connsiteX0" fmla="*/ 17945 w 177364"/>
                <a:gd name="connsiteY0" fmla="*/ 21846 h 98147"/>
                <a:gd name="connsiteX1" fmla="*/ 17945 w 177364"/>
                <a:gd name="connsiteY1" fmla="*/ 81356 h 98147"/>
                <a:gd name="connsiteX2" fmla="*/ 231 w 177364"/>
                <a:gd name="connsiteY2" fmla="*/ 91348 h 98147"/>
                <a:gd name="connsiteX3" fmla="*/ 231 w 177364"/>
                <a:gd name="connsiteY3" fmla="*/ 98232 h 98147"/>
                <a:gd name="connsiteX4" fmla="*/ 25893 w 177364"/>
                <a:gd name="connsiteY4" fmla="*/ 97566 h 98147"/>
                <a:gd name="connsiteX5" fmla="*/ 51329 w 177364"/>
                <a:gd name="connsiteY5" fmla="*/ 98232 h 98147"/>
                <a:gd name="connsiteX6" fmla="*/ 51329 w 177364"/>
                <a:gd name="connsiteY6" fmla="*/ 91348 h 98147"/>
                <a:gd name="connsiteX7" fmla="*/ 33615 w 177364"/>
                <a:gd name="connsiteY7" fmla="*/ 81356 h 98147"/>
                <a:gd name="connsiteX8" fmla="*/ 33615 w 177364"/>
                <a:gd name="connsiteY8" fmla="*/ 40498 h 98147"/>
                <a:gd name="connsiteX9" fmla="*/ 64273 w 177364"/>
                <a:gd name="connsiteY9" fmla="*/ 4970 h 98147"/>
                <a:gd name="connsiteX10" fmla="*/ 81078 w 177364"/>
                <a:gd name="connsiteY10" fmla="*/ 29618 h 98147"/>
                <a:gd name="connsiteX11" fmla="*/ 81078 w 177364"/>
                <a:gd name="connsiteY11" fmla="*/ 81356 h 98147"/>
                <a:gd name="connsiteX12" fmla="*/ 63365 w 177364"/>
                <a:gd name="connsiteY12" fmla="*/ 91348 h 98147"/>
                <a:gd name="connsiteX13" fmla="*/ 63365 w 177364"/>
                <a:gd name="connsiteY13" fmla="*/ 98232 h 98147"/>
                <a:gd name="connsiteX14" fmla="*/ 89027 w 177364"/>
                <a:gd name="connsiteY14" fmla="*/ 97566 h 98147"/>
                <a:gd name="connsiteX15" fmla="*/ 114462 w 177364"/>
                <a:gd name="connsiteY15" fmla="*/ 98232 h 98147"/>
                <a:gd name="connsiteX16" fmla="*/ 114462 w 177364"/>
                <a:gd name="connsiteY16" fmla="*/ 91348 h 98147"/>
                <a:gd name="connsiteX17" fmla="*/ 96748 w 177364"/>
                <a:gd name="connsiteY17" fmla="*/ 81356 h 98147"/>
                <a:gd name="connsiteX18" fmla="*/ 96748 w 177364"/>
                <a:gd name="connsiteY18" fmla="*/ 40498 h 98147"/>
                <a:gd name="connsiteX19" fmla="*/ 127407 w 177364"/>
                <a:gd name="connsiteY19" fmla="*/ 4970 h 98147"/>
                <a:gd name="connsiteX20" fmla="*/ 144212 w 177364"/>
                <a:gd name="connsiteY20" fmla="*/ 29618 h 98147"/>
                <a:gd name="connsiteX21" fmla="*/ 144212 w 177364"/>
                <a:gd name="connsiteY21" fmla="*/ 81356 h 98147"/>
                <a:gd name="connsiteX22" fmla="*/ 126498 w 177364"/>
                <a:gd name="connsiteY22" fmla="*/ 91348 h 98147"/>
                <a:gd name="connsiteX23" fmla="*/ 126498 w 177364"/>
                <a:gd name="connsiteY23" fmla="*/ 98232 h 98147"/>
                <a:gd name="connsiteX24" fmla="*/ 152160 w 177364"/>
                <a:gd name="connsiteY24" fmla="*/ 97566 h 98147"/>
                <a:gd name="connsiteX25" fmla="*/ 177596 w 177364"/>
                <a:gd name="connsiteY25" fmla="*/ 98232 h 98147"/>
                <a:gd name="connsiteX26" fmla="*/ 177596 w 177364"/>
                <a:gd name="connsiteY26" fmla="*/ 91348 h 98147"/>
                <a:gd name="connsiteX27" fmla="*/ 159882 w 177364"/>
                <a:gd name="connsiteY27" fmla="*/ 84687 h 98147"/>
                <a:gd name="connsiteX28" fmla="*/ 159882 w 177364"/>
                <a:gd name="connsiteY28" fmla="*/ 42275 h 98147"/>
                <a:gd name="connsiteX29" fmla="*/ 152842 w 177364"/>
                <a:gd name="connsiteY29" fmla="*/ 8301 h 98147"/>
                <a:gd name="connsiteX30" fmla="*/ 128996 w 177364"/>
                <a:gd name="connsiteY30" fmla="*/ 85 h 98147"/>
                <a:gd name="connsiteX31" fmla="*/ 96067 w 177364"/>
                <a:gd name="connsiteY31" fmla="*/ 21846 h 98147"/>
                <a:gd name="connsiteX32" fmla="*/ 65863 w 177364"/>
                <a:gd name="connsiteY32" fmla="*/ 85 h 98147"/>
                <a:gd name="connsiteX33" fmla="*/ 32252 w 177364"/>
                <a:gd name="connsiteY33" fmla="*/ 23400 h 98147"/>
                <a:gd name="connsiteX34" fmla="*/ 32252 w 177364"/>
                <a:gd name="connsiteY34" fmla="*/ 85 h 98147"/>
                <a:gd name="connsiteX35" fmla="*/ 231 w 177364"/>
                <a:gd name="connsiteY35" fmla="*/ 2527 h 98147"/>
                <a:gd name="connsiteX36" fmla="*/ 231 w 177364"/>
                <a:gd name="connsiteY36" fmla="*/ 9411 h 98147"/>
                <a:gd name="connsiteX37" fmla="*/ 17945 w 177364"/>
                <a:gd name="connsiteY37" fmla="*/ 21846 h 9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77364" h="98147">
                  <a:moveTo>
                    <a:pt x="17945" y="21846"/>
                  </a:moveTo>
                  <a:lnTo>
                    <a:pt x="17945" y="81356"/>
                  </a:lnTo>
                  <a:cubicBezTo>
                    <a:pt x="17945" y="91348"/>
                    <a:pt x="15447" y="91348"/>
                    <a:pt x="231" y="91348"/>
                  </a:cubicBezTo>
                  <a:lnTo>
                    <a:pt x="231" y="98232"/>
                  </a:lnTo>
                  <a:cubicBezTo>
                    <a:pt x="8180" y="98010"/>
                    <a:pt x="19762" y="97566"/>
                    <a:pt x="25893" y="97566"/>
                  </a:cubicBezTo>
                  <a:cubicBezTo>
                    <a:pt x="31798" y="97566"/>
                    <a:pt x="43607" y="98010"/>
                    <a:pt x="51329" y="98232"/>
                  </a:cubicBezTo>
                  <a:lnTo>
                    <a:pt x="51329" y="91348"/>
                  </a:lnTo>
                  <a:cubicBezTo>
                    <a:pt x="36113" y="91348"/>
                    <a:pt x="33615" y="91348"/>
                    <a:pt x="33615" y="81356"/>
                  </a:cubicBezTo>
                  <a:lnTo>
                    <a:pt x="33615" y="40498"/>
                  </a:lnTo>
                  <a:cubicBezTo>
                    <a:pt x="33615" y="17405"/>
                    <a:pt x="49739" y="4970"/>
                    <a:pt x="64273" y="4970"/>
                  </a:cubicBezTo>
                  <a:cubicBezTo>
                    <a:pt x="78580" y="4970"/>
                    <a:pt x="81078" y="16961"/>
                    <a:pt x="81078" y="29618"/>
                  </a:cubicBezTo>
                  <a:lnTo>
                    <a:pt x="81078" y="81356"/>
                  </a:lnTo>
                  <a:cubicBezTo>
                    <a:pt x="81078" y="91348"/>
                    <a:pt x="78580" y="91348"/>
                    <a:pt x="63365" y="91348"/>
                  </a:cubicBezTo>
                  <a:lnTo>
                    <a:pt x="63365" y="98232"/>
                  </a:lnTo>
                  <a:cubicBezTo>
                    <a:pt x="71313" y="98010"/>
                    <a:pt x="82895" y="97566"/>
                    <a:pt x="89027" y="97566"/>
                  </a:cubicBezTo>
                  <a:cubicBezTo>
                    <a:pt x="94931" y="97566"/>
                    <a:pt x="106741" y="98010"/>
                    <a:pt x="114462" y="98232"/>
                  </a:cubicBezTo>
                  <a:lnTo>
                    <a:pt x="114462" y="91348"/>
                  </a:lnTo>
                  <a:cubicBezTo>
                    <a:pt x="99246" y="91348"/>
                    <a:pt x="96748" y="91348"/>
                    <a:pt x="96748" y="81356"/>
                  </a:cubicBezTo>
                  <a:lnTo>
                    <a:pt x="96748" y="40498"/>
                  </a:lnTo>
                  <a:cubicBezTo>
                    <a:pt x="96748" y="17405"/>
                    <a:pt x="112872" y="4970"/>
                    <a:pt x="127407" y="4970"/>
                  </a:cubicBezTo>
                  <a:cubicBezTo>
                    <a:pt x="141714" y="4970"/>
                    <a:pt x="144212" y="16961"/>
                    <a:pt x="144212" y="29618"/>
                  </a:cubicBezTo>
                  <a:lnTo>
                    <a:pt x="144212" y="81356"/>
                  </a:lnTo>
                  <a:cubicBezTo>
                    <a:pt x="144212" y="91348"/>
                    <a:pt x="141714" y="91348"/>
                    <a:pt x="126498" y="91348"/>
                  </a:cubicBezTo>
                  <a:lnTo>
                    <a:pt x="126498" y="98232"/>
                  </a:lnTo>
                  <a:cubicBezTo>
                    <a:pt x="134447" y="98010"/>
                    <a:pt x="146029" y="97566"/>
                    <a:pt x="152160" y="97566"/>
                  </a:cubicBezTo>
                  <a:cubicBezTo>
                    <a:pt x="158065" y="97566"/>
                    <a:pt x="169874" y="98010"/>
                    <a:pt x="177596" y="98232"/>
                  </a:cubicBezTo>
                  <a:lnTo>
                    <a:pt x="177596" y="91348"/>
                  </a:lnTo>
                  <a:cubicBezTo>
                    <a:pt x="165786" y="91348"/>
                    <a:pt x="160109" y="91348"/>
                    <a:pt x="159882" y="84687"/>
                  </a:cubicBezTo>
                  <a:lnTo>
                    <a:pt x="159882" y="42275"/>
                  </a:lnTo>
                  <a:cubicBezTo>
                    <a:pt x="159882" y="23178"/>
                    <a:pt x="159882" y="16295"/>
                    <a:pt x="152842" y="8301"/>
                  </a:cubicBezTo>
                  <a:cubicBezTo>
                    <a:pt x="149662" y="4526"/>
                    <a:pt x="142168" y="85"/>
                    <a:pt x="128996" y="85"/>
                  </a:cubicBezTo>
                  <a:cubicBezTo>
                    <a:pt x="109920" y="85"/>
                    <a:pt x="99928" y="13408"/>
                    <a:pt x="96067" y="21846"/>
                  </a:cubicBezTo>
                  <a:cubicBezTo>
                    <a:pt x="92888" y="2527"/>
                    <a:pt x="76082" y="85"/>
                    <a:pt x="65863" y="85"/>
                  </a:cubicBezTo>
                  <a:cubicBezTo>
                    <a:pt x="49285" y="85"/>
                    <a:pt x="38611" y="9633"/>
                    <a:pt x="32252" y="23400"/>
                  </a:cubicBezTo>
                  <a:lnTo>
                    <a:pt x="32252" y="85"/>
                  </a:lnTo>
                  <a:lnTo>
                    <a:pt x="231" y="2527"/>
                  </a:lnTo>
                  <a:lnTo>
                    <a:pt x="231" y="9411"/>
                  </a:lnTo>
                  <a:cubicBezTo>
                    <a:pt x="16128" y="9411"/>
                    <a:pt x="17945" y="10965"/>
                    <a:pt x="17945" y="21846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A36768C-6C89-C2D6-7AE7-2A1AE4788B8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750313" y="5379338"/>
              <a:ext cx="151474" cy="51960"/>
            </a:xfrm>
            <a:custGeom>
              <a:avLst/>
              <a:gdLst>
                <a:gd name="connsiteX0" fmla="*/ 151721 w 151474"/>
                <a:gd name="connsiteY0" fmla="*/ 7412 h 51960"/>
                <a:gd name="connsiteX1" fmla="*/ 148541 w 151474"/>
                <a:gd name="connsiteY1" fmla="*/ 307 h 51960"/>
                <a:gd name="connsiteX2" fmla="*/ 145362 w 151474"/>
                <a:gd name="connsiteY2" fmla="*/ 6080 h 51960"/>
                <a:gd name="connsiteX3" fmla="*/ 113568 w 151474"/>
                <a:gd name="connsiteY3" fmla="*/ 39610 h 51960"/>
                <a:gd name="connsiteX4" fmla="*/ 77232 w 151474"/>
                <a:gd name="connsiteY4" fmla="*/ 20513 h 51960"/>
                <a:gd name="connsiteX5" fmla="*/ 38398 w 151474"/>
                <a:gd name="connsiteY5" fmla="*/ 85 h 51960"/>
                <a:gd name="connsiteX6" fmla="*/ 246 w 151474"/>
                <a:gd name="connsiteY6" fmla="*/ 44717 h 51960"/>
                <a:gd name="connsiteX7" fmla="*/ 3425 w 151474"/>
                <a:gd name="connsiteY7" fmla="*/ 51823 h 51960"/>
                <a:gd name="connsiteX8" fmla="*/ 6604 w 151474"/>
                <a:gd name="connsiteY8" fmla="*/ 46716 h 51960"/>
                <a:gd name="connsiteX9" fmla="*/ 38398 w 151474"/>
                <a:gd name="connsiteY9" fmla="*/ 12520 h 51960"/>
                <a:gd name="connsiteX10" fmla="*/ 74734 w 151474"/>
                <a:gd name="connsiteY10" fmla="*/ 31616 h 51960"/>
                <a:gd name="connsiteX11" fmla="*/ 113568 w 151474"/>
                <a:gd name="connsiteY11" fmla="*/ 52045 h 51960"/>
                <a:gd name="connsiteX12" fmla="*/ 151721 w 151474"/>
                <a:gd name="connsiteY12" fmla="*/ 7412 h 5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1474" h="51960">
                  <a:moveTo>
                    <a:pt x="151721" y="7412"/>
                  </a:moveTo>
                  <a:cubicBezTo>
                    <a:pt x="151721" y="2527"/>
                    <a:pt x="150358" y="307"/>
                    <a:pt x="148541" y="307"/>
                  </a:cubicBezTo>
                  <a:cubicBezTo>
                    <a:pt x="147406" y="307"/>
                    <a:pt x="145589" y="1861"/>
                    <a:pt x="145362" y="6080"/>
                  </a:cubicBezTo>
                  <a:cubicBezTo>
                    <a:pt x="144453" y="27397"/>
                    <a:pt x="129465" y="39610"/>
                    <a:pt x="113568" y="39610"/>
                  </a:cubicBezTo>
                  <a:cubicBezTo>
                    <a:pt x="99261" y="39610"/>
                    <a:pt x="88360" y="30062"/>
                    <a:pt x="77232" y="20513"/>
                  </a:cubicBezTo>
                  <a:cubicBezTo>
                    <a:pt x="65650" y="10299"/>
                    <a:pt x="53841" y="85"/>
                    <a:pt x="38398" y="85"/>
                  </a:cubicBezTo>
                  <a:cubicBezTo>
                    <a:pt x="13644" y="85"/>
                    <a:pt x="246" y="24510"/>
                    <a:pt x="246" y="44717"/>
                  </a:cubicBezTo>
                  <a:cubicBezTo>
                    <a:pt x="246" y="51823"/>
                    <a:pt x="3198" y="51823"/>
                    <a:pt x="3425" y="51823"/>
                  </a:cubicBezTo>
                  <a:cubicBezTo>
                    <a:pt x="5923" y="51823"/>
                    <a:pt x="6604" y="47382"/>
                    <a:pt x="6604" y="46716"/>
                  </a:cubicBezTo>
                  <a:cubicBezTo>
                    <a:pt x="7513" y="22290"/>
                    <a:pt x="24545" y="12520"/>
                    <a:pt x="38398" y="12520"/>
                  </a:cubicBezTo>
                  <a:cubicBezTo>
                    <a:pt x="52705" y="12520"/>
                    <a:pt x="63606" y="22068"/>
                    <a:pt x="74734" y="31616"/>
                  </a:cubicBezTo>
                  <a:cubicBezTo>
                    <a:pt x="86316" y="41831"/>
                    <a:pt x="98125" y="52045"/>
                    <a:pt x="113568" y="52045"/>
                  </a:cubicBezTo>
                  <a:cubicBezTo>
                    <a:pt x="138322" y="52045"/>
                    <a:pt x="151721" y="27619"/>
                    <a:pt x="151721" y="7412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B3F6D7-E26D-321B-1DB5-DA8F57EC1082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988665" y="5304284"/>
              <a:ext cx="156925" cy="161432"/>
            </a:xfrm>
            <a:custGeom>
              <a:avLst/>
              <a:gdLst>
                <a:gd name="connsiteX0" fmla="*/ 157182 w 156925"/>
                <a:gd name="connsiteY0" fmla="*/ 59817 h 161432"/>
                <a:gd name="connsiteX1" fmla="*/ 99271 w 156925"/>
                <a:gd name="connsiteY1" fmla="*/ 85 h 161432"/>
                <a:gd name="connsiteX2" fmla="*/ 256 w 156925"/>
                <a:gd name="connsiteY2" fmla="*/ 102229 h 161432"/>
                <a:gd name="connsiteX3" fmla="*/ 58393 w 156925"/>
                <a:gd name="connsiteY3" fmla="*/ 161517 h 161432"/>
                <a:gd name="connsiteX4" fmla="*/ 157182 w 156925"/>
                <a:gd name="connsiteY4" fmla="*/ 59817 h 161432"/>
                <a:gd name="connsiteX5" fmla="*/ 59756 w 156925"/>
                <a:gd name="connsiteY5" fmla="*/ 155743 h 161432"/>
                <a:gd name="connsiteX6" fmla="*/ 21376 w 156925"/>
                <a:gd name="connsiteY6" fmla="*/ 108446 h 161432"/>
                <a:gd name="connsiteX7" fmla="*/ 42042 w 156925"/>
                <a:gd name="connsiteY7" fmla="*/ 40276 h 161432"/>
                <a:gd name="connsiteX8" fmla="*/ 97909 w 156925"/>
                <a:gd name="connsiteY8" fmla="*/ 5636 h 161432"/>
                <a:gd name="connsiteX9" fmla="*/ 136970 w 156925"/>
                <a:gd name="connsiteY9" fmla="*/ 51157 h 161432"/>
                <a:gd name="connsiteX10" fmla="*/ 108355 w 156925"/>
                <a:gd name="connsiteY10" fmla="*/ 129097 h 161432"/>
                <a:gd name="connsiteX11" fmla="*/ 59756 w 156925"/>
                <a:gd name="connsiteY11" fmla="*/ 155743 h 1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6925" h="161432">
                  <a:moveTo>
                    <a:pt x="157182" y="59817"/>
                  </a:moveTo>
                  <a:cubicBezTo>
                    <a:pt x="157182" y="24066"/>
                    <a:pt x="133109" y="85"/>
                    <a:pt x="99271" y="85"/>
                  </a:cubicBezTo>
                  <a:cubicBezTo>
                    <a:pt x="50218" y="85"/>
                    <a:pt x="256" y="50491"/>
                    <a:pt x="256" y="102229"/>
                  </a:cubicBezTo>
                  <a:cubicBezTo>
                    <a:pt x="256" y="139089"/>
                    <a:pt x="25691" y="161517"/>
                    <a:pt x="58393" y="161517"/>
                  </a:cubicBezTo>
                  <a:cubicBezTo>
                    <a:pt x="106538" y="161517"/>
                    <a:pt x="157182" y="112887"/>
                    <a:pt x="157182" y="59817"/>
                  </a:cubicBezTo>
                  <a:close/>
                  <a:moveTo>
                    <a:pt x="59756" y="155743"/>
                  </a:moveTo>
                  <a:cubicBezTo>
                    <a:pt x="37273" y="155743"/>
                    <a:pt x="21376" y="137757"/>
                    <a:pt x="21376" y="108446"/>
                  </a:cubicBezTo>
                  <a:cubicBezTo>
                    <a:pt x="21376" y="98676"/>
                    <a:pt x="24556" y="66256"/>
                    <a:pt x="42042" y="40276"/>
                  </a:cubicBezTo>
                  <a:cubicBezTo>
                    <a:pt x="57712" y="17183"/>
                    <a:pt x="79968" y="5636"/>
                    <a:pt x="97909" y="5636"/>
                  </a:cubicBezTo>
                  <a:cubicBezTo>
                    <a:pt x="116531" y="5636"/>
                    <a:pt x="136970" y="18071"/>
                    <a:pt x="136970" y="51157"/>
                  </a:cubicBezTo>
                  <a:cubicBezTo>
                    <a:pt x="136970" y="67144"/>
                    <a:pt x="130838" y="101785"/>
                    <a:pt x="108355" y="129097"/>
                  </a:cubicBezTo>
                  <a:cubicBezTo>
                    <a:pt x="97454" y="142642"/>
                    <a:pt x="78832" y="155743"/>
                    <a:pt x="59756" y="155743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65FF9D-FCDE-9C3E-9306-8910DD079505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179554" y="5294292"/>
              <a:ext cx="52686" cy="222052"/>
            </a:xfrm>
            <a:custGeom>
              <a:avLst/>
              <a:gdLst>
                <a:gd name="connsiteX0" fmla="*/ 52951 w 52686"/>
                <a:gd name="connsiteY0" fmla="*/ 219916 h 222052"/>
                <a:gd name="connsiteX1" fmla="*/ 49090 w 52686"/>
                <a:gd name="connsiteY1" fmla="*/ 215031 h 222052"/>
                <a:gd name="connsiteX2" fmla="*/ 13436 w 52686"/>
                <a:gd name="connsiteY2" fmla="*/ 111111 h 222052"/>
                <a:gd name="connsiteX3" fmla="*/ 49999 w 52686"/>
                <a:gd name="connsiteY3" fmla="*/ 6080 h 222052"/>
                <a:gd name="connsiteX4" fmla="*/ 52951 w 52686"/>
                <a:gd name="connsiteY4" fmla="*/ 2305 h 222052"/>
                <a:gd name="connsiteX5" fmla="*/ 50680 w 52686"/>
                <a:gd name="connsiteY5" fmla="*/ 85 h 222052"/>
                <a:gd name="connsiteX6" fmla="*/ 14571 w 52686"/>
                <a:gd name="connsiteY6" fmla="*/ 43385 h 222052"/>
                <a:gd name="connsiteX7" fmla="*/ 264 w 52686"/>
                <a:gd name="connsiteY7" fmla="*/ 111111 h 222052"/>
                <a:gd name="connsiteX8" fmla="*/ 15253 w 52686"/>
                <a:gd name="connsiteY8" fmla="*/ 180391 h 222052"/>
                <a:gd name="connsiteX9" fmla="*/ 50680 w 52686"/>
                <a:gd name="connsiteY9" fmla="*/ 222137 h 222052"/>
                <a:gd name="connsiteX10" fmla="*/ 52951 w 52686"/>
                <a:gd name="connsiteY10" fmla="*/ 219916 h 2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686" h="222052">
                  <a:moveTo>
                    <a:pt x="52951" y="219916"/>
                  </a:moveTo>
                  <a:cubicBezTo>
                    <a:pt x="52951" y="219250"/>
                    <a:pt x="52951" y="218806"/>
                    <a:pt x="49090" y="215031"/>
                  </a:cubicBezTo>
                  <a:cubicBezTo>
                    <a:pt x="20703" y="187053"/>
                    <a:pt x="13436" y="145085"/>
                    <a:pt x="13436" y="111111"/>
                  </a:cubicBezTo>
                  <a:cubicBezTo>
                    <a:pt x="13436" y="72474"/>
                    <a:pt x="22066" y="33837"/>
                    <a:pt x="49999" y="6080"/>
                  </a:cubicBezTo>
                  <a:cubicBezTo>
                    <a:pt x="52951" y="3415"/>
                    <a:pt x="52951" y="2971"/>
                    <a:pt x="52951" y="2305"/>
                  </a:cubicBezTo>
                  <a:cubicBezTo>
                    <a:pt x="52951" y="751"/>
                    <a:pt x="52043" y="85"/>
                    <a:pt x="50680" y="85"/>
                  </a:cubicBezTo>
                  <a:cubicBezTo>
                    <a:pt x="48409" y="85"/>
                    <a:pt x="27970" y="15184"/>
                    <a:pt x="14571" y="43385"/>
                  </a:cubicBezTo>
                  <a:cubicBezTo>
                    <a:pt x="2989" y="67811"/>
                    <a:pt x="264" y="92458"/>
                    <a:pt x="264" y="111111"/>
                  </a:cubicBezTo>
                  <a:cubicBezTo>
                    <a:pt x="264" y="128431"/>
                    <a:pt x="2762" y="155299"/>
                    <a:pt x="15253" y="180391"/>
                  </a:cubicBezTo>
                  <a:cubicBezTo>
                    <a:pt x="28878" y="207704"/>
                    <a:pt x="48409" y="222137"/>
                    <a:pt x="50680" y="222137"/>
                  </a:cubicBezTo>
                  <a:cubicBezTo>
                    <a:pt x="52043" y="222137"/>
                    <a:pt x="52951" y="221471"/>
                    <a:pt x="52951" y="219916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08B077F-E003-89EC-B9C6-02AB069E553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3257879" y="5306727"/>
              <a:ext cx="111505" cy="156546"/>
            </a:xfrm>
            <a:custGeom>
              <a:avLst/>
              <a:gdLst>
                <a:gd name="connsiteX0" fmla="*/ 52955 w 111505"/>
                <a:gd name="connsiteY0" fmla="*/ 2527 h 156546"/>
                <a:gd name="connsiteX1" fmla="*/ 50003 w 111505"/>
                <a:gd name="connsiteY1" fmla="*/ 85 h 156546"/>
                <a:gd name="connsiteX2" fmla="*/ 22296 w 111505"/>
                <a:gd name="connsiteY2" fmla="*/ 2305 h 156546"/>
                <a:gd name="connsiteX3" fmla="*/ 17982 w 111505"/>
                <a:gd name="connsiteY3" fmla="*/ 6746 h 156546"/>
                <a:gd name="connsiteX4" fmla="*/ 23432 w 111505"/>
                <a:gd name="connsiteY4" fmla="*/ 9411 h 156546"/>
                <a:gd name="connsiteX5" fmla="*/ 34787 w 111505"/>
                <a:gd name="connsiteY5" fmla="*/ 13186 h 156546"/>
                <a:gd name="connsiteX6" fmla="*/ 34106 w 111505"/>
                <a:gd name="connsiteY6" fmla="*/ 17627 h 156546"/>
                <a:gd name="connsiteX7" fmla="*/ 1176 w 111505"/>
                <a:gd name="connsiteY7" fmla="*/ 145529 h 156546"/>
                <a:gd name="connsiteX8" fmla="*/ 268 w 111505"/>
                <a:gd name="connsiteY8" fmla="*/ 150414 h 156546"/>
                <a:gd name="connsiteX9" fmla="*/ 6854 w 111505"/>
                <a:gd name="connsiteY9" fmla="*/ 156632 h 156546"/>
                <a:gd name="connsiteX10" fmla="*/ 15256 w 111505"/>
                <a:gd name="connsiteY10" fmla="*/ 150858 h 156546"/>
                <a:gd name="connsiteX11" fmla="*/ 19571 w 111505"/>
                <a:gd name="connsiteY11" fmla="*/ 133982 h 156546"/>
                <a:gd name="connsiteX12" fmla="*/ 24567 w 111505"/>
                <a:gd name="connsiteY12" fmla="*/ 113998 h 156546"/>
                <a:gd name="connsiteX13" fmla="*/ 28428 w 111505"/>
                <a:gd name="connsiteY13" fmla="*/ 99120 h 156546"/>
                <a:gd name="connsiteX14" fmla="*/ 30926 w 111505"/>
                <a:gd name="connsiteY14" fmla="*/ 89128 h 156546"/>
                <a:gd name="connsiteX15" fmla="*/ 46369 w 111505"/>
                <a:gd name="connsiteY15" fmla="*/ 68699 h 156546"/>
                <a:gd name="connsiteX16" fmla="*/ 68170 w 111505"/>
                <a:gd name="connsiteY16" fmla="*/ 60927 h 156546"/>
                <a:gd name="connsiteX17" fmla="*/ 80434 w 111505"/>
                <a:gd name="connsiteY17" fmla="*/ 76471 h 156546"/>
                <a:gd name="connsiteX18" fmla="*/ 66354 w 111505"/>
                <a:gd name="connsiteY18" fmla="*/ 126210 h 156546"/>
                <a:gd name="connsiteX19" fmla="*/ 63401 w 111505"/>
                <a:gd name="connsiteY19" fmla="*/ 138423 h 156546"/>
                <a:gd name="connsiteX20" fmla="*/ 82024 w 111505"/>
                <a:gd name="connsiteY20" fmla="*/ 156632 h 156546"/>
                <a:gd name="connsiteX21" fmla="*/ 111773 w 111505"/>
                <a:gd name="connsiteY21" fmla="*/ 122435 h 156546"/>
                <a:gd name="connsiteX22" fmla="*/ 109048 w 111505"/>
                <a:gd name="connsiteY22" fmla="*/ 120215 h 156546"/>
                <a:gd name="connsiteX23" fmla="*/ 105642 w 111505"/>
                <a:gd name="connsiteY23" fmla="*/ 124212 h 156546"/>
                <a:gd name="connsiteX24" fmla="*/ 82478 w 111505"/>
                <a:gd name="connsiteY24" fmla="*/ 151746 h 156546"/>
                <a:gd name="connsiteX25" fmla="*/ 77027 w 111505"/>
                <a:gd name="connsiteY25" fmla="*/ 144419 h 156546"/>
                <a:gd name="connsiteX26" fmla="*/ 81115 w 111505"/>
                <a:gd name="connsiteY26" fmla="*/ 128653 h 156546"/>
                <a:gd name="connsiteX27" fmla="*/ 94968 w 111505"/>
                <a:gd name="connsiteY27" fmla="*/ 79801 h 156546"/>
                <a:gd name="connsiteX28" fmla="*/ 68852 w 111505"/>
                <a:gd name="connsiteY28" fmla="*/ 56042 h 156546"/>
                <a:gd name="connsiteX29" fmla="*/ 35241 w 111505"/>
                <a:gd name="connsiteY29" fmla="*/ 73140 h 156546"/>
                <a:gd name="connsiteX30" fmla="*/ 52955 w 111505"/>
                <a:gd name="connsiteY30" fmla="*/ 2527 h 15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1505" h="156546">
                  <a:moveTo>
                    <a:pt x="52955" y="2527"/>
                  </a:moveTo>
                  <a:cubicBezTo>
                    <a:pt x="52955" y="2305"/>
                    <a:pt x="52955" y="85"/>
                    <a:pt x="50003" y="85"/>
                  </a:cubicBezTo>
                  <a:cubicBezTo>
                    <a:pt x="44779" y="85"/>
                    <a:pt x="28201" y="1861"/>
                    <a:pt x="22296" y="2305"/>
                  </a:cubicBezTo>
                  <a:cubicBezTo>
                    <a:pt x="20480" y="2527"/>
                    <a:pt x="17982" y="2749"/>
                    <a:pt x="17982" y="6746"/>
                  </a:cubicBezTo>
                  <a:cubicBezTo>
                    <a:pt x="17982" y="9411"/>
                    <a:pt x="20026" y="9411"/>
                    <a:pt x="23432" y="9411"/>
                  </a:cubicBezTo>
                  <a:cubicBezTo>
                    <a:pt x="34333" y="9411"/>
                    <a:pt x="34787" y="10965"/>
                    <a:pt x="34787" y="13186"/>
                  </a:cubicBezTo>
                  <a:lnTo>
                    <a:pt x="34106" y="17627"/>
                  </a:lnTo>
                  <a:lnTo>
                    <a:pt x="1176" y="145529"/>
                  </a:lnTo>
                  <a:cubicBezTo>
                    <a:pt x="268" y="148638"/>
                    <a:pt x="268" y="149082"/>
                    <a:pt x="268" y="150414"/>
                  </a:cubicBezTo>
                  <a:cubicBezTo>
                    <a:pt x="268" y="155521"/>
                    <a:pt x="4810" y="156632"/>
                    <a:pt x="6854" y="156632"/>
                  </a:cubicBezTo>
                  <a:cubicBezTo>
                    <a:pt x="10487" y="156632"/>
                    <a:pt x="14121" y="153967"/>
                    <a:pt x="15256" y="150858"/>
                  </a:cubicBezTo>
                  <a:lnTo>
                    <a:pt x="19571" y="133982"/>
                  </a:lnTo>
                  <a:lnTo>
                    <a:pt x="24567" y="113998"/>
                  </a:lnTo>
                  <a:cubicBezTo>
                    <a:pt x="25930" y="109112"/>
                    <a:pt x="27293" y="104227"/>
                    <a:pt x="28428" y="99120"/>
                  </a:cubicBezTo>
                  <a:cubicBezTo>
                    <a:pt x="28882" y="97788"/>
                    <a:pt x="30699" y="90460"/>
                    <a:pt x="30926" y="89128"/>
                  </a:cubicBezTo>
                  <a:cubicBezTo>
                    <a:pt x="31608" y="87129"/>
                    <a:pt x="38648" y="74694"/>
                    <a:pt x="46369" y="68699"/>
                  </a:cubicBezTo>
                  <a:cubicBezTo>
                    <a:pt x="51365" y="65146"/>
                    <a:pt x="58405" y="60927"/>
                    <a:pt x="68170" y="60927"/>
                  </a:cubicBezTo>
                  <a:cubicBezTo>
                    <a:pt x="77936" y="60927"/>
                    <a:pt x="80434" y="68477"/>
                    <a:pt x="80434" y="76471"/>
                  </a:cubicBezTo>
                  <a:cubicBezTo>
                    <a:pt x="80434" y="88462"/>
                    <a:pt x="71804" y="112665"/>
                    <a:pt x="66354" y="126210"/>
                  </a:cubicBezTo>
                  <a:cubicBezTo>
                    <a:pt x="64537" y="131318"/>
                    <a:pt x="63401" y="133982"/>
                    <a:pt x="63401" y="138423"/>
                  </a:cubicBezTo>
                  <a:cubicBezTo>
                    <a:pt x="63401" y="148860"/>
                    <a:pt x="71350" y="156632"/>
                    <a:pt x="82024" y="156632"/>
                  </a:cubicBezTo>
                  <a:cubicBezTo>
                    <a:pt x="103371" y="156632"/>
                    <a:pt x="111773" y="124212"/>
                    <a:pt x="111773" y="122435"/>
                  </a:cubicBezTo>
                  <a:cubicBezTo>
                    <a:pt x="111773" y="120215"/>
                    <a:pt x="109730" y="120215"/>
                    <a:pt x="109048" y="120215"/>
                  </a:cubicBezTo>
                  <a:cubicBezTo>
                    <a:pt x="106777" y="120215"/>
                    <a:pt x="106777" y="120881"/>
                    <a:pt x="105642" y="124212"/>
                  </a:cubicBezTo>
                  <a:cubicBezTo>
                    <a:pt x="102235" y="135981"/>
                    <a:pt x="94968" y="151746"/>
                    <a:pt x="82478" y="151746"/>
                  </a:cubicBezTo>
                  <a:cubicBezTo>
                    <a:pt x="78617" y="151746"/>
                    <a:pt x="77027" y="149526"/>
                    <a:pt x="77027" y="144419"/>
                  </a:cubicBezTo>
                  <a:cubicBezTo>
                    <a:pt x="77027" y="138867"/>
                    <a:pt x="79071" y="133538"/>
                    <a:pt x="81115" y="128653"/>
                  </a:cubicBezTo>
                  <a:cubicBezTo>
                    <a:pt x="84749" y="119105"/>
                    <a:pt x="94968" y="92681"/>
                    <a:pt x="94968" y="79801"/>
                  </a:cubicBezTo>
                  <a:cubicBezTo>
                    <a:pt x="94968" y="65368"/>
                    <a:pt x="85884" y="56042"/>
                    <a:pt x="68852" y="56042"/>
                  </a:cubicBezTo>
                  <a:cubicBezTo>
                    <a:pt x="54545" y="56042"/>
                    <a:pt x="43644" y="62925"/>
                    <a:pt x="35241" y="73140"/>
                  </a:cubicBezTo>
                  <a:lnTo>
                    <a:pt x="52955" y="2527"/>
                  </a:ln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3B0F7E-40FA-3B6E-308F-1DEDEE7C4DC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3389178" y="5294292"/>
              <a:ext cx="52686" cy="222052"/>
            </a:xfrm>
            <a:custGeom>
              <a:avLst/>
              <a:gdLst>
                <a:gd name="connsiteX0" fmla="*/ 52961 w 52686"/>
                <a:gd name="connsiteY0" fmla="*/ 111111 h 222052"/>
                <a:gd name="connsiteX1" fmla="*/ 37972 w 52686"/>
                <a:gd name="connsiteY1" fmla="*/ 41831 h 222052"/>
                <a:gd name="connsiteX2" fmla="*/ 2545 w 52686"/>
                <a:gd name="connsiteY2" fmla="*/ 85 h 222052"/>
                <a:gd name="connsiteX3" fmla="*/ 274 w 52686"/>
                <a:gd name="connsiteY3" fmla="*/ 2305 h 222052"/>
                <a:gd name="connsiteX4" fmla="*/ 4589 w 52686"/>
                <a:gd name="connsiteY4" fmla="*/ 7412 h 222052"/>
                <a:gd name="connsiteX5" fmla="*/ 39789 w 52686"/>
                <a:gd name="connsiteY5" fmla="*/ 111111 h 222052"/>
                <a:gd name="connsiteX6" fmla="*/ 3226 w 52686"/>
                <a:gd name="connsiteY6" fmla="*/ 216142 h 222052"/>
                <a:gd name="connsiteX7" fmla="*/ 274 w 52686"/>
                <a:gd name="connsiteY7" fmla="*/ 219916 h 222052"/>
                <a:gd name="connsiteX8" fmla="*/ 2545 w 52686"/>
                <a:gd name="connsiteY8" fmla="*/ 222137 h 222052"/>
                <a:gd name="connsiteX9" fmla="*/ 38653 w 52686"/>
                <a:gd name="connsiteY9" fmla="*/ 178837 h 222052"/>
                <a:gd name="connsiteX10" fmla="*/ 52961 w 52686"/>
                <a:gd name="connsiteY10" fmla="*/ 111111 h 2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686" h="222052">
                  <a:moveTo>
                    <a:pt x="52961" y="111111"/>
                  </a:moveTo>
                  <a:cubicBezTo>
                    <a:pt x="52961" y="93791"/>
                    <a:pt x="50463" y="66922"/>
                    <a:pt x="37972" y="41831"/>
                  </a:cubicBezTo>
                  <a:cubicBezTo>
                    <a:pt x="24346" y="14518"/>
                    <a:pt x="4816" y="85"/>
                    <a:pt x="2545" y="85"/>
                  </a:cubicBezTo>
                  <a:cubicBezTo>
                    <a:pt x="1182" y="85"/>
                    <a:pt x="274" y="973"/>
                    <a:pt x="274" y="2305"/>
                  </a:cubicBezTo>
                  <a:cubicBezTo>
                    <a:pt x="274" y="2971"/>
                    <a:pt x="274" y="3415"/>
                    <a:pt x="4589" y="7412"/>
                  </a:cubicBezTo>
                  <a:cubicBezTo>
                    <a:pt x="26844" y="29396"/>
                    <a:pt x="39789" y="64702"/>
                    <a:pt x="39789" y="111111"/>
                  </a:cubicBezTo>
                  <a:cubicBezTo>
                    <a:pt x="39789" y="149082"/>
                    <a:pt x="31386" y="188163"/>
                    <a:pt x="3226" y="216142"/>
                  </a:cubicBezTo>
                  <a:cubicBezTo>
                    <a:pt x="274" y="218806"/>
                    <a:pt x="274" y="219250"/>
                    <a:pt x="274" y="219916"/>
                  </a:cubicBezTo>
                  <a:cubicBezTo>
                    <a:pt x="274" y="221249"/>
                    <a:pt x="1182" y="222137"/>
                    <a:pt x="2545" y="222137"/>
                  </a:cubicBezTo>
                  <a:cubicBezTo>
                    <a:pt x="4816" y="222137"/>
                    <a:pt x="25255" y="207037"/>
                    <a:pt x="38653" y="178837"/>
                  </a:cubicBezTo>
                  <a:cubicBezTo>
                    <a:pt x="50235" y="154411"/>
                    <a:pt x="52961" y="129763"/>
                    <a:pt x="52961" y="111111"/>
                  </a:cubicBezTo>
                  <a:close/>
                </a:path>
              </a:pathLst>
            </a:custGeom>
            <a:solidFill>
              <a:srgbClr val="FFFFFF"/>
            </a:solidFill>
            <a:ln w="353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K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16DB133-7744-86C0-F2C2-1555772B684C}"/>
              </a:ext>
            </a:extLst>
          </p:cNvPr>
          <p:cNvSpPr txBox="1"/>
          <p:nvPr/>
        </p:nvSpPr>
        <p:spPr>
          <a:xfrm>
            <a:off x="1667308" y="45465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Newton’s Backward Difference Formula: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8788B4-1260-E935-07E2-DDFC18FB1CFF}"/>
              </a:ext>
            </a:extLst>
          </p:cNvPr>
          <p:cNvSpPr/>
          <p:nvPr/>
        </p:nvSpPr>
        <p:spPr>
          <a:xfrm>
            <a:off x="3388690" y="5270113"/>
            <a:ext cx="6859102" cy="1098334"/>
          </a:xfrm>
          <a:prstGeom prst="roundRect">
            <a:avLst/>
          </a:prstGeom>
          <a:solidFill>
            <a:srgbClr val="2C3814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38" name="Group 137" descr="\documentclass{article}&#10;\usepackage{amsmath}&#10;\pagestyle{empty}&#10;\usepackage{xcolor}&#10;\begin{document}&#10;\color{white}&#10;\begin{align*}&#10;f'(x_i) = \left\{&#10;\frac{y_{i}-y_{i-1}}{h}&#10;\right\}; \quad \text{Error:}\, O(h)&#10;\end{align*}&#10;\end{document}" title="IguanaTex Shape Display">
            <a:extLst>
              <a:ext uri="{FF2B5EF4-FFF2-40B4-BE49-F238E27FC236}">
                <a16:creationId xmlns:a16="http://schemas.microsoft.com/office/drawing/2014/main" id="{839B56B7-879C-E1FD-D860-2B28F764AE70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848100" y="5435600"/>
            <a:ext cx="5660577" cy="849897"/>
            <a:chOff x="9346776" y="8060741"/>
            <a:chExt cx="5660577" cy="849897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E0FD9E1-DF00-4A13-D70F-24305E8F25F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346776" y="8324677"/>
              <a:ext cx="177333" cy="322387"/>
            </a:xfrm>
            <a:custGeom>
              <a:avLst/>
              <a:gdLst>
                <a:gd name="connsiteX0" fmla="*/ 111742 w 177333"/>
                <a:gd name="connsiteY0" fmla="*/ 108141 h 322387"/>
                <a:gd name="connsiteX1" fmla="*/ 142305 w 177333"/>
                <a:gd name="connsiteY1" fmla="*/ 108141 h 322387"/>
                <a:gd name="connsiteX2" fmla="*/ 152966 w 177333"/>
                <a:gd name="connsiteY2" fmla="*/ 101056 h 322387"/>
                <a:gd name="connsiteX3" fmla="*/ 143371 w 177333"/>
                <a:gd name="connsiteY3" fmla="*/ 97159 h 322387"/>
                <a:gd name="connsiteX4" fmla="*/ 113875 w 177333"/>
                <a:gd name="connsiteY4" fmla="*/ 97159 h 322387"/>
                <a:gd name="connsiteX5" fmla="*/ 121338 w 177333"/>
                <a:gd name="connsiteY5" fmla="*/ 56772 h 322387"/>
                <a:gd name="connsiteX6" fmla="*/ 129867 w 177333"/>
                <a:gd name="connsiteY6" fmla="*/ 19927 h 322387"/>
                <a:gd name="connsiteX7" fmla="*/ 146570 w 177333"/>
                <a:gd name="connsiteY7" fmla="*/ 7882 h 322387"/>
                <a:gd name="connsiteX8" fmla="*/ 163983 w 177333"/>
                <a:gd name="connsiteY8" fmla="*/ 14259 h 322387"/>
                <a:gd name="connsiteX9" fmla="*/ 144793 w 177333"/>
                <a:gd name="connsiteY9" fmla="*/ 33390 h 322387"/>
                <a:gd name="connsiteX10" fmla="*/ 157942 w 177333"/>
                <a:gd name="connsiteY10" fmla="*/ 45789 h 322387"/>
                <a:gd name="connsiteX11" fmla="*/ 177487 w 177333"/>
                <a:gd name="connsiteY11" fmla="*/ 24533 h 322387"/>
                <a:gd name="connsiteX12" fmla="*/ 146570 w 177333"/>
                <a:gd name="connsiteY12" fmla="*/ 88 h 322387"/>
                <a:gd name="connsiteX13" fmla="*/ 101436 w 177333"/>
                <a:gd name="connsiteY13" fmla="*/ 41538 h 322387"/>
                <a:gd name="connsiteX14" fmla="*/ 89709 w 177333"/>
                <a:gd name="connsiteY14" fmla="*/ 97159 h 322387"/>
                <a:gd name="connsiteX15" fmla="*/ 65188 w 177333"/>
                <a:gd name="connsiteY15" fmla="*/ 97159 h 322387"/>
                <a:gd name="connsiteX16" fmla="*/ 54526 w 177333"/>
                <a:gd name="connsiteY16" fmla="*/ 103890 h 322387"/>
                <a:gd name="connsiteX17" fmla="*/ 64477 w 177333"/>
                <a:gd name="connsiteY17" fmla="*/ 108141 h 322387"/>
                <a:gd name="connsiteX18" fmla="*/ 87932 w 177333"/>
                <a:gd name="connsiteY18" fmla="*/ 108141 h 322387"/>
                <a:gd name="connsiteX19" fmla="*/ 61279 w 177333"/>
                <a:gd name="connsiteY19" fmla="*/ 248078 h 322387"/>
                <a:gd name="connsiteX20" fmla="*/ 30361 w 177333"/>
                <a:gd name="connsiteY20" fmla="*/ 314681 h 322387"/>
                <a:gd name="connsiteX21" fmla="*/ 13303 w 177333"/>
                <a:gd name="connsiteY21" fmla="*/ 308304 h 322387"/>
                <a:gd name="connsiteX22" fmla="*/ 32848 w 177333"/>
                <a:gd name="connsiteY22" fmla="*/ 289174 h 322387"/>
                <a:gd name="connsiteX23" fmla="*/ 19699 w 177333"/>
                <a:gd name="connsiteY23" fmla="*/ 276774 h 322387"/>
                <a:gd name="connsiteX24" fmla="*/ 154 w 177333"/>
                <a:gd name="connsiteY24" fmla="*/ 298030 h 322387"/>
                <a:gd name="connsiteX25" fmla="*/ 30361 w 177333"/>
                <a:gd name="connsiteY25" fmla="*/ 322475 h 322387"/>
                <a:gd name="connsiteX26" fmla="*/ 70518 w 177333"/>
                <a:gd name="connsiteY26" fmla="*/ 288111 h 322387"/>
                <a:gd name="connsiteX27" fmla="*/ 90420 w 177333"/>
                <a:gd name="connsiteY27" fmla="*/ 220445 h 322387"/>
                <a:gd name="connsiteX28" fmla="*/ 111742 w 177333"/>
                <a:gd name="connsiteY28" fmla="*/ 108141 h 32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333" h="322387">
                  <a:moveTo>
                    <a:pt x="111742" y="108141"/>
                  </a:moveTo>
                  <a:lnTo>
                    <a:pt x="142305" y="108141"/>
                  </a:lnTo>
                  <a:cubicBezTo>
                    <a:pt x="149413" y="108141"/>
                    <a:pt x="152966" y="108141"/>
                    <a:pt x="152966" y="101056"/>
                  </a:cubicBezTo>
                  <a:cubicBezTo>
                    <a:pt x="152966" y="97159"/>
                    <a:pt x="149413" y="97159"/>
                    <a:pt x="143371" y="97159"/>
                  </a:cubicBezTo>
                  <a:lnTo>
                    <a:pt x="113875" y="97159"/>
                  </a:lnTo>
                  <a:lnTo>
                    <a:pt x="121338" y="56772"/>
                  </a:lnTo>
                  <a:cubicBezTo>
                    <a:pt x="122759" y="49332"/>
                    <a:pt x="127734" y="24179"/>
                    <a:pt x="129867" y="19927"/>
                  </a:cubicBezTo>
                  <a:cubicBezTo>
                    <a:pt x="133065" y="13196"/>
                    <a:pt x="139107" y="7882"/>
                    <a:pt x="146570" y="7882"/>
                  </a:cubicBezTo>
                  <a:cubicBezTo>
                    <a:pt x="147991" y="7882"/>
                    <a:pt x="157231" y="7882"/>
                    <a:pt x="163983" y="14259"/>
                  </a:cubicBezTo>
                  <a:cubicBezTo>
                    <a:pt x="148346" y="15676"/>
                    <a:pt x="144793" y="28076"/>
                    <a:pt x="144793" y="33390"/>
                  </a:cubicBezTo>
                  <a:cubicBezTo>
                    <a:pt x="144793" y="41538"/>
                    <a:pt x="151189" y="45789"/>
                    <a:pt x="157942" y="45789"/>
                  </a:cubicBezTo>
                  <a:cubicBezTo>
                    <a:pt x="167181" y="45789"/>
                    <a:pt x="177487" y="37995"/>
                    <a:pt x="177487" y="24533"/>
                  </a:cubicBezTo>
                  <a:cubicBezTo>
                    <a:pt x="177487" y="8236"/>
                    <a:pt x="161140" y="88"/>
                    <a:pt x="146570" y="88"/>
                  </a:cubicBezTo>
                  <a:cubicBezTo>
                    <a:pt x="134487" y="88"/>
                    <a:pt x="112098" y="6465"/>
                    <a:pt x="101436" y="41538"/>
                  </a:cubicBezTo>
                  <a:cubicBezTo>
                    <a:pt x="99304" y="48978"/>
                    <a:pt x="98238" y="52520"/>
                    <a:pt x="89709" y="97159"/>
                  </a:cubicBezTo>
                  <a:lnTo>
                    <a:pt x="65188" y="97159"/>
                  </a:lnTo>
                  <a:cubicBezTo>
                    <a:pt x="58436" y="97159"/>
                    <a:pt x="54526" y="97159"/>
                    <a:pt x="54526" y="103890"/>
                  </a:cubicBezTo>
                  <a:cubicBezTo>
                    <a:pt x="54526" y="108141"/>
                    <a:pt x="57725" y="108141"/>
                    <a:pt x="64477" y="108141"/>
                  </a:cubicBezTo>
                  <a:lnTo>
                    <a:pt x="87932" y="108141"/>
                  </a:lnTo>
                  <a:lnTo>
                    <a:pt x="61279" y="248078"/>
                  </a:lnTo>
                  <a:cubicBezTo>
                    <a:pt x="54882" y="282443"/>
                    <a:pt x="48840" y="314681"/>
                    <a:pt x="30361" y="314681"/>
                  </a:cubicBezTo>
                  <a:cubicBezTo>
                    <a:pt x="28939" y="314681"/>
                    <a:pt x="20055" y="314681"/>
                    <a:pt x="13303" y="308304"/>
                  </a:cubicBezTo>
                  <a:cubicBezTo>
                    <a:pt x="29650" y="307242"/>
                    <a:pt x="32848" y="294488"/>
                    <a:pt x="32848" y="289174"/>
                  </a:cubicBezTo>
                  <a:cubicBezTo>
                    <a:pt x="32848" y="281025"/>
                    <a:pt x="26452" y="276774"/>
                    <a:pt x="19699" y="276774"/>
                  </a:cubicBezTo>
                  <a:cubicBezTo>
                    <a:pt x="10459" y="276774"/>
                    <a:pt x="154" y="284568"/>
                    <a:pt x="154" y="298030"/>
                  </a:cubicBezTo>
                  <a:cubicBezTo>
                    <a:pt x="154" y="313973"/>
                    <a:pt x="15790" y="322475"/>
                    <a:pt x="30361" y="322475"/>
                  </a:cubicBezTo>
                  <a:cubicBezTo>
                    <a:pt x="49907" y="322475"/>
                    <a:pt x="64122" y="301573"/>
                    <a:pt x="70518" y="288111"/>
                  </a:cubicBezTo>
                  <a:cubicBezTo>
                    <a:pt x="81891" y="265792"/>
                    <a:pt x="90064" y="222925"/>
                    <a:pt x="90420" y="220445"/>
                  </a:cubicBezTo>
                  <a:lnTo>
                    <a:pt x="111742" y="108141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F632E82-05F3-1EBD-6749-312AE4BE236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552123" y="8289537"/>
              <a:ext cx="62440" cy="128458"/>
            </a:xfrm>
            <a:custGeom>
              <a:avLst/>
              <a:gdLst>
                <a:gd name="connsiteX0" fmla="*/ 60361 w 62440"/>
                <a:gd name="connsiteY0" fmla="*/ 21659 h 128458"/>
                <a:gd name="connsiteX1" fmla="*/ 62599 w 62440"/>
                <a:gd name="connsiteY1" fmla="*/ 13724 h 128458"/>
                <a:gd name="connsiteX2" fmla="*/ 47922 w 62440"/>
                <a:gd name="connsiteY2" fmla="*/ 84 h 128458"/>
                <a:gd name="connsiteX3" fmla="*/ 34240 w 62440"/>
                <a:gd name="connsiteY3" fmla="*/ 11740 h 128458"/>
                <a:gd name="connsiteX4" fmla="*/ 1403 w 62440"/>
                <a:gd name="connsiteY4" fmla="*/ 119119 h 128458"/>
                <a:gd name="connsiteX5" fmla="*/ 159 w 62440"/>
                <a:gd name="connsiteY5" fmla="*/ 123087 h 128458"/>
                <a:gd name="connsiteX6" fmla="*/ 9861 w 62440"/>
                <a:gd name="connsiteY6" fmla="*/ 128543 h 128458"/>
                <a:gd name="connsiteX7" fmla="*/ 13593 w 62440"/>
                <a:gd name="connsiteY7" fmla="*/ 124327 h 128458"/>
                <a:gd name="connsiteX8" fmla="*/ 60361 w 62440"/>
                <a:gd name="connsiteY8" fmla="*/ 21659 h 128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440" h="128458">
                  <a:moveTo>
                    <a:pt x="60361" y="21659"/>
                  </a:moveTo>
                  <a:cubicBezTo>
                    <a:pt x="62351" y="17443"/>
                    <a:pt x="62599" y="15459"/>
                    <a:pt x="62599" y="13724"/>
                  </a:cubicBezTo>
                  <a:cubicBezTo>
                    <a:pt x="62599" y="6036"/>
                    <a:pt x="55634" y="84"/>
                    <a:pt x="47922" y="84"/>
                  </a:cubicBezTo>
                  <a:cubicBezTo>
                    <a:pt x="38469" y="84"/>
                    <a:pt x="35484" y="7772"/>
                    <a:pt x="34240" y="11740"/>
                  </a:cubicBezTo>
                  <a:lnTo>
                    <a:pt x="1403" y="119119"/>
                  </a:lnTo>
                  <a:cubicBezTo>
                    <a:pt x="1155" y="119615"/>
                    <a:pt x="159" y="122839"/>
                    <a:pt x="159" y="123087"/>
                  </a:cubicBezTo>
                  <a:cubicBezTo>
                    <a:pt x="159" y="126063"/>
                    <a:pt x="7871" y="128543"/>
                    <a:pt x="9861" y="128543"/>
                  </a:cubicBezTo>
                  <a:cubicBezTo>
                    <a:pt x="11603" y="128543"/>
                    <a:pt x="11851" y="128047"/>
                    <a:pt x="13593" y="124327"/>
                  </a:cubicBezTo>
                  <a:lnTo>
                    <a:pt x="60361" y="21659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E56BB48-C91D-C3E0-94AE-C1B648C4FC3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675068" y="8308735"/>
              <a:ext cx="82447" cy="354271"/>
            </a:xfrm>
            <a:custGeom>
              <a:avLst/>
              <a:gdLst>
                <a:gd name="connsiteX0" fmla="*/ 82610 w 82447"/>
                <a:gd name="connsiteY0" fmla="*/ 350817 h 354271"/>
                <a:gd name="connsiteX1" fmla="*/ 76569 w 82447"/>
                <a:gd name="connsiteY1" fmla="*/ 343023 h 354271"/>
                <a:gd name="connsiteX2" fmla="*/ 20774 w 82447"/>
                <a:gd name="connsiteY2" fmla="*/ 177224 h 354271"/>
                <a:gd name="connsiteX3" fmla="*/ 77990 w 82447"/>
                <a:gd name="connsiteY3" fmla="*/ 9653 h 354271"/>
                <a:gd name="connsiteX4" fmla="*/ 82610 w 82447"/>
                <a:gd name="connsiteY4" fmla="*/ 3631 h 354271"/>
                <a:gd name="connsiteX5" fmla="*/ 79056 w 82447"/>
                <a:gd name="connsiteY5" fmla="*/ 88 h 354271"/>
                <a:gd name="connsiteX6" fmla="*/ 22551 w 82447"/>
                <a:gd name="connsiteY6" fmla="*/ 69171 h 354271"/>
                <a:gd name="connsiteX7" fmla="*/ 162 w 82447"/>
                <a:gd name="connsiteY7" fmla="*/ 177224 h 354271"/>
                <a:gd name="connsiteX8" fmla="*/ 23617 w 82447"/>
                <a:gd name="connsiteY8" fmla="*/ 287757 h 354271"/>
                <a:gd name="connsiteX9" fmla="*/ 79056 w 82447"/>
                <a:gd name="connsiteY9" fmla="*/ 354360 h 354271"/>
                <a:gd name="connsiteX10" fmla="*/ 82610 w 82447"/>
                <a:gd name="connsiteY10" fmla="*/ 350817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447" h="354271">
                  <a:moveTo>
                    <a:pt x="82610" y="350817"/>
                  </a:moveTo>
                  <a:cubicBezTo>
                    <a:pt x="82610" y="349754"/>
                    <a:pt x="82610" y="349046"/>
                    <a:pt x="76569" y="343023"/>
                  </a:cubicBezTo>
                  <a:cubicBezTo>
                    <a:pt x="32146" y="298385"/>
                    <a:pt x="20774" y="231427"/>
                    <a:pt x="20774" y="177224"/>
                  </a:cubicBezTo>
                  <a:cubicBezTo>
                    <a:pt x="20774" y="115581"/>
                    <a:pt x="34279" y="53937"/>
                    <a:pt x="77990" y="9653"/>
                  </a:cubicBezTo>
                  <a:cubicBezTo>
                    <a:pt x="82610" y="5402"/>
                    <a:pt x="82610" y="4694"/>
                    <a:pt x="82610" y="3631"/>
                  </a:cubicBezTo>
                  <a:cubicBezTo>
                    <a:pt x="82610" y="1151"/>
                    <a:pt x="81189" y="88"/>
                    <a:pt x="79056" y="88"/>
                  </a:cubicBezTo>
                  <a:cubicBezTo>
                    <a:pt x="75503" y="88"/>
                    <a:pt x="43518" y="24179"/>
                    <a:pt x="22551" y="69171"/>
                  </a:cubicBezTo>
                  <a:cubicBezTo>
                    <a:pt x="4427" y="108141"/>
                    <a:pt x="162" y="147465"/>
                    <a:pt x="162" y="177224"/>
                  </a:cubicBezTo>
                  <a:cubicBezTo>
                    <a:pt x="162" y="204857"/>
                    <a:pt x="4071" y="247724"/>
                    <a:pt x="23617" y="287757"/>
                  </a:cubicBezTo>
                  <a:cubicBezTo>
                    <a:pt x="44940" y="331332"/>
                    <a:pt x="75503" y="354360"/>
                    <a:pt x="79056" y="354360"/>
                  </a:cubicBezTo>
                  <a:cubicBezTo>
                    <a:pt x="81189" y="354360"/>
                    <a:pt x="82610" y="353297"/>
                    <a:pt x="82610" y="350817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91B97EA-AFE8-DC2E-B313-FD1B299A7B2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788395" y="8417851"/>
              <a:ext cx="176978" cy="160484"/>
            </a:xfrm>
            <a:custGeom>
              <a:avLst/>
              <a:gdLst>
                <a:gd name="connsiteX0" fmla="*/ 108557 w 176978"/>
                <a:gd name="connsiteY0" fmla="*/ 49686 h 160484"/>
                <a:gd name="connsiteX1" fmla="*/ 143739 w 176978"/>
                <a:gd name="connsiteY1" fmla="*/ 7882 h 160484"/>
                <a:gd name="connsiteX2" fmla="*/ 161508 w 176978"/>
                <a:gd name="connsiteY2" fmla="*/ 12488 h 160484"/>
                <a:gd name="connsiteX3" fmla="*/ 144450 w 176978"/>
                <a:gd name="connsiteY3" fmla="*/ 31618 h 160484"/>
                <a:gd name="connsiteX4" fmla="*/ 157954 w 176978"/>
                <a:gd name="connsiteY4" fmla="*/ 44018 h 160484"/>
                <a:gd name="connsiteX5" fmla="*/ 177145 w 176978"/>
                <a:gd name="connsiteY5" fmla="*/ 23470 h 160484"/>
                <a:gd name="connsiteX6" fmla="*/ 144094 w 176978"/>
                <a:gd name="connsiteY6" fmla="*/ 88 h 160484"/>
                <a:gd name="connsiteX7" fmla="*/ 106780 w 176978"/>
                <a:gd name="connsiteY7" fmla="*/ 27013 h 160484"/>
                <a:gd name="connsiteX8" fmla="*/ 68399 w 176978"/>
                <a:gd name="connsiteY8" fmla="*/ 88 h 160484"/>
                <a:gd name="connsiteX9" fmla="*/ 11183 w 176978"/>
                <a:gd name="connsiteY9" fmla="*/ 54646 h 160484"/>
                <a:gd name="connsiteX10" fmla="*/ 15447 w 176978"/>
                <a:gd name="connsiteY10" fmla="*/ 58189 h 160484"/>
                <a:gd name="connsiteX11" fmla="*/ 20067 w 176978"/>
                <a:gd name="connsiteY11" fmla="*/ 54292 h 160484"/>
                <a:gd name="connsiteX12" fmla="*/ 67688 w 176978"/>
                <a:gd name="connsiteY12" fmla="*/ 7882 h 160484"/>
                <a:gd name="connsiteX13" fmla="*/ 86879 w 176978"/>
                <a:gd name="connsiteY13" fmla="*/ 31618 h 160484"/>
                <a:gd name="connsiteX14" fmla="*/ 67688 w 176978"/>
                <a:gd name="connsiteY14" fmla="*/ 115935 h 160484"/>
                <a:gd name="connsiteX15" fmla="*/ 33927 w 176978"/>
                <a:gd name="connsiteY15" fmla="*/ 152779 h 160484"/>
                <a:gd name="connsiteX16" fmla="*/ 16158 w 176978"/>
                <a:gd name="connsiteY16" fmla="*/ 148174 h 160484"/>
                <a:gd name="connsiteX17" fmla="*/ 32861 w 176978"/>
                <a:gd name="connsiteY17" fmla="*/ 129043 h 160484"/>
                <a:gd name="connsiteX18" fmla="*/ 19712 w 176978"/>
                <a:gd name="connsiteY18" fmla="*/ 116644 h 160484"/>
                <a:gd name="connsiteX19" fmla="*/ 166 w 176978"/>
                <a:gd name="connsiteY19" fmla="*/ 137191 h 160484"/>
                <a:gd name="connsiteX20" fmla="*/ 33572 w 176978"/>
                <a:gd name="connsiteY20" fmla="*/ 160573 h 160484"/>
                <a:gd name="connsiteX21" fmla="*/ 70886 w 176978"/>
                <a:gd name="connsiteY21" fmla="*/ 133649 h 160484"/>
                <a:gd name="connsiteX22" fmla="*/ 109267 w 176978"/>
                <a:gd name="connsiteY22" fmla="*/ 160573 h 160484"/>
                <a:gd name="connsiteX23" fmla="*/ 166128 w 176978"/>
                <a:gd name="connsiteY23" fmla="*/ 106015 h 160484"/>
                <a:gd name="connsiteX24" fmla="*/ 161863 w 176978"/>
                <a:gd name="connsiteY24" fmla="*/ 102473 h 160484"/>
                <a:gd name="connsiteX25" fmla="*/ 157243 w 176978"/>
                <a:gd name="connsiteY25" fmla="*/ 106370 h 160484"/>
                <a:gd name="connsiteX26" fmla="*/ 109978 w 176978"/>
                <a:gd name="connsiteY26" fmla="*/ 152779 h 160484"/>
                <a:gd name="connsiteX27" fmla="*/ 90432 w 176978"/>
                <a:gd name="connsiteY27" fmla="*/ 129397 h 160484"/>
                <a:gd name="connsiteX28" fmla="*/ 96474 w 176978"/>
                <a:gd name="connsiteY28" fmla="*/ 98221 h 160484"/>
                <a:gd name="connsiteX29" fmla="*/ 108557 w 176978"/>
                <a:gd name="connsiteY29" fmla="*/ 49686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978" h="160484">
                  <a:moveTo>
                    <a:pt x="108557" y="49686"/>
                  </a:moveTo>
                  <a:cubicBezTo>
                    <a:pt x="110689" y="40475"/>
                    <a:pt x="118863" y="7882"/>
                    <a:pt x="143739" y="7882"/>
                  </a:cubicBezTo>
                  <a:cubicBezTo>
                    <a:pt x="145516" y="7882"/>
                    <a:pt x="154045" y="7882"/>
                    <a:pt x="161508" y="12488"/>
                  </a:cubicBezTo>
                  <a:cubicBezTo>
                    <a:pt x="151557" y="14259"/>
                    <a:pt x="144450" y="23116"/>
                    <a:pt x="144450" y="31618"/>
                  </a:cubicBezTo>
                  <a:cubicBezTo>
                    <a:pt x="144450" y="37287"/>
                    <a:pt x="148359" y="44018"/>
                    <a:pt x="157954" y="44018"/>
                  </a:cubicBezTo>
                  <a:cubicBezTo>
                    <a:pt x="165773" y="44018"/>
                    <a:pt x="177145" y="37641"/>
                    <a:pt x="177145" y="23470"/>
                  </a:cubicBezTo>
                  <a:cubicBezTo>
                    <a:pt x="177145" y="5048"/>
                    <a:pt x="156177" y="88"/>
                    <a:pt x="144094" y="88"/>
                  </a:cubicBezTo>
                  <a:cubicBezTo>
                    <a:pt x="123483" y="88"/>
                    <a:pt x="111044" y="18865"/>
                    <a:pt x="106780" y="27013"/>
                  </a:cubicBezTo>
                  <a:cubicBezTo>
                    <a:pt x="97895" y="3631"/>
                    <a:pt x="78705" y="88"/>
                    <a:pt x="68399" y="88"/>
                  </a:cubicBezTo>
                  <a:cubicBezTo>
                    <a:pt x="31439" y="88"/>
                    <a:pt x="11183" y="45789"/>
                    <a:pt x="11183" y="54646"/>
                  </a:cubicBezTo>
                  <a:cubicBezTo>
                    <a:pt x="11183" y="58189"/>
                    <a:pt x="14737" y="58189"/>
                    <a:pt x="15447" y="58189"/>
                  </a:cubicBezTo>
                  <a:cubicBezTo>
                    <a:pt x="18290" y="58189"/>
                    <a:pt x="19357" y="57480"/>
                    <a:pt x="20067" y="54292"/>
                  </a:cubicBezTo>
                  <a:cubicBezTo>
                    <a:pt x="32150" y="16739"/>
                    <a:pt x="55605" y="7882"/>
                    <a:pt x="67688" y="7882"/>
                  </a:cubicBezTo>
                  <a:cubicBezTo>
                    <a:pt x="74440" y="7882"/>
                    <a:pt x="86879" y="11071"/>
                    <a:pt x="86879" y="31618"/>
                  </a:cubicBezTo>
                  <a:cubicBezTo>
                    <a:pt x="86879" y="42601"/>
                    <a:pt x="80837" y="66337"/>
                    <a:pt x="67688" y="115935"/>
                  </a:cubicBezTo>
                  <a:cubicBezTo>
                    <a:pt x="62002" y="137900"/>
                    <a:pt x="49564" y="152779"/>
                    <a:pt x="33927" y="152779"/>
                  </a:cubicBezTo>
                  <a:cubicBezTo>
                    <a:pt x="31795" y="152779"/>
                    <a:pt x="23621" y="152779"/>
                    <a:pt x="16158" y="148174"/>
                  </a:cubicBezTo>
                  <a:cubicBezTo>
                    <a:pt x="25043" y="146402"/>
                    <a:pt x="32861" y="138963"/>
                    <a:pt x="32861" y="129043"/>
                  </a:cubicBezTo>
                  <a:cubicBezTo>
                    <a:pt x="32861" y="119478"/>
                    <a:pt x="25043" y="116644"/>
                    <a:pt x="19712" y="116644"/>
                  </a:cubicBezTo>
                  <a:cubicBezTo>
                    <a:pt x="9051" y="116644"/>
                    <a:pt x="166" y="125855"/>
                    <a:pt x="166" y="137191"/>
                  </a:cubicBezTo>
                  <a:cubicBezTo>
                    <a:pt x="166" y="153488"/>
                    <a:pt x="17935" y="160573"/>
                    <a:pt x="33572" y="160573"/>
                  </a:cubicBezTo>
                  <a:cubicBezTo>
                    <a:pt x="57027" y="160573"/>
                    <a:pt x="69820" y="135774"/>
                    <a:pt x="70886" y="133649"/>
                  </a:cubicBezTo>
                  <a:cubicBezTo>
                    <a:pt x="75151" y="146757"/>
                    <a:pt x="87945" y="160573"/>
                    <a:pt x="109267" y="160573"/>
                  </a:cubicBezTo>
                  <a:cubicBezTo>
                    <a:pt x="145871" y="160573"/>
                    <a:pt x="166128" y="114872"/>
                    <a:pt x="166128" y="106015"/>
                  </a:cubicBezTo>
                  <a:cubicBezTo>
                    <a:pt x="166128" y="102473"/>
                    <a:pt x="162930" y="102473"/>
                    <a:pt x="161863" y="102473"/>
                  </a:cubicBezTo>
                  <a:cubicBezTo>
                    <a:pt x="158665" y="102473"/>
                    <a:pt x="157954" y="103890"/>
                    <a:pt x="157243" y="106370"/>
                  </a:cubicBezTo>
                  <a:cubicBezTo>
                    <a:pt x="145516" y="144277"/>
                    <a:pt x="121350" y="152779"/>
                    <a:pt x="109978" y="152779"/>
                  </a:cubicBezTo>
                  <a:cubicBezTo>
                    <a:pt x="96118" y="152779"/>
                    <a:pt x="90432" y="141442"/>
                    <a:pt x="90432" y="129397"/>
                  </a:cubicBezTo>
                  <a:cubicBezTo>
                    <a:pt x="90432" y="121603"/>
                    <a:pt x="92565" y="113809"/>
                    <a:pt x="96474" y="98221"/>
                  </a:cubicBezTo>
                  <a:lnTo>
                    <a:pt x="108557" y="49686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5F0B9F5-E8E4-B48C-457D-224707506D9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992890" y="8463162"/>
              <a:ext cx="75375" cy="166897"/>
            </a:xfrm>
            <a:custGeom>
              <a:avLst/>
              <a:gdLst>
                <a:gd name="connsiteX0" fmla="*/ 69080 w 75375"/>
                <a:gd name="connsiteY0" fmla="*/ 9513 h 166897"/>
                <a:gd name="connsiteX1" fmla="*/ 59129 w 75375"/>
                <a:gd name="connsiteY1" fmla="*/ 90 h 166897"/>
                <a:gd name="connsiteX2" fmla="*/ 45198 w 75375"/>
                <a:gd name="connsiteY2" fmla="*/ 13729 h 166897"/>
                <a:gd name="connsiteX3" fmla="*/ 55149 w 75375"/>
                <a:gd name="connsiteY3" fmla="*/ 23153 h 166897"/>
                <a:gd name="connsiteX4" fmla="*/ 69080 w 75375"/>
                <a:gd name="connsiteY4" fmla="*/ 9513 h 166897"/>
                <a:gd name="connsiteX5" fmla="*/ 18332 w 75375"/>
                <a:gd name="connsiteY5" fmla="*/ 135492 h 166897"/>
                <a:gd name="connsiteX6" fmla="*/ 16093 w 75375"/>
                <a:gd name="connsiteY6" fmla="*/ 145908 h 166897"/>
                <a:gd name="connsiteX7" fmla="*/ 39725 w 75375"/>
                <a:gd name="connsiteY7" fmla="*/ 166987 h 166897"/>
                <a:gd name="connsiteX8" fmla="*/ 75548 w 75375"/>
                <a:gd name="connsiteY8" fmla="*/ 129044 h 166897"/>
                <a:gd name="connsiteX9" fmla="*/ 71567 w 75375"/>
                <a:gd name="connsiteY9" fmla="*/ 125821 h 166897"/>
                <a:gd name="connsiteX10" fmla="*/ 66841 w 75375"/>
                <a:gd name="connsiteY10" fmla="*/ 130036 h 166897"/>
                <a:gd name="connsiteX11" fmla="*/ 40472 w 75375"/>
                <a:gd name="connsiteY11" fmla="*/ 160043 h 166897"/>
                <a:gd name="connsiteX12" fmla="*/ 34253 w 75375"/>
                <a:gd name="connsiteY12" fmla="*/ 151364 h 166897"/>
                <a:gd name="connsiteX13" fmla="*/ 38233 w 75375"/>
                <a:gd name="connsiteY13" fmla="*/ 135492 h 166897"/>
                <a:gd name="connsiteX14" fmla="*/ 46193 w 75375"/>
                <a:gd name="connsiteY14" fmla="*/ 115653 h 166897"/>
                <a:gd name="connsiteX15" fmla="*/ 58383 w 75375"/>
                <a:gd name="connsiteY15" fmla="*/ 84158 h 166897"/>
                <a:gd name="connsiteX16" fmla="*/ 59875 w 75375"/>
                <a:gd name="connsiteY16" fmla="*/ 76223 h 166897"/>
                <a:gd name="connsiteX17" fmla="*/ 36243 w 75375"/>
                <a:gd name="connsiteY17" fmla="*/ 55143 h 166897"/>
                <a:gd name="connsiteX18" fmla="*/ 172 w 75375"/>
                <a:gd name="connsiteY18" fmla="*/ 93086 h 166897"/>
                <a:gd name="connsiteX19" fmla="*/ 4401 w 75375"/>
                <a:gd name="connsiteY19" fmla="*/ 96310 h 166897"/>
                <a:gd name="connsiteX20" fmla="*/ 8879 w 75375"/>
                <a:gd name="connsiteY20" fmla="*/ 92342 h 166897"/>
                <a:gd name="connsiteX21" fmla="*/ 35496 w 75375"/>
                <a:gd name="connsiteY21" fmla="*/ 62087 h 166897"/>
                <a:gd name="connsiteX22" fmla="*/ 41716 w 75375"/>
                <a:gd name="connsiteY22" fmla="*/ 70767 h 166897"/>
                <a:gd name="connsiteX23" fmla="*/ 34004 w 75375"/>
                <a:gd name="connsiteY23" fmla="*/ 95566 h 166897"/>
                <a:gd name="connsiteX24" fmla="*/ 18332 w 75375"/>
                <a:gd name="connsiteY24" fmla="*/ 135492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75" h="166897">
                  <a:moveTo>
                    <a:pt x="69080" y="9513"/>
                  </a:moveTo>
                  <a:cubicBezTo>
                    <a:pt x="69080" y="5545"/>
                    <a:pt x="66095" y="90"/>
                    <a:pt x="59129" y="90"/>
                  </a:cubicBezTo>
                  <a:cubicBezTo>
                    <a:pt x="52412" y="90"/>
                    <a:pt x="45198" y="6537"/>
                    <a:pt x="45198" y="13729"/>
                  </a:cubicBezTo>
                  <a:cubicBezTo>
                    <a:pt x="45198" y="17945"/>
                    <a:pt x="48432" y="23153"/>
                    <a:pt x="55149" y="23153"/>
                  </a:cubicBezTo>
                  <a:cubicBezTo>
                    <a:pt x="62363" y="23153"/>
                    <a:pt x="69080" y="16209"/>
                    <a:pt x="69080" y="9513"/>
                  </a:cubicBezTo>
                  <a:close/>
                  <a:moveTo>
                    <a:pt x="18332" y="135492"/>
                  </a:moveTo>
                  <a:cubicBezTo>
                    <a:pt x="17337" y="138716"/>
                    <a:pt x="16093" y="141692"/>
                    <a:pt x="16093" y="145908"/>
                  </a:cubicBezTo>
                  <a:cubicBezTo>
                    <a:pt x="16093" y="157563"/>
                    <a:pt x="26043" y="166987"/>
                    <a:pt x="39725" y="166987"/>
                  </a:cubicBezTo>
                  <a:cubicBezTo>
                    <a:pt x="64602" y="166987"/>
                    <a:pt x="75548" y="132764"/>
                    <a:pt x="75548" y="129044"/>
                  </a:cubicBezTo>
                  <a:cubicBezTo>
                    <a:pt x="75548" y="125821"/>
                    <a:pt x="72314" y="125821"/>
                    <a:pt x="71567" y="125821"/>
                  </a:cubicBezTo>
                  <a:cubicBezTo>
                    <a:pt x="68085" y="125821"/>
                    <a:pt x="67836" y="127309"/>
                    <a:pt x="66841" y="130036"/>
                  </a:cubicBezTo>
                  <a:cubicBezTo>
                    <a:pt x="61119" y="149876"/>
                    <a:pt x="50174" y="160043"/>
                    <a:pt x="40472" y="160043"/>
                  </a:cubicBezTo>
                  <a:cubicBezTo>
                    <a:pt x="35496" y="160043"/>
                    <a:pt x="34253" y="156819"/>
                    <a:pt x="34253" y="151364"/>
                  </a:cubicBezTo>
                  <a:cubicBezTo>
                    <a:pt x="34253" y="145660"/>
                    <a:pt x="35994" y="140948"/>
                    <a:pt x="38233" y="135492"/>
                  </a:cubicBezTo>
                  <a:cubicBezTo>
                    <a:pt x="40721" y="128796"/>
                    <a:pt x="43457" y="122101"/>
                    <a:pt x="46193" y="115653"/>
                  </a:cubicBezTo>
                  <a:cubicBezTo>
                    <a:pt x="48432" y="109701"/>
                    <a:pt x="57388" y="87134"/>
                    <a:pt x="58383" y="84158"/>
                  </a:cubicBezTo>
                  <a:cubicBezTo>
                    <a:pt x="59129" y="81678"/>
                    <a:pt x="59875" y="78703"/>
                    <a:pt x="59875" y="76223"/>
                  </a:cubicBezTo>
                  <a:cubicBezTo>
                    <a:pt x="59875" y="64567"/>
                    <a:pt x="49925" y="55143"/>
                    <a:pt x="36243" y="55143"/>
                  </a:cubicBezTo>
                  <a:cubicBezTo>
                    <a:pt x="11615" y="55143"/>
                    <a:pt x="172" y="88870"/>
                    <a:pt x="172" y="93086"/>
                  </a:cubicBezTo>
                  <a:cubicBezTo>
                    <a:pt x="172" y="96310"/>
                    <a:pt x="3655" y="96310"/>
                    <a:pt x="4401" y="96310"/>
                  </a:cubicBezTo>
                  <a:cubicBezTo>
                    <a:pt x="7884" y="96310"/>
                    <a:pt x="8132" y="95070"/>
                    <a:pt x="8879" y="92342"/>
                  </a:cubicBezTo>
                  <a:cubicBezTo>
                    <a:pt x="15347" y="71015"/>
                    <a:pt x="26292" y="62087"/>
                    <a:pt x="35496" y="62087"/>
                  </a:cubicBezTo>
                  <a:cubicBezTo>
                    <a:pt x="39477" y="62087"/>
                    <a:pt x="41716" y="64071"/>
                    <a:pt x="41716" y="70767"/>
                  </a:cubicBezTo>
                  <a:cubicBezTo>
                    <a:pt x="41716" y="76471"/>
                    <a:pt x="40223" y="80190"/>
                    <a:pt x="34004" y="95566"/>
                  </a:cubicBezTo>
                  <a:lnTo>
                    <a:pt x="18332" y="135492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0EF8F24-7818-264A-C3A6-53409C8B477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0119770" y="8308735"/>
              <a:ext cx="82447" cy="354271"/>
            </a:xfrm>
            <a:custGeom>
              <a:avLst/>
              <a:gdLst>
                <a:gd name="connsiteX0" fmla="*/ 82623 w 82447"/>
                <a:gd name="connsiteY0" fmla="*/ 177224 h 354271"/>
                <a:gd name="connsiteX1" fmla="*/ 59168 w 82447"/>
                <a:gd name="connsiteY1" fmla="*/ 66691 h 354271"/>
                <a:gd name="connsiteX2" fmla="*/ 3729 w 82447"/>
                <a:gd name="connsiteY2" fmla="*/ 88 h 354271"/>
                <a:gd name="connsiteX3" fmla="*/ 175 w 82447"/>
                <a:gd name="connsiteY3" fmla="*/ 3631 h 354271"/>
                <a:gd name="connsiteX4" fmla="*/ 6927 w 82447"/>
                <a:gd name="connsiteY4" fmla="*/ 11779 h 354271"/>
                <a:gd name="connsiteX5" fmla="*/ 62011 w 82447"/>
                <a:gd name="connsiteY5" fmla="*/ 177224 h 354271"/>
                <a:gd name="connsiteX6" fmla="*/ 4795 w 82447"/>
                <a:gd name="connsiteY6" fmla="*/ 344794 h 354271"/>
                <a:gd name="connsiteX7" fmla="*/ 175 w 82447"/>
                <a:gd name="connsiteY7" fmla="*/ 350817 h 354271"/>
                <a:gd name="connsiteX8" fmla="*/ 3729 w 82447"/>
                <a:gd name="connsiteY8" fmla="*/ 354360 h 354271"/>
                <a:gd name="connsiteX9" fmla="*/ 60234 w 82447"/>
                <a:gd name="connsiteY9" fmla="*/ 285277 h 354271"/>
                <a:gd name="connsiteX10" fmla="*/ 82623 w 82447"/>
                <a:gd name="connsiteY10" fmla="*/ 17722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447" h="354271">
                  <a:moveTo>
                    <a:pt x="82623" y="177224"/>
                  </a:moveTo>
                  <a:cubicBezTo>
                    <a:pt x="82623" y="149591"/>
                    <a:pt x="78714" y="106724"/>
                    <a:pt x="59168" y="66691"/>
                  </a:cubicBezTo>
                  <a:cubicBezTo>
                    <a:pt x="37845" y="23116"/>
                    <a:pt x="7283" y="88"/>
                    <a:pt x="3729" y="88"/>
                  </a:cubicBezTo>
                  <a:cubicBezTo>
                    <a:pt x="1597" y="88"/>
                    <a:pt x="175" y="1505"/>
                    <a:pt x="175" y="3631"/>
                  </a:cubicBezTo>
                  <a:cubicBezTo>
                    <a:pt x="175" y="4694"/>
                    <a:pt x="175" y="5402"/>
                    <a:pt x="6927" y="11779"/>
                  </a:cubicBezTo>
                  <a:cubicBezTo>
                    <a:pt x="41754" y="46852"/>
                    <a:pt x="62011" y="103181"/>
                    <a:pt x="62011" y="177224"/>
                  </a:cubicBezTo>
                  <a:cubicBezTo>
                    <a:pt x="62011" y="237804"/>
                    <a:pt x="48862" y="300156"/>
                    <a:pt x="4795" y="344794"/>
                  </a:cubicBezTo>
                  <a:cubicBezTo>
                    <a:pt x="175" y="349046"/>
                    <a:pt x="175" y="349754"/>
                    <a:pt x="175" y="350817"/>
                  </a:cubicBezTo>
                  <a:cubicBezTo>
                    <a:pt x="175" y="352943"/>
                    <a:pt x="1597" y="354360"/>
                    <a:pt x="3729" y="354360"/>
                  </a:cubicBezTo>
                  <a:cubicBezTo>
                    <a:pt x="7283" y="354360"/>
                    <a:pt x="39267" y="330269"/>
                    <a:pt x="60234" y="285277"/>
                  </a:cubicBezTo>
                  <a:cubicBezTo>
                    <a:pt x="78358" y="246307"/>
                    <a:pt x="82623" y="206983"/>
                    <a:pt x="82623" y="177224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591640F-DCD5-7D46-C14D-847AFE8AD3A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0356332" y="8444421"/>
              <a:ext cx="236326" cy="82899"/>
            </a:xfrm>
            <a:custGeom>
              <a:avLst/>
              <a:gdLst>
                <a:gd name="connsiteX0" fmla="*/ 224426 w 236326"/>
                <a:gd name="connsiteY0" fmla="*/ 14259 h 82899"/>
                <a:gd name="connsiteX1" fmla="*/ 236509 w 236326"/>
                <a:gd name="connsiteY1" fmla="*/ 7174 h 82899"/>
                <a:gd name="connsiteX2" fmla="*/ 224781 w 236326"/>
                <a:gd name="connsiteY2" fmla="*/ 88 h 82899"/>
                <a:gd name="connsiteX3" fmla="*/ 11909 w 236326"/>
                <a:gd name="connsiteY3" fmla="*/ 88 h 82899"/>
                <a:gd name="connsiteX4" fmla="*/ 182 w 236326"/>
                <a:gd name="connsiteY4" fmla="*/ 7174 h 82899"/>
                <a:gd name="connsiteX5" fmla="*/ 12265 w 236326"/>
                <a:gd name="connsiteY5" fmla="*/ 14259 h 82899"/>
                <a:gd name="connsiteX6" fmla="*/ 224426 w 236326"/>
                <a:gd name="connsiteY6" fmla="*/ 14259 h 82899"/>
                <a:gd name="connsiteX7" fmla="*/ 224781 w 236326"/>
                <a:gd name="connsiteY7" fmla="*/ 82988 h 82899"/>
                <a:gd name="connsiteX8" fmla="*/ 236509 w 236326"/>
                <a:gd name="connsiteY8" fmla="*/ 75902 h 82899"/>
                <a:gd name="connsiteX9" fmla="*/ 224426 w 236326"/>
                <a:gd name="connsiteY9" fmla="*/ 68817 h 82899"/>
                <a:gd name="connsiteX10" fmla="*/ 12265 w 236326"/>
                <a:gd name="connsiteY10" fmla="*/ 68817 h 82899"/>
                <a:gd name="connsiteX11" fmla="*/ 182 w 236326"/>
                <a:gd name="connsiteY11" fmla="*/ 75902 h 82899"/>
                <a:gd name="connsiteX12" fmla="*/ 11909 w 236326"/>
                <a:gd name="connsiteY12" fmla="*/ 82988 h 82899"/>
                <a:gd name="connsiteX13" fmla="*/ 224781 w 236326"/>
                <a:gd name="connsiteY13" fmla="*/ 82988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326" h="82899">
                  <a:moveTo>
                    <a:pt x="224426" y="14259"/>
                  </a:moveTo>
                  <a:cubicBezTo>
                    <a:pt x="229756" y="14259"/>
                    <a:pt x="236509" y="14259"/>
                    <a:pt x="236509" y="7174"/>
                  </a:cubicBezTo>
                  <a:cubicBezTo>
                    <a:pt x="236509" y="88"/>
                    <a:pt x="229756" y="88"/>
                    <a:pt x="224781" y="88"/>
                  </a:cubicBezTo>
                  <a:lnTo>
                    <a:pt x="11909" y="88"/>
                  </a:lnTo>
                  <a:cubicBezTo>
                    <a:pt x="6934" y="88"/>
                    <a:pt x="182" y="88"/>
                    <a:pt x="182" y="7174"/>
                  </a:cubicBezTo>
                  <a:cubicBezTo>
                    <a:pt x="182" y="14259"/>
                    <a:pt x="6934" y="14259"/>
                    <a:pt x="12265" y="14259"/>
                  </a:cubicBezTo>
                  <a:lnTo>
                    <a:pt x="224426" y="14259"/>
                  </a:lnTo>
                  <a:close/>
                  <a:moveTo>
                    <a:pt x="224781" y="82988"/>
                  </a:moveTo>
                  <a:cubicBezTo>
                    <a:pt x="229756" y="82988"/>
                    <a:pt x="236509" y="82988"/>
                    <a:pt x="236509" y="75902"/>
                  </a:cubicBezTo>
                  <a:cubicBezTo>
                    <a:pt x="236509" y="68817"/>
                    <a:pt x="229756" y="68817"/>
                    <a:pt x="224426" y="68817"/>
                  </a:cubicBezTo>
                  <a:lnTo>
                    <a:pt x="12265" y="68817"/>
                  </a:lnTo>
                  <a:cubicBezTo>
                    <a:pt x="6934" y="68817"/>
                    <a:pt x="182" y="68817"/>
                    <a:pt x="182" y="75902"/>
                  </a:cubicBezTo>
                  <a:cubicBezTo>
                    <a:pt x="182" y="82988"/>
                    <a:pt x="6934" y="82988"/>
                    <a:pt x="11909" y="82988"/>
                  </a:cubicBezTo>
                  <a:lnTo>
                    <a:pt x="224781" y="82988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2305AC2-8E92-86A6-A5E0-ED7E554C612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758105" y="8060741"/>
              <a:ext cx="173069" cy="849897"/>
            </a:xfrm>
            <a:custGeom>
              <a:avLst/>
              <a:gdLst>
                <a:gd name="connsiteX0" fmla="*/ 101475 w 173069"/>
                <a:gd name="connsiteY0" fmla="*/ 541755 h 849897"/>
                <a:gd name="connsiteX1" fmla="*/ 79086 w 173069"/>
                <a:gd name="connsiteY1" fmla="*/ 470192 h 849897"/>
                <a:gd name="connsiteX2" fmla="*/ 20449 w 173069"/>
                <a:gd name="connsiteY2" fmla="*/ 425200 h 849897"/>
                <a:gd name="connsiteX3" fmla="*/ 101475 w 173069"/>
                <a:gd name="connsiteY3" fmla="*/ 320690 h 849897"/>
                <a:gd name="connsiteX4" fmla="*/ 101475 w 173069"/>
                <a:gd name="connsiteY4" fmla="*/ 116629 h 849897"/>
                <a:gd name="connsiteX5" fmla="*/ 170419 w 173069"/>
                <a:gd name="connsiteY5" fmla="*/ 15308 h 849897"/>
                <a:gd name="connsiteX6" fmla="*/ 173262 w 173069"/>
                <a:gd name="connsiteY6" fmla="*/ 7868 h 849897"/>
                <a:gd name="connsiteX7" fmla="*/ 165443 w 173069"/>
                <a:gd name="connsiteY7" fmla="*/ 74 h 849897"/>
                <a:gd name="connsiteX8" fmla="*/ 150517 w 173069"/>
                <a:gd name="connsiteY8" fmla="*/ 4325 h 849897"/>
                <a:gd name="connsiteX9" fmla="*/ 73045 w 173069"/>
                <a:gd name="connsiteY9" fmla="*/ 92893 h 849897"/>
                <a:gd name="connsiteX10" fmla="*/ 71979 w 173069"/>
                <a:gd name="connsiteY10" fmla="*/ 126903 h 849897"/>
                <a:gd name="connsiteX11" fmla="*/ 71979 w 173069"/>
                <a:gd name="connsiteY11" fmla="*/ 290577 h 849897"/>
                <a:gd name="connsiteX12" fmla="*/ 71623 w 173069"/>
                <a:gd name="connsiteY12" fmla="*/ 323878 h 849897"/>
                <a:gd name="connsiteX13" fmla="*/ 6234 w 173069"/>
                <a:gd name="connsiteY13" fmla="*/ 415635 h 849897"/>
                <a:gd name="connsiteX14" fmla="*/ 192 w 173069"/>
                <a:gd name="connsiteY14" fmla="*/ 424846 h 849897"/>
                <a:gd name="connsiteX15" fmla="*/ 5523 w 173069"/>
                <a:gd name="connsiteY15" fmla="*/ 434057 h 849897"/>
                <a:gd name="connsiteX16" fmla="*/ 70557 w 173069"/>
                <a:gd name="connsiteY16" fmla="*/ 516956 h 849897"/>
                <a:gd name="connsiteX17" fmla="*/ 71979 w 173069"/>
                <a:gd name="connsiteY17" fmla="*/ 529710 h 849897"/>
                <a:gd name="connsiteX18" fmla="*/ 71979 w 173069"/>
                <a:gd name="connsiteY18" fmla="*/ 740147 h 849897"/>
                <a:gd name="connsiteX19" fmla="*/ 151584 w 173069"/>
                <a:gd name="connsiteY19" fmla="*/ 846074 h 849897"/>
                <a:gd name="connsiteX20" fmla="*/ 165443 w 173069"/>
                <a:gd name="connsiteY20" fmla="*/ 849971 h 849897"/>
                <a:gd name="connsiteX21" fmla="*/ 173262 w 173069"/>
                <a:gd name="connsiteY21" fmla="*/ 842177 h 849897"/>
                <a:gd name="connsiteX22" fmla="*/ 170063 w 173069"/>
                <a:gd name="connsiteY22" fmla="*/ 834384 h 849897"/>
                <a:gd name="connsiteX23" fmla="*/ 102186 w 173069"/>
                <a:gd name="connsiteY23" fmla="*/ 753255 h 849897"/>
                <a:gd name="connsiteX24" fmla="*/ 101475 w 173069"/>
                <a:gd name="connsiteY24" fmla="*/ 723142 h 849897"/>
                <a:gd name="connsiteX25" fmla="*/ 101475 w 173069"/>
                <a:gd name="connsiteY25" fmla="*/ 541755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069" h="849897">
                  <a:moveTo>
                    <a:pt x="101475" y="541755"/>
                  </a:moveTo>
                  <a:cubicBezTo>
                    <a:pt x="101475" y="525105"/>
                    <a:pt x="101475" y="498888"/>
                    <a:pt x="79086" y="470192"/>
                  </a:cubicBezTo>
                  <a:cubicBezTo>
                    <a:pt x="65227" y="452479"/>
                    <a:pt x="44970" y="436182"/>
                    <a:pt x="20449" y="425200"/>
                  </a:cubicBezTo>
                  <a:cubicBezTo>
                    <a:pt x="89748" y="391898"/>
                    <a:pt x="101475" y="340883"/>
                    <a:pt x="101475" y="320690"/>
                  </a:cubicBezTo>
                  <a:lnTo>
                    <a:pt x="101475" y="116629"/>
                  </a:lnTo>
                  <a:cubicBezTo>
                    <a:pt x="101475" y="94665"/>
                    <a:pt x="101475" y="49318"/>
                    <a:pt x="170419" y="15308"/>
                  </a:cubicBezTo>
                  <a:cubicBezTo>
                    <a:pt x="173262" y="13891"/>
                    <a:pt x="173262" y="13182"/>
                    <a:pt x="173262" y="7868"/>
                  </a:cubicBezTo>
                  <a:cubicBezTo>
                    <a:pt x="173262" y="428"/>
                    <a:pt x="173262" y="74"/>
                    <a:pt x="165443" y="74"/>
                  </a:cubicBezTo>
                  <a:cubicBezTo>
                    <a:pt x="160468" y="74"/>
                    <a:pt x="159757" y="74"/>
                    <a:pt x="150517" y="4325"/>
                  </a:cubicBezTo>
                  <a:cubicBezTo>
                    <a:pt x="115335" y="21685"/>
                    <a:pt x="80508" y="49672"/>
                    <a:pt x="73045" y="92893"/>
                  </a:cubicBezTo>
                  <a:cubicBezTo>
                    <a:pt x="71979" y="99979"/>
                    <a:pt x="71979" y="103167"/>
                    <a:pt x="71979" y="126903"/>
                  </a:cubicBezTo>
                  <a:lnTo>
                    <a:pt x="71979" y="290577"/>
                  </a:lnTo>
                  <a:cubicBezTo>
                    <a:pt x="71979" y="301559"/>
                    <a:pt x="71979" y="319981"/>
                    <a:pt x="71623" y="323878"/>
                  </a:cubicBezTo>
                  <a:cubicBezTo>
                    <a:pt x="68425" y="361077"/>
                    <a:pt x="46747" y="393315"/>
                    <a:pt x="6234" y="415635"/>
                  </a:cubicBezTo>
                  <a:cubicBezTo>
                    <a:pt x="548" y="418823"/>
                    <a:pt x="192" y="419177"/>
                    <a:pt x="192" y="424846"/>
                  </a:cubicBezTo>
                  <a:cubicBezTo>
                    <a:pt x="192" y="430868"/>
                    <a:pt x="548" y="431223"/>
                    <a:pt x="5523" y="434057"/>
                  </a:cubicBezTo>
                  <a:cubicBezTo>
                    <a:pt x="29333" y="447165"/>
                    <a:pt x="63450" y="472672"/>
                    <a:pt x="70557" y="516956"/>
                  </a:cubicBezTo>
                  <a:cubicBezTo>
                    <a:pt x="71979" y="525105"/>
                    <a:pt x="71979" y="525813"/>
                    <a:pt x="71979" y="529710"/>
                  </a:cubicBezTo>
                  <a:lnTo>
                    <a:pt x="71979" y="740147"/>
                  </a:lnTo>
                  <a:cubicBezTo>
                    <a:pt x="71979" y="791517"/>
                    <a:pt x="107517" y="825172"/>
                    <a:pt x="151584" y="846074"/>
                  </a:cubicBezTo>
                  <a:cubicBezTo>
                    <a:pt x="159402" y="849971"/>
                    <a:pt x="160113" y="849971"/>
                    <a:pt x="165443" y="849971"/>
                  </a:cubicBezTo>
                  <a:cubicBezTo>
                    <a:pt x="172906" y="849971"/>
                    <a:pt x="173262" y="849971"/>
                    <a:pt x="173262" y="842177"/>
                  </a:cubicBezTo>
                  <a:cubicBezTo>
                    <a:pt x="173262" y="836509"/>
                    <a:pt x="172906" y="836155"/>
                    <a:pt x="170063" y="834384"/>
                  </a:cubicBezTo>
                  <a:cubicBezTo>
                    <a:pt x="155493" y="827298"/>
                    <a:pt x="109649" y="804270"/>
                    <a:pt x="102186" y="753255"/>
                  </a:cubicBezTo>
                  <a:cubicBezTo>
                    <a:pt x="101475" y="748296"/>
                    <a:pt x="101475" y="744399"/>
                    <a:pt x="101475" y="723142"/>
                  </a:cubicBezTo>
                  <a:lnTo>
                    <a:pt x="101475" y="541755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492A701-832C-DC34-1A87-CB817D26FAE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31037" y="8178184"/>
              <a:ext cx="163829" cy="229213"/>
            </a:xfrm>
            <a:custGeom>
              <a:avLst/>
              <a:gdLst>
                <a:gd name="connsiteX0" fmla="*/ 162609 w 163829"/>
                <a:gd name="connsiteY0" fmla="*/ 21692 h 229213"/>
                <a:gd name="connsiteX1" fmla="*/ 164030 w 163829"/>
                <a:gd name="connsiteY1" fmla="*/ 13544 h 229213"/>
                <a:gd name="connsiteX2" fmla="*/ 153725 w 163829"/>
                <a:gd name="connsiteY2" fmla="*/ 3978 h 229213"/>
                <a:gd name="connsiteX3" fmla="*/ 141286 w 163829"/>
                <a:gd name="connsiteY3" fmla="*/ 11418 h 229213"/>
                <a:gd name="connsiteX4" fmla="*/ 136311 w 163829"/>
                <a:gd name="connsiteY4" fmla="*/ 30549 h 229213"/>
                <a:gd name="connsiteX5" fmla="*/ 129203 w 163829"/>
                <a:gd name="connsiteY5" fmla="*/ 58890 h 229213"/>
                <a:gd name="connsiteX6" fmla="*/ 113211 w 163829"/>
                <a:gd name="connsiteY6" fmla="*/ 122659 h 229213"/>
                <a:gd name="connsiteX7" fmla="*/ 73054 w 163829"/>
                <a:gd name="connsiteY7" fmla="*/ 152772 h 229213"/>
                <a:gd name="connsiteX8" fmla="*/ 51020 w 163829"/>
                <a:gd name="connsiteY8" fmla="*/ 124076 h 229213"/>
                <a:gd name="connsiteX9" fmla="*/ 69144 w 163829"/>
                <a:gd name="connsiteY9" fmla="*/ 54639 h 229213"/>
                <a:gd name="connsiteX10" fmla="*/ 76252 w 163829"/>
                <a:gd name="connsiteY10" fmla="*/ 29132 h 229213"/>
                <a:gd name="connsiteX11" fmla="*/ 47111 w 163829"/>
                <a:gd name="connsiteY11" fmla="*/ 81 h 229213"/>
                <a:gd name="connsiteX12" fmla="*/ 201 w 163829"/>
                <a:gd name="connsiteY12" fmla="*/ 54639 h 229213"/>
                <a:gd name="connsiteX13" fmla="*/ 4465 w 163829"/>
                <a:gd name="connsiteY13" fmla="*/ 58182 h 229213"/>
                <a:gd name="connsiteX14" fmla="*/ 10152 w 163829"/>
                <a:gd name="connsiteY14" fmla="*/ 51805 h 229213"/>
                <a:gd name="connsiteX15" fmla="*/ 46045 w 163829"/>
                <a:gd name="connsiteY15" fmla="*/ 7875 h 229213"/>
                <a:gd name="connsiteX16" fmla="*/ 54929 w 163829"/>
                <a:gd name="connsiteY16" fmla="*/ 19212 h 229213"/>
                <a:gd name="connsiteX17" fmla="*/ 48888 w 163829"/>
                <a:gd name="connsiteY17" fmla="*/ 44011 h 229213"/>
                <a:gd name="connsiteX18" fmla="*/ 28276 w 163829"/>
                <a:gd name="connsiteY18" fmla="*/ 118408 h 229213"/>
                <a:gd name="connsiteX19" fmla="*/ 71632 w 163829"/>
                <a:gd name="connsiteY19" fmla="*/ 160566 h 229213"/>
                <a:gd name="connsiteX20" fmla="*/ 107525 w 163829"/>
                <a:gd name="connsiteY20" fmla="*/ 144624 h 229213"/>
                <a:gd name="connsiteX21" fmla="*/ 84426 w 163829"/>
                <a:gd name="connsiteY21" fmla="*/ 199182 h 229213"/>
                <a:gd name="connsiteX22" fmla="*/ 45334 w 163829"/>
                <a:gd name="connsiteY22" fmla="*/ 221501 h 229213"/>
                <a:gd name="connsiteX23" fmla="*/ 18325 w 163829"/>
                <a:gd name="connsiteY23" fmla="*/ 206622 h 229213"/>
                <a:gd name="connsiteX24" fmla="*/ 33607 w 163829"/>
                <a:gd name="connsiteY24" fmla="*/ 202370 h 229213"/>
                <a:gd name="connsiteX25" fmla="*/ 40714 w 163829"/>
                <a:gd name="connsiteY25" fmla="*/ 187845 h 229213"/>
                <a:gd name="connsiteX26" fmla="*/ 27565 w 163829"/>
                <a:gd name="connsiteY26" fmla="*/ 175446 h 229213"/>
                <a:gd name="connsiteX27" fmla="*/ 7664 w 163829"/>
                <a:gd name="connsiteY27" fmla="*/ 198473 h 229213"/>
                <a:gd name="connsiteX28" fmla="*/ 45334 w 163829"/>
                <a:gd name="connsiteY28" fmla="*/ 229295 h 229213"/>
                <a:gd name="connsiteX29" fmla="*/ 128493 w 163829"/>
                <a:gd name="connsiteY29" fmla="*/ 157024 h 229213"/>
                <a:gd name="connsiteX30" fmla="*/ 162609 w 163829"/>
                <a:gd name="connsiteY30" fmla="*/ 21692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829" h="229213">
                  <a:moveTo>
                    <a:pt x="162609" y="21692"/>
                  </a:moveTo>
                  <a:cubicBezTo>
                    <a:pt x="164030" y="16732"/>
                    <a:pt x="164030" y="16024"/>
                    <a:pt x="164030" y="13544"/>
                  </a:cubicBezTo>
                  <a:cubicBezTo>
                    <a:pt x="164030" y="7167"/>
                    <a:pt x="159055" y="3978"/>
                    <a:pt x="153725" y="3978"/>
                  </a:cubicBezTo>
                  <a:cubicBezTo>
                    <a:pt x="150171" y="3978"/>
                    <a:pt x="144485" y="6104"/>
                    <a:pt x="141286" y="11418"/>
                  </a:cubicBezTo>
                  <a:cubicBezTo>
                    <a:pt x="140575" y="13189"/>
                    <a:pt x="137732" y="24172"/>
                    <a:pt x="136311" y="30549"/>
                  </a:cubicBezTo>
                  <a:cubicBezTo>
                    <a:pt x="133823" y="39760"/>
                    <a:pt x="131336" y="49325"/>
                    <a:pt x="129203" y="58890"/>
                  </a:cubicBezTo>
                  <a:lnTo>
                    <a:pt x="113211" y="122659"/>
                  </a:lnTo>
                  <a:cubicBezTo>
                    <a:pt x="111790" y="127973"/>
                    <a:pt x="96509" y="152772"/>
                    <a:pt x="73054" y="152772"/>
                  </a:cubicBezTo>
                  <a:cubicBezTo>
                    <a:pt x="54929" y="152772"/>
                    <a:pt x="51020" y="137185"/>
                    <a:pt x="51020" y="124076"/>
                  </a:cubicBezTo>
                  <a:cubicBezTo>
                    <a:pt x="51020" y="107780"/>
                    <a:pt x="57062" y="85815"/>
                    <a:pt x="69144" y="54639"/>
                  </a:cubicBezTo>
                  <a:cubicBezTo>
                    <a:pt x="74830" y="40114"/>
                    <a:pt x="76252" y="36217"/>
                    <a:pt x="76252" y="29132"/>
                  </a:cubicBezTo>
                  <a:cubicBezTo>
                    <a:pt x="76252" y="13189"/>
                    <a:pt x="64880" y="81"/>
                    <a:pt x="47111" y="81"/>
                  </a:cubicBezTo>
                  <a:cubicBezTo>
                    <a:pt x="13350" y="81"/>
                    <a:pt x="201" y="51451"/>
                    <a:pt x="201" y="54639"/>
                  </a:cubicBezTo>
                  <a:cubicBezTo>
                    <a:pt x="201" y="58182"/>
                    <a:pt x="3755" y="58182"/>
                    <a:pt x="4465" y="58182"/>
                  </a:cubicBezTo>
                  <a:cubicBezTo>
                    <a:pt x="8019" y="58182"/>
                    <a:pt x="8375" y="57473"/>
                    <a:pt x="10152" y="51805"/>
                  </a:cubicBezTo>
                  <a:cubicBezTo>
                    <a:pt x="19747" y="18504"/>
                    <a:pt x="33962" y="7875"/>
                    <a:pt x="46045" y="7875"/>
                  </a:cubicBezTo>
                  <a:cubicBezTo>
                    <a:pt x="48888" y="7875"/>
                    <a:pt x="54929" y="7875"/>
                    <a:pt x="54929" y="19212"/>
                  </a:cubicBezTo>
                  <a:cubicBezTo>
                    <a:pt x="54929" y="28069"/>
                    <a:pt x="51375" y="37280"/>
                    <a:pt x="48888" y="44011"/>
                  </a:cubicBezTo>
                  <a:cubicBezTo>
                    <a:pt x="34673" y="81564"/>
                    <a:pt x="28276" y="101757"/>
                    <a:pt x="28276" y="118408"/>
                  </a:cubicBezTo>
                  <a:cubicBezTo>
                    <a:pt x="28276" y="149938"/>
                    <a:pt x="50665" y="160566"/>
                    <a:pt x="71632" y="160566"/>
                  </a:cubicBezTo>
                  <a:cubicBezTo>
                    <a:pt x="85492" y="160566"/>
                    <a:pt x="97575" y="154544"/>
                    <a:pt x="107525" y="144624"/>
                  </a:cubicBezTo>
                  <a:cubicBezTo>
                    <a:pt x="102905" y="163046"/>
                    <a:pt x="98641" y="180406"/>
                    <a:pt x="84426" y="199182"/>
                  </a:cubicBezTo>
                  <a:cubicBezTo>
                    <a:pt x="75186" y="211227"/>
                    <a:pt x="61681" y="221501"/>
                    <a:pt x="45334" y="221501"/>
                  </a:cubicBezTo>
                  <a:cubicBezTo>
                    <a:pt x="40359" y="221501"/>
                    <a:pt x="24367" y="220438"/>
                    <a:pt x="18325" y="206622"/>
                  </a:cubicBezTo>
                  <a:cubicBezTo>
                    <a:pt x="24011" y="206622"/>
                    <a:pt x="28631" y="206622"/>
                    <a:pt x="33607" y="202370"/>
                  </a:cubicBezTo>
                  <a:cubicBezTo>
                    <a:pt x="37160" y="199182"/>
                    <a:pt x="40714" y="194576"/>
                    <a:pt x="40714" y="187845"/>
                  </a:cubicBezTo>
                  <a:cubicBezTo>
                    <a:pt x="40714" y="176863"/>
                    <a:pt x="31119" y="175446"/>
                    <a:pt x="27565" y="175446"/>
                  </a:cubicBezTo>
                  <a:cubicBezTo>
                    <a:pt x="19391" y="175446"/>
                    <a:pt x="7664" y="181114"/>
                    <a:pt x="7664" y="198473"/>
                  </a:cubicBezTo>
                  <a:cubicBezTo>
                    <a:pt x="7664" y="216187"/>
                    <a:pt x="23301" y="229295"/>
                    <a:pt x="45334" y="229295"/>
                  </a:cubicBezTo>
                  <a:cubicBezTo>
                    <a:pt x="81938" y="229295"/>
                    <a:pt x="118542" y="197056"/>
                    <a:pt x="128493" y="157024"/>
                  </a:cubicBezTo>
                  <a:lnTo>
                    <a:pt x="162609" y="21692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2315C73-47CA-DA32-92F2-255EA8DD80F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206658" y="8223494"/>
              <a:ext cx="75375" cy="166897"/>
            </a:xfrm>
            <a:custGeom>
              <a:avLst/>
              <a:gdLst>
                <a:gd name="connsiteX0" fmla="*/ 69114 w 75375"/>
                <a:gd name="connsiteY0" fmla="*/ 9507 h 166897"/>
                <a:gd name="connsiteX1" fmla="*/ 59163 w 75375"/>
                <a:gd name="connsiteY1" fmla="*/ 83 h 166897"/>
                <a:gd name="connsiteX2" fmla="*/ 45232 w 75375"/>
                <a:gd name="connsiteY2" fmla="*/ 13722 h 166897"/>
                <a:gd name="connsiteX3" fmla="*/ 55183 w 75375"/>
                <a:gd name="connsiteY3" fmla="*/ 23146 h 166897"/>
                <a:gd name="connsiteX4" fmla="*/ 69114 w 75375"/>
                <a:gd name="connsiteY4" fmla="*/ 9507 h 166897"/>
                <a:gd name="connsiteX5" fmla="*/ 18366 w 75375"/>
                <a:gd name="connsiteY5" fmla="*/ 135485 h 166897"/>
                <a:gd name="connsiteX6" fmla="*/ 16127 w 75375"/>
                <a:gd name="connsiteY6" fmla="*/ 145901 h 166897"/>
                <a:gd name="connsiteX7" fmla="*/ 39760 w 75375"/>
                <a:gd name="connsiteY7" fmla="*/ 166980 h 166897"/>
                <a:gd name="connsiteX8" fmla="*/ 75582 w 75375"/>
                <a:gd name="connsiteY8" fmla="*/ 129038 h 166897"/>
                <a:gd name="connsiteX9" fmla="*/ 71601 w 75375"/>
                <a:gd name="connsiteY9" fmla="*/ 125814 h 166897"/>
                <a:gd name="connsiteX10" fmla="*/ 66875 w 75375"/>
                <a:gd name="connsiteY10" fmla="*/ 130030 h 166897"/>
                <a:gd name="connsiteX11" fmla="*/ 40506 w 75375"/>
                <a:gd name="connsiteY11" fmla="*/ 160037 h 166897"/>
                <a:gd name="connsiteX12" fmla="*/ 34287 w 75375"/>
                <a:gd name="connsiteY12" fmla="*/ 151357 h 166897"/>
                <a:gd name="connsiteX13" fmla="*/ 38267 w 75375"/>
                <a:gd name="connsiteY13" fmla="*/ 135485 h 166897"/>
                <a:gd name="connsiteX14" fmla="*/ 46227 w 75375"/>
                <a:gd name="connsiteY14" fmla="*/ 115646 h 166897"/>
                <a:gd name="connsiteX15" fmla="*/ 58417 w 75375"/>
                <a:gd name="connsiteY15" fmla="*/ 84152 h 166897"/>
                <a:gd name="connsiteX16" fmla="*/ 59909 w 75375"/>
                <a:gd name="connsiteY16" fmla="*/ 76216 h 166897"/>
                <a:gd name="connsiteX17" fmla="*/ 36277 w 75375"/>
                <a:gd name="connsiteY17" fmla="*/ 55137 h 166897"/>
                <a:gd name="connsiteX18" fmla="*/ 206 w 75375"/>
                <a:gd name="connsiteY18" fmla="*/ 93079 h 166897"/>
                <a:gd name="connsiteX19" fmla="*/ 4435 w 75375"/>
                <a:gd name="connsiteY19" fmla="*/ 96303 h 166897"/>
                <a:gd name="connsiteX20" fmla="*/ 8913 w 75375"/>
                <a:gd name="connsiteY20" fmla="*/ 92335 h 166897"/>
                <a:gd name="connsiteX21" fmla="*/ 35530 w 75375"/>
                <a:gd name="connsiteY21" fmla="*/ 62080 h 166897"/>
                <a:gd name="connsiteX22" fmla="*/ 41750 w 75375"/>
                <a:gd name="connsiteY22" fmla="*/ 70760 h 166897"/>
                <a:gd name="connsiteX23" fmla="*/ 34038 w 75375"/>
                <a:gd name="connsiteY23" fmla="*/ 95559 h 166897"/>
                <a:gd name="connsiteX24" fmla="*/ 18366 w 75375"/>
                <a:gd name="connsiteY24" fmla="*/ 135485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75" h="166897">
                  <a:moveTo>
                    <a:pt x="69114" y="9507"/>
                  </a:moveTo>
                  <a:cubicBezTo>
                    <a:pt x="69114" y="5539"/>
                    <a:pt x="66129" y="83"/>
                    <a:pt x="59163" y="83"/>
                  </a:cubicBezTo>
                  <a:cubicBezTo>
                    <a:pt x="52447" y="83"/>
                    <a:pt x="45232" y="6531"/>
                    <a:pt x="45232" y="13722"/>
                  </a:cubicBezTo>
                  <a:cubicBezTo>
                    <a:pt x="45232" y="17938"/>
                    <a:pt x="48466" y="23146"/>
                    <a:pt x="55183" y="23146"/>
                  </a:cubicBezTo>
                  <a:cubicBezTo>
                    <a:pt x="62397" y="23146"/>
                    <a:pt x="69114" y="16202"/>
                    <a:pt x="69114" y="9507"/>
                  </a:cubicBezTo>
                  <a:close/>
                  <a:moveTo>
                    <a:pt x="18366" y="135485"/>
                  </a:moveTo>
                  <a:cubicBezTo>
                    <a:pt x="17371" y="138709"/>
                    <a:pt x="16127" y="141685"/>
                    <a:pt x="16127" y="145901"/>
                  </a:cubicBezTo>
                  <a:cubicBezTo>
                    <a:pt x="16127" y="157557"/>
                    <a:pt x="26077" y="166980"/>
                    <a:pt x="39760" y="166980"/>
                  </a:cubicBezTo>
                  <a:cubicBezTo>
                    <a:pt x="64636" y="166980"/>
                    <a:pt x="75582" y="132758"/>
                    <a:pt x="75582" y="129038"/>
                  </a:cubicBezTo>
                  <a:cubicBezTo>
                    <a:pt x="75582" y="125814"/>
                    <a:pt x="72348" y="125814"/>
                    <a:pt x="71601" y="125814"/>
                  </a:cubicBezTo>
                  <a:cubicBezTo>
                    <a:pt x="68119" y="125814"/>
                    <a:pt x="67870" y="127302"/>
                    <a:pt x="66875" y="130030"/>
                  </a:cubicBezTo>
                  <a:cubicBezTo>
                    <a:pt x="61153" y="149869"/>
                    <a:pt x="50208" y="160037"/>
                    <a:pt x="40506" y="160037"/>
                  </a:cubicBezTo>
                  <a:cubicBezTo>
                    <a:pt x="35530" y="160037"/>
                    <a:pt x="34287" y="156813"/>
                    <a:pt x="34287" y="151357"/>
                  </a:cubicBezTo>
                  <a:cubicBezTo>
                    <a:pt x="34287" y="145653"/>
                    <a:pt x="36028" y="140941"/>
                    <a:pt x="38267" y="135485"/>
                  </a:cubicBezTo>
                  <a:cubicBezTo>
                    <a:pt x="40755" y="128790"/>
                    <a:pt x="43491" y="122094"/>
                    <a:pt x="46227" y="115646"/>
                  </a:cubicBezTo>
                  <a:cubicBezTo>
                    <a:pt x="48466" y="109695"/>
                    <a:pt x="57422" y="87127"/>
                    <a:pt x="58417" y="84152"/>
                  </a:cubicBezTo>
                  <a:cubicBezTo>
                    <a:pt x="59163" y="81672"/>
                    <a:pt x="59909" y="78696"/>
                    <a:pt x="59909" y="76216"/>
                  </a:cubicBezTo>
                  <a:cubicBezTo>
                    <a:pt x="59909" y="64560"/>
                    <a:pt x="49959" y="55137"/>
                    <a:pt x="36277" y="55137"/>
                  </a:cubicBezTo>
                  <a:cubicBezTo>
                    <a:pt x="11649" y="55137"/>
                    <a:pt x="206" y="88863"/>
                    <a:pt x="206" y="93079"/>
                  </a:cubicBezTo>
                  <a:cubicBezTo>
                    <a:pt x="206" y="96303"/>
                    <a:pt x="3689" y="96303"/>
                    <a:pt x="4435" y="96303"/>
                  </a:cubicBezTo>
                  <a:cubicBezTo>
                    <a:pt x="7918" y="96303"/>
                    <a:pt x="8166" y="95063"/>
                    <a:pt x="8913" y="92335"/>
                  </a:cubicBezTo>
                  <a:cubicBezTo>
                    <a:pt x="15381" y="71008"/>
                    <a:pt x="26326" y="62080"/>
                    <a:pt x="35530" y="62080"/>
                  </a:cubicBezTo>
                  <a:cubicBezTo>
                    <a:pt x="39511" y="62080"/>
                    <a:pt x="41750" y="64064"/>
                    <a:pt x="41750" y="70760"/>
                  </a:cubicBezTo>
                  <a:cubicBezTo>
                    <a:pt x="41750" y="76464"/>
                    <a:pt x="40257" y="80184"/>
                    <a:pt x="34038" y="95559"/>
                  </a:cubicBezTo>
                  <a:lnTo>
                    <a:pt x="18366" y="135485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186B5C2-0843-1652-3CF0-4B4BB30A734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1421750" y="8239118"/>
              <a:ext cx="217136" cy="14170"/>
            </a:xfrm>
            <a:custGeom>
              <a:avLst/>
              <a:gdLst>
                <a:gd name="connsiteX0" fmla="*/ 204909 w 217136"/>
                <a:gd name="connsiteY0" fmla="*/ 14252 h 14170"/>
                <a:gd name="connsiteX1" fmla="*/ 217348 w 217136"/>
                <a:gd name="connsiteY1" fmla="*/ 7167 h 14170"/>
                <a:gd name="connsiteX2" fmla="*/ 204909 w 217136"/>
                <a:gd name="connsiteY2" fmla="*/ 81 h 14170"/>
                <a:gd name="connsiteX3" fmla="*/ 12650 w 217136"/>
                <a:gd name="connsiteY3" fmla="*/ 81 h 14170"/>
                <a:gd name="connsiteX4" fmla="*/ 211 w 217136"/>
                <a:gd name="connsiteY4" fmla="*/ 7167 h 14170"/>
                <a:gd name="connsiteX5" fmla="*/ 12650 w 217136"/>
                <a:gd name="connsiteY5" fmla="*/ 14252 h 14170"/>
                <a:gd name="connsiteX6" fmla="*/ 204909 w 217136"/>
                <a:gd name="connsiteY6" fmla="*/ 14252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136" h="14170">
                  <a:moveTo>
                    <a:pt x="204909" y="14252"/>
                  </a:moveTo>
                  <a:cubicBezTo>
                    <a:pt x="210951" y="14252"/>
                    <a:pt x="217348" y="14252"/>
                    <a:pt x="217348" y="7167"/>
                  </a:cubicBezTo>
                  <a:cubicBezTo>
                    <a:pt x="217348" y="81"/>
                    <a:pt x="210951" y="81"/>
                    <a:pt x="204909" y="81"/>
                  </a:cubicBezTo>
                  <a:lnTo>
                    <a:pt x="12650" y="81"/>
                  </a:lnTo>
                  <a:cubicBezTo>
                    <a:pt x="6608" y="81"/>
                    <a:pt x="211" y="81"/>
                    <a:pt x="211" y="7167"/>
                  </a:cubicBezTo>
                  <a:cubicBezTo>
                    <a:pt x="211" y="14252"/>
                    <a:pt x="6608" y="14252"/>
                    <a:pt x="12650" y="14252"/>
                  </a:cubicBezTo>
                  <a:lnTo>
                    <a:pt x="204909" y="14252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0A8908C-5633-FEED-5E0C-0DF2E34A4E7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1757937" y="8178184"/>
              <a:ext cx="163829" cy="229213"/>
            </a:xfrm>
            <a:custGeom>
              <a:avLst/>
              <a:gdLst>
                <a:gd name="connsiteX0" fmla="*/ 162629 w 163829"/>
                <a:gd name="connsiteY0" fmla="*/ 21692 h 229213"/>
                <a:gd name="connsiteX1" fmla="*/ 164051 w 163829"/>
                <a:gd name="connsiteY1" fmla="*/ 13544 h 229213"/>
                <a:gd name="connsiteX2" fmla="*/ 153745 w 163829"/>
                <a:gd name="connsiteY2" fmla="*/ 3978 h 229213"/>
                <a:gd name="connsiteX3" fmla="*/ 141307 w 163829"/>
                <a:gd name="connsiteY3" fmla="*/ 11418 h 229213"/>
                <a:gd name="connsiteX4" fmla="*/ 136331 w 163829"/>
                <a:gd name="connsiteY4" fmla="*/ 30549 h 229213"/>
                <a:gd name="connsiteX5" fmla="*/ 129224 w 163829"/>
                <a:gd name="connsiteY5" fmla="*/ 58890 h 229213"/>
                <a:gd name="connsiteX6" fmla="*/ 113232 w 163829"/>
                <a:gd name="connsiteY6" fmla="*/ 122659 h 229213"/>
                <a:gd name="connsiteX7" fmla="*/ 73074 w 163829"/>
                <a:gd name="connsiteY7" fmla="*/ 152772 h 229213"/>
                <a:gd name="connsiteX8" fmla="*/ 51040 w 163829"/>
                <a:gd name="connsiteY8" fmla="*/ 124076 h 229213"/>
                <a:gd name="connsiteX9" fmla="*/ 69165 w 163829"/>
                <a:gd name="connsiteY9" fmla="*/ 54639 h 229213"/>
                <a:gd name="connsiteX10" fmla="*/ 76272 w 163829"/>
                <a:gd name="connsiteY10" fmla="*/ 29132 h 229213"/>
                <a:gd name="connsiteX11" fmla="*/ 47131 w 163829"/>
                <a:gd name="connsiteY11" fmla="*/ 81 h 229213"/>
                <a:gd name="connsiteX12" fmla="*/ 221 w 163829"/>
                <a:gd name="connsiteY12" fmla="*/ 54639 h 229213"/>
                <a:gd name="connsiteX13" fmla="*/ 4486 w 163829"/>
                <a:gd name="connsiteY13" fmla="*/ 58182 h 229213"/>
                <a:gd name="connsiteX14" fmla="*/ 10172 w 163829"/>
                <a:gd name="connsiteY14" fmla="*/ 51805 h 229213"/>
                <a:gd name="connsiteX15" fmla="*/ 46065 w 163829"/>
                <a:gd name="connsiteY15" fmla="*/ 7875 h 229213"/>
                <a:gd name="connsiteX16" fmla="*/ 54950 w 163829"/>
                <a:gd name="connsiteY16" fmla="*/ 19212 h 229213"/>
                <a:gd name="connsiteX17" fmla="*/ 48908 w 163829"/>
                <a:gd name="connsiteY17" fmla="*/ 44011 h 229213"/>
                <a:gd name="connsiteX18" fmla="*/ 28296 w 163829"/>
                <a:gd name="connsiteY18" fmla="*/ 118408 h 229213"/>
                <a:gd name="connsiteX19" fmla="*/ 71652 w 163829"/>
                <a:gd name="connsiteY19" fmla="*/ 160566 h 229213"/>
                <a:gd name="connsiteX20" fmla="*/ 107546 w 163829"/>
                <a:gd name="connsiteY20" fmla="*/ 144624 h 229213"/>
                <a:gd name="connsiteX21" fmla="*/ 84446 w 163829"/>
                <a:gd name="connsiteY21" fmla="*/ 199182 h 229213"/>
                <a:gd name="connsiteX22" fmla="*/ 45354 w 163829"/>
                <a:gd name="connsiteY22" fmla="*/ 221501 h 229213"/>
                <a:gd name="connsiteX23" fmla="*/ 18346 w 163829"/>
                <a:gd name="connsiteY23" fmla="*/ 206622 h 229213"/>
                <a:gd name="connsiteX24" fmla="*/ 33627 w 163829"/>
                <a:gd name="connsiteY24" fmla="*/ 202370 h 229213"/>
                <a:gd name="connsiteX25" fmla="*/ 40735 w 163829"/>
                <a:gd name="connsiteY25" fmla="*/ 187845 h 229213"/>
                <a:gd name="connsiteX26" fmla="*/ 27585 w 163829"/>
                <a:gd name="connsiteY26" fmla="*/ 175446 h 229213"/>
                <a:gd name="connsiteX27" fmla="*/ 7684 w 163829"/>
                <a:gd name="connsiteY27" fmla="*/ 198473 h 229213"/>
                <a:gd name="connsiteX28" fmla="*/ 45354 w 163829"/>
                <a:gd name="connsiteY28" fmla="*/ 229295 h 229213"/>
                <a:gd name="connsiteX29" fmla="*/ 128513 w 163829"/>
                <a:gd name="connsiteY29" fmla="*/ 157024 h 229213"/>
                <a:gd name="connsiteX30" fmla="*/ 162629 w 163829"/>
                <a:gd name="connsiteY30" fmla="*/ 21692 h 22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3829" h="229213">
                  <a:moveTo>
                    <a:pt x="162629" y="21692"/>
                  </a:moveTo>
                  <a:cubicBezTo>
                    <a:pt x="164051" y="16732"/>
                    <a:pt x="164051" y="16024"/>
                    <a:pt x="164051" y="13544"/>
                  </a:cubicBezTo>
                  <a:cubicBezTo>
                    <a:pt x="164051" y="7167"/>
                    <a:pt x="159076" y="3978"/>
                    <a:pt x="153745" y="3978"/>
                  </a:cubicBezTo>
                  <a:cubicBezTo>
                    <a:pt x="150191" y="3978"/>
                    <a:pt x="144505" y="6104"/>
                    <a:pt x="141307" y="11418"/>
                  </a:cubicBezTo>
                  <a:cubicBezTo>
                    <a:pt x="140596" y="13189"/>
                    <a:pt x="137753" y="24172"/>
                    <a:pt x="136331" y="30549"/>
                  </a:cubicBezTo>
                  <a:cubicBezTo>
                    <a:pt x="133844" y="39760"/>
                    <a:pt x="131356" y="49325"/>
                    <a:pt x="129224" y="58890"/>
                  </a:cubicBezTo>
                  <a:lnTo>
                    <a:pt x="113232" y="122659"/>
                  </a:lnTo>
                  <a:cubicBezTo>
                    <a:pt x="111810" y="127973"/>
                    <a:pt x="96529" y="152772"/>
                    <a:pt x="73074" y="152772"/>
                  </a:cubicBezTo>
                  <a:cubicBezTo>
                    <a:pt x="54950" y="152772"/>
                    <a:pt x="51040" y="137185"/>
                    <a:pt x="51040" y="124076"/>
                  </a:cubicBezTo>
                  <a:cubicBezTo>
                    <a:pt x="51040" y="107780"/>
                    <a:pt x="57082" y="85815"/>
                    <a:pt x="69165" y="54639"/>
                  </a:cubicBezTo>
                  <a:cubicBezTo>
                    <a:pt x="74851" y="40114"/>
                    <a:pt x="76272" y="36217"/>
                    <a:pt x="76272" y="29132"/>
                  </a:cubicBezTo>
                  <a:cubicBezTo>
                    <a:pt x="76272" y="13189"/>
                    <a:pt x="64900" y="81"/>
                    <a:pt x="47131" y="81"/>
                  </a:cubicBezTo>
                  <a:cubicBezTo>
                    <a:pt x="13370" y="81"/>
                    <a:pt x="221" y="51451"/>
                    <a:pt x="221" y="54639"/>
                  </a:cubicBezTo>
                  <a:cubicBezTo>
                    <a:pt x="221" y="58182"/>
                    <a:pt x="3775" y="58182"/>
                    <a:pt x="4486" y="58182"/>
                  </a:cubicBezTo>
                  <a:cubicBezTo>
                    <a:pt x="8040" y="58182"/>
                    <a:pt x="8395" y="57473"/>
                    <a:pt x="10172" y="51805"/>
                  </a:cubicBezTo>
                  <a:cubicBezTo>
                    <a:pt x="19767" y="18504"/>
                    <a:pt x="33982" y="7875"/>
                    <a:pt x="46065" y="7875"/>
                  </a:cubicBezTo>
                  <a:cubicBezTo>
                    <a:pt x="48908" y="7875"/>
                    <a:pt x="54950" y="7875"/>
                    <a:pt x="54950" y="19212"/>
                  </a:cubicBezTo>
                  <a:cubicBezTo>
                    <a:pt x="54950" y="28069"/>
                    <a:pt x="51396" y="37280"/>
                    <a:pt x="48908" y="44011"/>
                  </a:cubicBezTo>
                  <a:cubicBezTo>
                    <a:pt x="34693" y="81564"/>
                    <a:pt x="28296" y="101757"/>
                    <a:pt x="28296" y="118408"/>
                  </a:cubicBezTo>
                  <a:cubicBezTo>
                    <a:pt x="28296" y="149938"/>
                    <a:pt x="50685" y="160566"/>
                    <a:pt x="71652" y="160566"/>
                  </a:cubicBezTo>
                  <a:cubicBezTo>
                    <a:pt x="85512" y="160566"/>
                    <a:pt x="97595" y="154544"/>
                    <a:pt x="107546" y="144624"/>
                  </a:cubicBezTo>
                  <a:cubicBezTo>
                    <a:pt x="102926" y="163046"/>
                    <a:pt x="98661" y="180406"/>
                    <a:pt x="84446" y="199182"/>
                  </a:cubicBezTo>
                  <a:cubicBezTo>
                    <a:pt x="75206" y="211227"/>
                    <a:pt x="61702" y="221501"/>
                    <a:pt x="45354" y="221501"/>
                  </a:cubicBezTo>
                  <a:cubicBezTo>
                    <a:pt x="40379" y="221501"/>
                    <a:pt x="24387" y="220438"/>
                    <a:pt x="18346" y="206622"/>
                  </a:cubicBezTo>
                  <a:cubicBezTo>
                    <a:pt x="24032" y="206622"/>
                    <a:pt x="28652" y="206622"/>
                    <a:pt x="33627" y="202370"/>
                  </a:cubicBezTo>
                  <a:cubicBezTo>
                    <a:pt x="37181" y="199182"/>
                    <a:pt x="40735" y="194576"/>
                    <a:pt x="40735" y="187845"/>
                  </a:cubicBezTo>
                  <a:cubicBezTo>
                    <a:pt x="40735" y="176863"/>
                    <a:pt x="31139" y="175446"/>
                    <a:pt x="27585" y="175446"/>
                  </a:cubicBezTo>
                  <a:cubicBezTo>
                    <a:pt x="19412" y="175446"/>
                    <a:pt x="7684" y="181114"/>
                    <a:pt x="7684" y="198473"/>
                  </a:cubicBezTo>
                  <a:cubicBezTo>
                    <a:pt x="7684" y="216187"/>
                    <a:pt x="23321" y="229295"/>
                    <a:pt x="45354" y="229295"/>
                  </a:cubicBezTo>
                  <a:cubicBezTo>
                    <a:pt x="81958" y="229295"/>
                    <a:pt x="118562" y="197056"/>
                    <a:pt x="128513" y="157024"/>
                  </a:cubicBezTo>
                  <a:lnTo>
                    <a:pt x="162629" y="21692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74248EF-56F2-97D3-DAD2-6A56FDA12B9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1933558" y="8223494"/>
              <a:ext cx="75375" cy="166897"/>
            </a:xfrm>
            <a:custGeom>
              <a:avLst/>
              <a:gdLst>
                <a:gd name="connsiteX0" fmla="*/ 69134 w 75375"/>
                <a:gd name="connsiteY0" fmla="*/ 9507 h 166897"/>
                <a:gd name="connsiteX1" fmla="*/ 59184 w 75375"/>
                <a:gd name="connsiteY1" fmla="*/ 83 h 166897"/>
                <a:gd name="connsiteX2" fmla="*/ 45253 w 75375"/>
                <a:gd name="connsiteY2" fmla="*/ 13722 h 166897"/>
                <a:gd name="connsiteX3" fmla="*/ 55203 w 75375"/>
                <a:gd name="connsiteY3" fmla="*/ 23146 h 166897"/>
                <a:gd name="connsiteX4" fmla="*/ 69134 w 75375"/>
                <a:gd name="connsiteY4" fmla="*/ 9507 h 166897"/>
                <a:gd name="connsiteX5" fmla="*/ 18386 w 75375"/>
                <a:gd name="connsiteY5" fmla="*/ 135485 h 166897"/>
                <a:gd name="connsiteX6" fmla="*/ 16147 w 75375"/>
                <a:gd name="connsiteY6" fmla="*/ 145901 h 166897"/>
                <a:gd name="connsiteX7" fmla="*/ 39780 w 75375"/>
                <a:gd name="connsiteY7" fmla="*/ 166980 h 166897"/>
                <a:gd name="connsiteX8" fmla="*/ 75602 w 75375"/>
                <a:gd name="connsiteY8" fmla="*/ 129038 h 166897"/>
                <a:gd name="connsiteX9" fmla="*/ 71622 w 75375"/>
                <a:gd name="connsiteY9" fmla="*/ 125814 h 166897"/>
                <a:gd name="connsiteX10" fmla="*/ 66895 w 75375"/>
                <a:gd name="connsiteY10" fmla="*/ 130030 h 166897"/>
                <a:gd name="connsiteX11" fmla="*/ 40526 w 75375"/>
                <a:gd name="connsiteY11" fmla="*/ 160037 h 166897"/>
                <a:gd name="connsiteX12" fmla="*/ 34307 w 75375"/>
                <a:gd name="connsiteY12" fmla="*/ 151357 h 166897"/>
                <a:gd name="connsiteX13" fmla="*/ 38287 w 75375"/>
                <a:gd name="connsiteY13" fmla="*/ 135485 h 166897"/>
                <a:gd name="connsiteX14" fmla="*/ 46248 w 75375"/>
                <a:gd name="connsiteY14" fmla="*/ 115646 h 166897"/>
                <a:gd name="connsiteX15" fmla="*/ 58437 w 75375"/>
                <a:gd name="connsiteY15" fmla="*/ 84152 h 166897"/>
                <a:gd name="connsiteX16" fmla="*/ 59930 w 75375"/>
                <a:gd name="connsiteY16" fmla="*/ 76216 h 166897"/>
                <a:gd name="connsiteX17" fmla="*/ 36297 w 75375"/>
                <a:gd name="connsiteY17" fmla="*/ 55137 h 166897"/>
                <a:gd name="connsiteX18" fmla="*/ 226 w 75375"/>
                <a:gd name="connsiteY18" fmla="*/ 93079 h 166897"/>
                <a:gd name="connsiteX19" fmla="*/ 4455 w 75375"/>
                <a:gd name="connsiteY19" fmla="*/ 96303 h 166897"/>
                <a:gd name="connsiteX20" fmla="*/ 8933 w 75375"/>
                <a:gd name="connsiteY20" fmla="*/ 92335 h 166897"/>
                <a:gd name="connsiteX21" fmla="*/ 35551 w 75375"/>
                <a:gd name="connsiteY21" fmla="*/ 62080 h 166897"/>
                <a:gd name="connsiteX22" fmla="*/ 41770 w 75375"/>
                <a:gd name="connsiteY22" fmla="*/ 70760 h 166897"/>
                <a:gd name="connsiteX23" fmla="*/ 34058 w 75375"/>
                <a:gd name="connsiteY23" fmla="*/ 95559 h 166897"/>
                <a:gd name="connsiteX24" fmla="*/ 18386 w 75375"/>
                <a:gd name="connsiteY24" fmla="*/ 135485 h 16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375" h="166897">
                  <a:moveTo>
                    <a:pt x="69134" y="9507"/>
                  </a:moveTo>
                  <a:cubicBezTo>
                    <a:pt x="69134" y="5539"/>
                    <a:pt x="66149" y="83"/>
                    <a:pt x="59184" y="83"/>
                  </a:cubicBezTo>
                  <a:cubicBezTo>
                    <a:pt x="52467" y="83"/>
                    <a:pt x="45253" y="6531"/>
                    <a:pt x="45253" y="13722"/>
                  </a:cubicBezTo>
                  <a:cubicBezTo>
                    <a:pt x="45253" y="17938"/>
                    <a:pt x="48487" y="23146"/>
                    <a:pt x="55203" y="23146"/>
                  </a:cubicBezTo>
                  <a:cubicBezTo>
                    <a:pt x="62417" y="23146"/>
                    <a:pt x="69134" y="16202"/>
                    <a:pt x="69134" y="9507"/>
                  </a:cubicBezTo>
                  <a:close/>
                  <a:moveTo>
                    <a:pt x="18386" y="135485"/>
                  </a:moveTo>
                  <a:cubicBezTo>
                    <a:pt x="17391" y="138709"/>
                    <a:pt x="16147" y="141685"/>
                    <a:pt x="16147" y="145901"/>
                  </a:cubicBezTo>
                  <a:cubicBezTo>
                    <a:pt x="16147" y="157557"/>
                    <a:pt x="26098" y="166980"/>
                    <a:pt x="39780" y="166980"/>
                  </a:cubicBezTo>
                  <a:cubicBezTo>
                    <a:pt x="64656" y="166980"/>
                    <a:pt x="75602" y="132758"/>
                    <a:pt x="75602" y="129038"/>
                  </a:cubicBezTo>
                  <a:cubicBezTo>
                    <a:pt x="75602" y="125814"/>
                    <a:pt x="72368" y="125814"/>
                    <a:pt x="71622" y="125814"/>
                  </a:cubicBezTo>
                  <a:cubicBezTo>
                    <a:pt x="68139" y="125814"/>
                    <a:pt x="67890" y="127302"/>
                    <a:pt x="66895" y="130030"/>
                  </a:cubicBezTo>
                  <a:cubicBezTo>
                    <a:pt x="61174" y="149869"/>
                    <a:pt x="50228" y="160037"/>
                    <a:pt x="40526" y="160037"/>
                  </a:cubicBezTo>
                  <a:cubicBezTo>
                    <a:pt x="35551" y="160037"/>
                    <a:pt x="34307" y="156813"/>
                    <a:pt x="34307" y="151357"/>
                  </a:cubicBezTo>
                  <a:cubicBezTo>
                    <a:pt x="34307" y="145653"/>
                    <a:pt x="36048" y="140941"/>
                    <a:pt x="38287" y="135485"/>
                  </a:cubicBezTo>
                  <a:cubicBezTo>
                    <a:pt x="40775" y="128790"/>
                    <a:pt x="43511" y="122094"/>
                    <a:pt x="46248" y="115646"/>
                  </a:cubicBezTo>
                  <a:cubicBezTo>
                    <a:pt x="48487" y="109695"/>
                    <a:pt x="57442" y="87127"/>
                    <a:pt x="58437" y="84152"/>
                  </a:cubicBezTo>
                  <a:cubicBezTo>
                    <a:pt x="59184" y="81672"/>
                    <a:pt x="59930" y="78696"/>
                    <a:pt x="59930" y="76216"/>
                  </a:cubicBezTo>
                  <a:cubicBezTo>
                    <a:pt x="59930" y="64560"/>
                    <a:pt x="49979" y="55137"/>
                    <a:pt x="36297" y="55137"/>
                  </a:cubicBezTo>
                  <a:cubicBezTo>
                    <a:pt x="11669" y="55137"/>
                    <a:pt x="226" y="88863"/>
                    <a:pt x="226" y="93079"/>
                  </a:cubicBezTo>
                  <a:cubicBezTo>
                    <a:pt x="226" y="96303"/>
                    <a:pt x="3709" y="96303"/>
                    <a:pt x="4455" y="96303"/>
                  </a:cubicBezTo>
                  <a:cubicBezTo>
                    <a:pt x="7938" y="96303"/>
                    <a:pt x="8187" y="95063"/>
                    <a:pt x="8933" y="92335"/>
                  </a:cubicBezTo>
                  <a:cubicBezTo>
                    <a:pt x="15401" y="71008"/>
                    <a:pt x="26347" y="62080"/>
                    <a:pt x="35551" y="62080"/>
                  </a:cubicBezTo>
                  <a:cubicBezTo>
                    <a:pt x="39531" y="62080"/>
                    <a:pt x="41770" y="64064"/>
                    <a:pt x="41770" y="70760"/>
                  </a:cubicBezTo>
                  <a:cubicBezTo>
                    <a:pt x="41770" y="76464"/>
                    <a:pt x="40277" y="80184"/>
                    <a:pt x="34058" y="95559"/>
                  </a:cubicBezTo>
                  <a:lnTo>
                    <a:pt x="18386" y="135485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0F3F310-4653-50C2-BA96-B56EA37775E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2049280" y="8319714"/>
              <a:ext cx="168165" cy="12151"/>
            </a:xfrm>
            <a:custGeom>
              <a:avLst/>
              <a:gdLst>
                <a:gd name="connsiteX0" fmla="*/ 158444 w 168165"/>
                <a:gd name="connsiteY0" fmla="*/ 12234 h 12151"/>
                <a:gd name="connsiteX1" fmla="*/ 168394 w 168165"/>
                <a:gd name="connsiteY1" fmla="*/ 6283 h 12151"/>
                <a:gd name="connsiteX2" fmla="*/ 158444 w 168165"/>
                <a:gd name="connsiteY2" fmla="*/ 83 h 12151"/>
                <a:gd name="connsiteX3" fmla="*/ 10180 w 168165"/>
                <a:gd name="connsiteY3" fmla="*/ 83 h 12151"/>
                <a:gd name="connsiteX4" fmla="*/ 229 w 168165"/>
                <a:gd name="connsiteY4" fmla="*/ 6035 h 12151"/>
                <a:gd name="connsiteX5" fmla="*/ 10180 w 168165"/>
                <a:gd name="connsiteY5" fmla="*/ 12234 h 12151"/>
                <a:gd name="connsiteX6" fmla="*/ 158444 w 168165"/>
                <a:gd name="connsiteY6" fmla="*/ 12234 h 12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65" h="12151">
                  <a:moveTo>
                    <a:pt x="158444" y="12234"/>
                  </a:moveTo>
                  <a:cubicBezTo>
                    <a:pt x="162424" y="12234"/>
                    <a:pt x="168394" y="12234"/>
                    <a:pt x="168394" y="6283"/>
                  </a:cubicBezTo>
                  <a:cubicBezTo>
                    <a:pt x="168394" y="83"/>
                    <a:pt x="162673" y="83"/>
                    <a:pt x="158444" y="83"/>
                  </a:cubicBezTo>
                  <a:lnTo>
                    <a:pt x="10180" y="83"/>
                  </a:lnTo>
                  <a:cubicBezTo>
                    <a:pt x="6199" y="83"/>
                    <a:pt x="229" y="83"/>
                    <a:pt x="229" y="6035"/>
                  </a:cubicBezTo>
                  <a:cubicBezTo>
                    <a:pt x="229" y="12234"/>
                    <a:pt x="5951" y="12234"/>
                    <a:pt x="10180" y="12234"/>
                  </a:cubicBezTo>
                  <a:lnTo>
                    <a:pt x="158444" y="12234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525518A-25C9-4215-8EDB-3D011C30F94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2271642" y="8223246"/>
              <a:ext cx="90550" cy="164665"/>
            </a:xfrm>
            <a:custGeom>
              <a:avLst/>
              <a:gdLst>
                <a:gd name="connsiteX0" fmla="*/ 56456 w 90550"/>
                <a:gd name="connsiteY0" fmla="*/ 7027 h 164665"/>
                <a:gd name="connsiteX1" fmla="*/ 48993 w 90550"/>
                <a:gd name="connsiteY1" fmla="*/ 83 h 164665"/>
                <a:gd name="connsiteX2" fmla="*/ 235 w 90550"/>
                <a:gd name="connsiteY2" fmla="*/ 15954 h 164665"/>
                <a:gd name="connsiteX3" fmla="*/ 235 w 90550"/>
                <a:gd name="connsiteY3" fmla="*/ 24882 h 164665"/>
                <a:gd name="connsiteX4" fmla="*/ 36306 w 90550"/>
                <a:gd name="connsiteY4" fmla="*/ 17938 h 164665"/>
                <a:gd name="connsiteX5" fmla="*/ 36306 w 90550"/>
                <a:gd name="connsiteY5" fmla="*/ 144413 h 164665"/>
                <a:gd name="connsiteX6" fmla="*/ 11430 w 90550"/>
                <a:gd name="connsiteY6" fmla="*/ 155821 h 164665"/>
                <a:gd name="connsiteX7" fmla="*/ 1977 w 90550"/>
                <a:gd name="connsiteY7" fmla="*/ 155821 h 164665"/>
                <a:gd name="connsiteX8" fmla="*/ 1977 w 90550"/>
                <a:gd name="connsiteY8" fmla="*/ 164748 h 164665"/>
                <a:gd name="connsiteX9" fmla="*/ 46257 w 90550"/>
                <a:gd name="connsiteY9" fmla="*/ 163756 h 164665"/>
                <a:gd name="connsiteX10" fmla="*/ 90786 w 90550"/>
                <a:gd name="connsiteY10" fmla="*/ 164748 h 164665"/>
                <a:gd name="connsiteX11" fmla="*/ 90786 w 90550"/>
                <a:gd name="connsiteY11" fmla="*/ 155821 h 164665"/>
                <a:gd name="connsiteX12" fmla="*/ 81333 w 90550"/>
                <a:gd name="connsiteY12" fmla="*/ 155821 h 164665"/>
                <a:gd name="connsiteX13" fmla="*/ 56456 w 90550"/>
                <a:gd name="connsiteY13" fmla="*/ 144413 h 164665"/>
                <a:gd name="connsiteX14" fmla="*/ 56456 w 90550"/>
                <a:gd name="connsiteY14" fmla="*/ 7027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50" h="164665">
                  <a:moveTo>
                    <a:pt x="56456" y="7027"/>
                  </a:moveTo>
                  <a:cubicBezTo>
                    <a:pt x="56456" y="331"/>
                    <a:pt x="55959" y="83"/>
                    <a:pt x="48993" y="83"/>
                  </a:cubicBezTo>
                  <a:cubicBezTo>
                    <a:pt x="33072" y="15706"/>
                    <a:pt x="10435" y="15954"/>
                    <a:pt x="235" y="15954"/>
                  </a:cubicBezTo>
                  <a:lnTo>
                    <a:pt x="235" y="24882"/>
                  </a:lnTo>
                  <a:cubicBezTo>
                    <a:pt x="6206" y="24882"/>
                    <a:pt x="22624" y="24882"/>
                    <a:pt x="36306" y="17938"/>
                  </a:cubicBezTo>
                  <a:lnTo>
                    <a:pt x="36306" y="144413"/>
                  </a:lnTo>
                  <a:cubicBezTo>
                    <a:pt x="36306" y="152597"/>
                    <a:pt x="36306" y="155821"/>
                    <a:pt x="11430" y="155821"/>
                  </a:cubicBezTo>
                  <a:lnTo>
                    <a:pt x="1977" y="155821"/>
                  </a:lnTo>
                  <a:lnTo>
                    <a:pt x="1977" y="164748"/>
                  </a:lnTo>
                  <a:cubicBezTo>
                    <a:pt x="6454" y="164500"/>
                    <a:pt x="37053" y="163756"/>
                    <a:pt x="46257" y="163756"/>
                  </a:cubicBezTo>
                  <a:cubicBezTo>
                    <a:pt x="53969" y="163756"/>
                    <a:pt x="85313" y="164500"/>
                    <a:pt x="90786" y="164748"/>
                  </a:cubicBezTo>
                  <a:lnTo>
                    <a:pt x="90786" y="155821"/>
                  </a:lnTo>
                  <a:lnTo>
                    <a:pt x="81333" y="155821"/>
                  </a:lnTo>
                  <a:cubicBezTo>
                    <a:pt x="56456" y="155821"/>
                    <a:pt x="56456" y="152597"/>
                    <a:pt x="56456" y="144413"/>
                  </a:cubicBezTo>
                  <a:lnTo>
                    <a:pt x="56456" y="7027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F583037-5363-7430-9B76-FF0AFFB175E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020731" y="8478786"/>
              <a:ext cx="1383221" cy="14170"/>
            </a:xfrm>
            <a:custGeom>
              <a:avLst/>
              <a:gdLst>
                <a:gd name="connsiteX0" fmla="*/ 0 w 1383221"/>
                <a:gd name="connsiteY0" fmla="*/ 0 h 14170"/>
                <a:gd name="connsiteX1" fmla="*/ 1383222 w 1383221"/>
                <a:gd name="connsiteY1" fmla="*/ 0 h 14170"/>
                <a:gd name="connsiteX2" fmla="*/ 1383222 w 1383221"/>
                <a:gd name="connsiteY2" fmla="*/ 14170 h 14170"/>
                <a:gd name="connsiteX3" fmla="*/ 0 w 1383221"/>
                <a:gd name="connsiteY3" fmla="*/ 14170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3221" h="14170">
                  <a:moveTo>
                    <a:pt x="0" y="0"/>
                  </a:moveTo>
                  <a:lnTo>
                    <a:pt x="1383222" y="0"/>
                  </a:lnTo>
                  <a:lnTo>
                    <a:pt x="1383222" y="14170"/>
                  </a:lnTo>
                  <a:lnTo>
                    <a:pt x="0" y="14170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3DAA0D7-4362-BFAA-B5FE-68144293208F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629510" y="8571587"/>
              <a:ext cx="174490" cy="249761"/>
            </a:xfrm>
            <a:custGeom>
              <a:avLst/>
              <a:gdLst>
                <a:gd name="connsiteX0" fmla="*/ 82665 w 174490"/>
                <a:gd name="connsiteY0" fmla="*/ 3992 h 249761"/>
                <a:gd name="connsiteX1" fmla="*/ 78045 w 174490"/>
                <a:gd name="connsiteY1" fmla="*/ 95 h 249761"/>
                <a:gd name="connsiteX2" fmla="*/ 34689 w 174490"/>
                <a:gd name="connsiteY2" fmla="*/ 3638 h 249761"/>
                <a:gd name="connsiteX3" fmla="*/ 27937 w 174490"/>
                <a:gd name="connsiteY3" fmla="*/ 10723 h 249761"/>
                <a:gd name="connsiteX4" fmla="*/ 36466 w 174490"/>
                <a:gd name="connsiteY4" fmla="*/ 14974 h 249761"/>
                <a:gd name="connsiteX5" fmla="*/ 54235 w 174490"/>
                <a:gd name="connsiteY5" fmla="*/ 20997 h 249761"/>
                <a:gd name="connsiteX6" fmla="*/ 53169 w 174490"/>
                <a:gd name="connsiteY6" fmla="*/ 28082 h 249761"/>
                <a:gd name="connsiteX7" fmla="*/ 1639 w 174490"/>
                <a:gd name="connsiteY7" fmla="*/ 232143 h 249761"/>
                <a:gd name="connsiteX8" fmla="*/ 217 w 174490"/>
                <a:gd name="connsiteY8" fmla="*/ 239937 h 249761"/>
                <a:gd name="connsiteX9" fmla="*/ 10523 w 174490"/>
                <a:gd name="connsiteY9" fmla="*/ 249856 h 249761"/>
                <a:gd name="connsiteX10" fmla="*/ 23672 w 174490"/>
                <a:gd name="connsiteY10" fmla="*/ 240645 h 249761"/>
                <a:gd name="connsiteX11" fmla="*/ 30425 w 174490"/>
                <a:gd name="connsiteY11" fmla="*/ 213721 h 249761"/>
                <a:gd name="connsiteX12" fmla="*/ 38243 w 174490"/>
                <a:gd name="connsiteY12" fmla="*/ 181836 h 249761"/>
                <a:gd name="connsiteX13" fmla="*/ 44284 w 174490"/>
                <a:gd name="connsiteY13" fmla="*/ 158100 h 249761"/>
                <a:gd name="connsiteX14" fmla="*/ 48194 w 174490"/>
                <a:gd name="connsiteY14" fmla="*/ 142158 h 249761"/>
                <a:gd name="connsiteX15" fmla="*/ 72359 w 174490"/>
                <a:gd name="connsiteY15" fmla="*/ 109565 h 249761"/>
                <a:gd name="connsiteX16" fmla="*/ 106476 w 174490"/>
                <a:gd name="connsiteY16" fmla="*/ 97165 h 249761"/>
                <a:gd name="connsiteX17" fmla="*/ 125666 w 174490"/>
                <a:gd name="connsiteY17" fmla="*/ 121964 h 249761"/>
                <a:gd name="connsiteX18" fmla="*/ 103633 w 174490"/>
                <a:gd name="connsiteY18" fmla="*/ 201321 h 249761"/>
                <a:gd name="connsiteX19" fmla="*/ 99013 w 174490"/>
                <a:gd name="connsiteY19" fmla="*/ 220806 h 249761"/>
                <a:gd name="connsiteX20" fmla="*/ 128154 w 174490"/>
                <a:gd name="connsiteY20" fmla="*/ 249856 h 249761"/>
                <a:gd name="connsiteX21" fmla="*/ 174708 w 174490"/>
                <a:gd name="connsiteY21" fmla="*/ 195299 h 249761"/>
                <a:gd name="connsiteX22" fmla="*/ 170444 w 174490"/>
                <a:gd name="connsiteY22" fmla="*/ 191756 h 249761"/>
                <a:gd name="connsiteX23" fmla="*/ 165113 w 174490"/>
                <a:gd name="connsiteY23" fmla="*/ 198133 h 249761"/>
                <a:gd name="connsiteX24" fmla="*/ 128865 w 174490"/>
                <a:gd name="connsiteY24" fmla="*/ 242062 h 249761"/>
                <a:gd name="connsiteX25" fmla="*/ 120335 w 174490"/>
                <a:gd name="connsiteY25" fmla="*/ 230371 h 249761"/>
                <a:gd name="connsiteX26" fmla="*/ 126732 w 174490"/>
                <a:gd name="connsiteY26" fmla="*/ 205218 h 249761"/>
                <a:gd name="connsiteX27" fmla="*/ 148410 w 174490"/>
                <a:gd name="connsiteY27" fmla="*/ 127278 h 249761"/>
                <a:gd name="connsiteX28" fmla="*/ 107542 w 174490"/>
                <a:gd name="connsiteY28" fmla="*/ 89371 h 249761"/>
                <a:gd name="connsiteX29" fmla="*/ 54946 w 174490"/>
                <a:gd name="connsiteY29" fmla="*/ 116650 h 249761"/>
                <a:gd name="connsiteX30" fmla="*/ 82665 w 174490"/>
                <a:gd name="connsiteY30" fmla="*/ 3992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4490" h="249761">
                  <a:moveTo>
                    <a:pt x="82665" y="3992"/>
                  </a:moveTo>
                  <a:cubicBezTo>
                    <a:pt x="82665" y="3638"/>
                    <a:pt x="82665" y="95"/>
                    <a:pt x="78045" y="95"/>
                  </a:cubicBezTo>
                  <a:cubicBezTo>
                    <a:pt x="69872" y="95"/>
                    <a:pt x="43929" y="2929"/>
                    <a:pt x="34689" y="3638"/>
                  </a:cubicBezTo>
                  <a:cubicBezTo>
                    <a:pt x="31846" y="3992"/>
                    <a:pt x="27937" y="4346"/>
                    <a:pt x="27937" y="10723"/>
                  </a:cubicBezTo>
                  <a:cubicBezTo>
                    <a:pt x="27937" y="14974"/>
                    <a:pt x="31135" y="14974"/>
                    <a:pt x="36466" y="14974"/>
                  </a:cubicBezTo>
                  <a:cubicBezTo>
                    <a:pt x="53524" y="14974"/>
                    <a:pt x="54235" y="17454"/>
                    <a:pt x="54235" y="20997"/>
                  </a:cubicBezTo>
                  <a:lnTo>
                    <a:pt x="53169" y="28082"/>
                  </a:lnTo>
                  <a:lnTo>
                    <a:pt x="1639" y="232143"/>
                  </a:lnTo>
                  <a:cubicBezTo>
                    <a:pt x="217" y="237103"/>
                    <a:pt x="217" y="237811"/>
                    <a:pt x="217" y="239937"/>
                  </a:cubicBezTo>
                  <a:cubicBezTo>
                    <a:pt x="217" y="248085"/>
                    <a:pt x="7325" y="249856"/>
                    <a:pt x="10523" y="249856"/>
                  </a:cubicBezTo>
                  <a:cubicBezTo>
                    <a:pt x="16210" y="249856"/>
                    <a:pt x="21896" y="245605"/>
                    <a:pt x="23672" y="240645"/>
                  </a:cubicBezTo>
                  <a:lnTo>
                    <a:pt x="30425" y="213721"/>
                  </a:lnTo>
                  <a:lnTo>
                    <a:pt x="38243" y="181836"/>
                  </a:lnTo>
                  <a:cubicBezTo>
                    <a:pt x="40375" y="174042"/>
                    <a:pt x="42508" y="166248"/>
                    <a:pt x="44284" y="158100"/>
                  </a:cubicBezTo>
                  <a:cubicBezTo>
                    <a:pt x="44995" y="155974"/>
                    <a:pt x="47838" y="144283"/>
                    <a:pt x="48194" y="142158"/>
                  </a:cubicBezTo>
                  <a:cubicBezTo>
                    <a:pt x="49260" y="138969"/>
                    <a:pt x="60276" y="119130"/>
                    <a:pt x="72359" y="109565"/>
                  </a:cubicBezTo>
                  <a:cubicBezTo>
                    <a:pt x="80178" y="103897"/>
                    <a:pt x="91194" y="97165"/>
                    <a:pt x="106476" y="97165"/>
                  </a:cubicBezTo>
                  <a:cubicBezTo>
                    <a:pt x="121757" y="97165"/>
                    <a:pt x="125666" y="109211"/>
                    <a:pt x="125666" y="121964"/>
                  </a:cubicBezTo>
                  <a:cubicBezTo>
                    <a:pt x="125666" y="141095"/>
                    <a:pt x="112162" y="179711"/>
                    <a:pt x="103633" y="201321"/>
                  </a:cubicBezTo>
                  <a:cubicBezTo>
                    <a:pt x="100790" y="209469"/>
                    <a:pt x="99013" y="213721"/>
                    <a:pt x="99013" y="220806"/>
                  </a:cubicBezTo>
                  <a:cubicBezTo>
                    <a:pt x="99013" y="237457"/>
                    <a:pt x="111451" y="249856"/>
                    <a:pt x="128154" y="249856"/>
                  </a:cubicBezTo>
                  <a:cubicBezTo>
                    <a:pt x="161559" y="249856"/>
                    <a:pt x="174708" y="198133"/>
                    <a:pt x="174708" y="195299"/>
                  </a:cubicBezTo>
                  <a:cubicBezTo>
                    <a:pt x="174708" y="191756"/>
                    <a:pt x="171510" y="191756"/>
                    <a:pt x="170444" y="191756"/>
                  </a:cubicBezTo>
                  <a:cubicBezTo>
                    <a:pt x="166890" y="191756"/>
                    <a:pt x="166890" y="192819"/>
                    <a:pt x="165113" y="198133"/>
                  </a:cubicBezTo>
                  <a:cubicBezTo>
                    <a:pt x="159783" y="216909"/>
                    <a:pt x="148410" y="242062"/>
                    <a:pt x="128865" y="242062"/>
                  </a:cubicBezTo>
                  <a:cubicBezTo>
                    <a:pt x="122823" y="242062"/>
                    <a:pt x="120335" y="238520"/>
                    <a:pt x="120335" y="230371"/>
                  </a:cubicBezTo>
                  <a:cubicBezTo>
                    <a:pt x="120335" y="221515"/>
                    <a:pt x="123534" y="213012"/>
                    <a:pt x="126732" y="205218"/>
                  </a:cubicBezTo>
                  <a:cubicBezTo>
                    <a:pt x="132418" y="189985"/>
                    <a:pt x="148410" y="147826"/>
                    <a:pt x="148410" y="127278"/>
                  </a:cubicBezTo>
                  <a:cubicBezTo>
                    <a:pt x="148410" y="104251"/>
                    <a:pt x="134195" y="89371"/>
                    <a:pt x="107542" y="89371"/>
                  </a:cubicBezTo>
                  <a:cubicBezTo>
                    <a:pt x="85153" y="89371"/>
                    <a:pt x="68095" y="100354"/>
                    <a:pt x="54946" y="116650"/>
                  </a:cubicBezTo>
                  <a:lnTo>
                    <a:pt x="82665" y="3992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1DBB9C8A-7D60-398A-5DE9-72326CEEA82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493152" y="8060741"/>
              <a:ext cx="173069" cy="849897"/>
            </a:xfrm>
            <a:custGeom>
              <a:avLst/>
              <a:gdLst>
                <a:gd name="connsiteX0" fmla="*/ 101524 w 173069"/>
                <a:gd name="connsiteY0" fmla="*/ 536087 h 849897"/>
                <a:gd name="connsiteX1" fmla="*/ 170467 w 173069"/>
                <a:gd name="connsiteY1" fmla="*/ 432640 h 849897"/>
                <a:gd name="connsiteX2" fmla="*/ 173310 w 173069"/>
                <a:gd name="connsiteY2" fmla="*/ 425200 h 849897"/>
                <a:gd name="connsiteX3" fmla="*/ 169046 w 173069"/>
                <a:gd name="connsiteY3" fmla="*/ 416697 h 849897"/>
                <a:gd name="connsiteX4" fmla="*/ 101524 w 173069"/>
                <a:gd name="connsiteY4" fmla="*/ 320336 h 849897"/>
                <a:gd name="connsiteX5" fmla="*/ 101524 w 173069"/>
                <a:gd name="connsiteY5" fmla="*/ 109898 h 849897"/>
                <a:gd name="connsiteX6" fmla="*/ 21919 w 173069"/>
                <a:gd name="connsiteY6" fmla="*/ 3971 h 849897"/>
                <a:gd name="connsiteX7" fmla="*/ 8059 w 173069"/>
                <a:gd name="connsiteY7" fmla="*/ 74 h 849897"/>
                <a:gd name="connsiteX8" fmla="*/ 241 w 173069"/>
                <a:gd name="connsiteY8" fmla="*/ 7868 h 849897"/>
                <a:gd name="connsiteX9" fmla="*/ 3439 w 173069"/>
                <a:gd name="connsiteY9" fmla="*/ 15662 h 849897"/>
                <a:gd name="connsiteX10" fmla="*/ 71317 w 173069"/>
                <a:gd name="connsiteY10" fmla="*/ 96790 h 849897"/>
                <a:gd name="connsiteX11" fmla="*/ 72027 w 173069"/>
                <a:gd name="connsiteY11" fmla="*/ 126903 h 849897"/>
                <a:gd name="connsiteX12" fmla="*/ 72027 w 173069"/>
                <a:gd name="connsiteY12" fmla="*/ 308290 h 849897"/>
                <a:gd name="connsiteX13" fmla="*/ 94416 w 173069"/>
                <a:gd name="connsiteY13" fmla="*/ 379853 h 849897"/>
                <a:gd name="connsiteX14" fmla="*/ 153054 w 173069"/>
                <a:gd name="connsiteY14" fmla="*/ 424846 h 849897"/>
                <a:gd name="connsiteX15" fmla="*/ 72027 w 173069"/>
                <a:gd name="connsiteY15" fmla="*/ 529356 h 849897"/>
                <a:gd name="connsiteX16" fmla="*/ 72027 w 173069"/>
                <a:gd name="connsiteY16" fmla="*/ 733416 h 849897"/>
                <a:gd name="connsiteX17" fmla="*/ 51415 w 173069"/>
                <a:gd name="connsiteY17" fmla="*/ 798248 h 849897"/>
                <a:gd name="connsiteX18" fmla="*/ 2729 w 173069"/>
                <a:gd name="connsiteY18" fmla="*/ 834738 h 849897"/>
                <a:gd name="connsiteX19" fmla="*/ 241 w 173069"/>
                <a:gd name="connsiteY19" fmla="*/ 842177 h 849897"/>
                <a:gd name="connsiteX20" fmla="*/ 8059 w 173069"/>
                <a:gd name="connsiteY20" fmla="*/ 849971 h 849897"/>
                <a:gd name="connsiteX21" fmla="*/ 22985 w 173069"/>
                <a:gd name="connsiteY21" fmla="*/ 845720 h 849897"/>
                <a:gd name="connsiteX22" fmla="*/ 100458 w 173069"/>
                <a:gd name="connsiteY22" fmla="*/ 757152 h 849897"/>
                <a:gd name="connsiteX23" fmla="*/ 101524 w 173069"/>
                <a:gd name="connsiteY23" fmla="*/ 723142 h 849897"/>
                <a:gd name="connsiteX24" fmla="*/ 101524 w 173069"/>
                <a:gd name="connsiteY24" fmla="*/ 536087 h 8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069" h="849897">
                  <a:moveTo>
                    <a:pt x="101524" y="536087"/>
                  </a:moveTo>
                  <a:cubicBezTo>
                    <a:pt x="101524" y="494283"/>
                    <a:pt x="122847" y="458147"/>
                    <a:pt x="170467" y="432640"/>
                  </a:cubicBezTo>
                  <a:cubicBezTo>
                    <a:pt x="172955" y="431223"/>
                    <a:pt x="173310" y="430868"/>
                    <a:pt x="173310" y="425200"/>
                  </a:cubicBezTo>
                  <a:cubicBezTo>
                    <a:pt x="173310" y="419177"/>
                    <a:pt x="172955" y="418823"/>
                    <a:pt x="169046" y="416697"/>
                  </a:cubicBezTo>
                  <a:cubicBezTo>
                    <a:pt x="105078" y="382687"/>
                    <a:pt x="101524" y="330609"/>
                    <a:pt x="101524" y="320336"/>
                  </a:cubicBezTo>
                  <a:lnTo>
                    <a:pt x="101524" y="109898"/>
                  </a:lnTo>
                  <a:cubicBezTo>
                    <a:pt x="101524" y="58529"/>
                    <a:pt x="65986" y="24873"/>
                    <a:pt x="21919" y="3971"/>
                  </a:cubicBezTo>
                  <a:cubicBezTo>
                    <a:pt x="14101" y="74"/>
                    <a:pt x="13390" y="74"/>
                    <a:pt x="8059" y="74"/>
                  </a:cubicBezTo>
                  <a:cubicBezTo>
                    <a:pt x="596" y="74"/>
                    <a:pt x="241" y="428"/>
                    <a:pt x="241" y="7868"/>
                  </a:cubicBezTo>
                  <a:cubicBezTo>
                    <a:pt x="241" y="13182"/>
                    <a:pt x="241" y="13891"/>
                    <a:pt x="3439" y="15662"/>
                  </a:cubicBezTo>
                  <a:cubicBezTo>
                    <a:pt x="18721" y="23102"/>
                    <a:pt x="64209" y="46129"/>
                    <a:pt x="71317" y="96790"/>
                  </a:cubicBezTo>
                  <a:cubicBezTo>
                    <a:pt x="72027" y="101750"/>
                    <a:pt x="72027" y="105647"/>
                    <a:pt x="72027" y="126903"/>
                  </a:cubicBezTo>
                  <a:lnTo>
                    <a:pt x="72027" y="308290"/>
                  </a:lnTo>
                  <a:cubicBezTo>
                    <a:pt x="72027" y="324941"/>
                    <a:pt x="72027" y="351157"/>
                    <a:pt x="94416" y="379853"/>
                  </a:cubicBezTo>
                  <a:cubicBezTo>
                    <a:pt x="108276" y="397567"/>
                    <a:pt x="128533" y="413863"/>
                    <a:pt x="153054" y="424846"/>
                  </a:cubicBezTo>
                  <a:cubicBezTo>
                    <a:pt x="83755" y="458147"/>
                    <a:pt x="72027" y="509162"/>
                    <a:pt x="72027" y="529356"/>
                  </a:cubicBezTo>
                  <a:lnTo>
                    <a:pt x="72027" y="733416"/>
                  </a:lnTo>
                  <a:cubicBezTo>
                    <a:pt x="72027" y="751838"/>
                    <a:pt x="72027" y="772386"/>
                    <a:pt x="51415" y="798248"/>
                  </a:cubicBezTo>
                  <a:cubicBezTo>
                    <a:pt x="35423" y="818087"/>
                    <a:pt x="18010" y="827298"/>
                    <a:pt x="2729" y="834738"/>
                  </a:cubicBezTo>
                  <a:cubicBezTo>
                    <a:pt x="241" y="836155"/>
                    <a:pt x="241" y="837572"/>
                    <a:pt x="241" y="842177"/>
                  </a:cubicBezTo>
                  <a:cubicBezTo>
                    <a:pt x="241" y="849617"/>
                    <a:pt x="596" y="849971"/>
                    <a:pt x="8059" y="849971"/>
                  </a:cubicBezTo>
                  <a:cubicBezTo>
                    <a:pt x="13035" y="849971"/>
                    <a:pt x="13745" y="849971"/>
                    <a:pt x="22985" y="845720"/>
                  </a:cubicBezTo>
                  <a:cubicBezTo>
                    <a:pt x="58168" y="828361"/>
                    <a:pt x="92995" y="800373"/>
                    <a:pt x="100458" y="757152"/>
                  </a:cubicBezTo>
                  <a:cubicBezTo>
                    <a:pt x="101524" y="750067"/>
                    <a:pt x="101524" y="746878"/>
                    <a:pt x="101524" y="723142"/>
                  </a:cubicBezTo>
                  <a:lnTo>
                    <a:pt x="101524" y="536087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44E8EDE-D492-70AB-4876-8AFE246050D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802923" y="8421748"/>
              <a:ext cx="38736" cy="221065"/>
            </a:xfrm>
            <a:custGeom>
              <a:avLst/>
              <a:gdLst>
                <a:gd name="connsiteX0" fmla="*/ 37920 w 38736"/>
                <a:gd name="connsiteY0" fmla="*/ 18865 h 221065"/>
                <a:gd name="connsiteX1" fmla="*/ 19085 w 38736"/>
                <a:gd name="connsiteY1" fmla="*/ 88 h 221065"/>
                <a:gd name="connsiteX2" fmla="*/ 250 w 38736"/>
                <a:gd name="connsiteY2" fmla="*/ 18865 h 221065"/>
                <a:gd name="connsiteX3" fmla="*/ 19085 w 38736"/>
                <a:gd name="connsiteY3" fmla="*/ 37641 h 221065"/>
                <a:gd name="connsiteX4" fmla="*/ 37920 w 38736"/>
                <a:gd name="connsiteY4" fmla="*/ 18865 h 221065"/>
                <a:gd name="connsiteX5" fmla="*/ 31168 w 38736"/>
                <a:gd name="connsiteY5" fmla="*/ 148882 h 221065"/>
                <a:gd name="connsiteX6" fmla="*/ 8424 w 38736"/>
                <a:gd name="connsiteY6" fmla="*/ 212651 h 221065"/>
                <a:gd name="connsiteX7" fmla="*/ 5936 w 38736"/>
                <a:gd name="connsiteY7" fmla="*/ 217257 h 221065"/>
                <a:gd name="connsiteX8" fmla="*/ 9490 w 38736"/>
                <a:gd name="connsiteY8" fmla="*/ 221154 h 221065"/>
                <a:gd name="connsiteX9" fmla="*/ 38986 w 38736"/>
                <a:gd name="connsiteY9" fmla="*/ 151716 h 221065"/>
                <a:gd name="connsiteX10" fmla="*/ 19085 w 38736"/>
                <a:gd name="connsiteY10" fmla="*/ 115226 h 221065"/>
                <a:gd name="connsiteX11" fmla="*/ 250 w 38736"/>
                <a:gd name="connsiteY11" fmla="*/ 134003 h 221065"/>
                <a:gd name="connsiteX12" fmla="*/ 19085 w 38736"/>
                <a:gd name="connsiteY12" fmla="*/ 152779 h 221065"/>
                <a:gd name="connsiteX13" fmla="*/ 21928 w 38736"/>
                <a:gd name="connsiteY13" fmla="*/ 152425 h 221065"/>
                <a:gd name="connsiteX14" fmla="*/ 31168 w 38736"/>
                <a:gd name="connsiteY14" fmla="*/ 148882 h 22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736" h="221065">
                  <a:moveTo>
                    <a:pt x="37920" y="18865"/>
                  </a:moveTo>
                  <a:cubicBezTo>
                    <a:pt x="37920" y="8591"/>
                    <a:pt x="29391" y="88"/>
                    <a:pt x="19085" y="88"/>
                  </a:cubicBezTo>
                  <a:cubicBezTo>
                    <a:pt x="8779" y="88"/>
                    <a:pt x="250" y="8591"/>
                    <a:pt x="250" y="18865"/>
                  </a:cubicBezTo>
                  <a:cubicBezTo>
                    <a:pt x="250" y="29138"/>
                    <a:pt x="8779" y="37641"/>
                    <a:pt x="19085" y="37641"/>
                  </a:cubicBezTo>
                  <a:cubicBezTo>
                    <a:pt x="29391" y="37641"/>
                    <a:pt x="37920" y="29138"/>
                    <a:pt x="37920" y="18865"/>
                  </a:cubicBezTo>
                  <a:close/>
                  <a:moveTo>
                    <a:pt x="31168" y="148882"/>
                  </a:moveTo>
                  <a:cubicBezTo>
                    <a:pt x="31168" y="158802"/>
                    <a:pt x="31168" y="186435"/>
                    <a:pt x="8424" y="212651"/>
                  </a:cubicBezTo>
                  <a:cubicBezTo>
                    <a:pt x="5936" y="215485"/>
                    <a:pt x="5936" y="216194"/>
                    <a:pt x="5936" y="217257"/>
                  </a:cubicBezTo>
                  <a:cubicBezTo>
                    <a:pt x="5936" y="219737"/>
                    <a:pt x="7713" y="221154"/>
                    <a:pt x="9490" y="221154"/>
                  </a:cubicBezTo>
                  <a:cubicBezTo>
                    <a:pt x="13399" y="221154"/>
                    <a:pt x="38986" y="192812"/>
                    <a:pt x="38986" y="151716"/>
                  </a:cubicBezTo>
                  <a:cubicBezTo>
                    <a:pt x="38986" y="141443"/>
                    <a:pt x="38276" y="115226"/>
                    <a:pt x="19085" y="115226"/>
                  </a:cubicBezTo>
                  <a:cubicBezTo>
                    <a:pt x="6647" y="115226"/>
                    <a:pt x="250" y="124792"/>
                    <a:pt x="250" y="134003"/>
                  </a:cubicBezTo>
                  <a:cubicBezTo>
                    <a:pt x="250" y="143214"/>
                    <a:pt x="6292" y="152779"/>
                    <a:pt x="19085" y="152779"/>
                  </a:cubicBezTo>
                  <a:cubicBezTo>
                    <a:pt x="20862" y="152779"/>
                    <a:pt x="21573" y="152779"/>
                    <a:pt x="21928" y="152425"/>
                  </a:cubicBezTo>
                  <a:cubicBezTo>
                    <a:pt x="24416" y="152071"/>
                    <a:pt x="28325" y="151362"/>
                    <a:pt x="31168" y="148882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0BB10A3-487D-4854-8C58-890328664E1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3297412" y="8333534"/>
              <a:ext cx="219979" cy="240904"/>
            </a:xfrm>
            <a:custGeom>
              <a:avLst/>
              <a:gdLst>
                <a:gd name="connsiteX0" fmla="*/ 36868 w 219979"/>
                <a:gd name="connsiteY0" fmla="*/ 213360 h 240904"/>
                <a:gd name="connsiteX1" fmla="*/ 8794 w 219979"/>
                <a:gd name="connsiteY1" fmla="*/ 230010 h 240904"/>
                <a:gd name="connsiteX2" fmla="*/ 264 w 219979"/>
                <a:gd name="connsiteY2" fmla="*/ 230010 h 240904"/>
                <a:gd name="connsiteX3" fmla="*/ 264 w 219979"/>
                <a:gd name="connsiteY3" fmla="*/ 240993 h 240904"/>
                <a:gd name="connsiteX4" fmla="*/ 205318 w 219979"/>
                <a:gd name="connsiteY4" fmla="*/ 240993 h 240904"/>
                <a:gd name="connsiteX5" fmla="*/ 220244 w 219979"/>
                <a:gd name="connsiteY5" fmla="*/ 149591 h 240904"/>
                <a:gd name="connsiteX6" fmla="*/ 211359 w 219979"/>
                <a:gd name="connsiteY6" fmla="*/ 149591 h 240904"/>
                <a:gd name="connsiteX7" fmla="*/ 133176 w 219979"/>
                <a:gd name="connsiteY7" fmla="*/ 230010 h 240904"/>
                <a:gd name="connsiteX8" fmla="*/ 85911 w 219979"/>
                <a:gd name="connsiteY8" fmla="*/ 230010 h 240904"/>
                <a:gd name="connsiteX9" fmla="*/ 68497 w 219979"/>
                <a:gd name="connsiteY9" fmla="*/ 215840 h 240904"/>
                <a:gd name="connsiteX10" fmla="*/ 68497 w 219979"/>
                <a:gd name="connsiteY10" fmla="*/ 121249 h 240904"/>
                <a:gd name="connsiteX11" fmla="*/ 100481 w 219979"/>
                <a:gd name="connsiteY11" fmla="*/ 121249 h 240904"/>
                <a:gd name="connsiteX12" fmla="*/ 138862 w 219979"/>
                <a:gd name="connsiteY12" fmla="*/ 162699 h 240904"/>
                <a:gd name="connsiteX13" fmla="*/ 147747 w 219979"/>
                <a:gd name="connsiteY13" fmla="*/ 162699 h 240904"/>
                <a:gd name="connsiteX14" fmla="*/ 147747 w 219979"/>
                <a:gd name="connsiteY14" fmla="*/ 68817 h 240904"/>
                <a:gd name="connsiteX15" fmla="*/ 138862 w 219979"/>
                <a:gd name="connsiteY15" fmla="*/ 68817 h 240904"/>
                <a:gd name="connsiteX16" fmla="*/ 100481 w 219979"/>
                <a:gd name="connsiteY16" fmla="*/ 110267 h 240904"/>
                <a:gd name="connsiteX17" fmla="*/ 68497 w 219979"/>
                <a:gd name="connsiteY17" fmla="*/ 110267 h 240904"/>
                <a:gd name="connsiteX18" fmla="*/ 68497 w 219979"/>
                <a:gd name="connsiteY18" fmla="*/ 25241 h 240904"/>
                <a:gd name="connsiteX19" fmla="*/ 85911 w 219979"/>
                <a:gd name="connsiteY19" fmla="*/ 11071 h 240904"/>
                <a:gd name="connsiteX20" fmla="*/ 131755 w 219979"/>
                <a:gd name="connsiteY20" fmla="*/ 11071 h 240904"/>
                <a:gd name="connsiteX21" fmla="*/ 201409 w 219979"/>
                <a:gd name="connsiteY21" fmla="*/ 79799 h 240904"/>
                <a:gd name="connsiteX22" fmla="*/ 210293 w 219979"/>
                <a:gd name="connsiteY22" fmla="*/ 79799 h 240904"/>
                <a:gd name="connsiteX23" fmla="*/ 200343 w 219979"/>
                <a:gd name="connsiteY23" fmla="*/ 88 h 240904"/>
                <a:gd name="connsiteX24" fmla="*/ 264 w 219979"/>
                <a:gd name="connsiteY24" fmla="*/ 88 h 240904"/>
                <a:gd name="connsiteX25" fmla="*/ 264 w 219979"/>
                <a:gd name="connsiteY25" fmla="*/ 11071 h 240904"/>
                <a:gd name="connsiteX26" fmla="*/ 8794 w 219979"/>
                <a:gd name="connsiteY26" fmla="*/ 11071 h 240904"/>
                <a:gd name="connsiteX27" fmla="*/ 36868 w 219979"/>
                <a:gd name="connsiteY27" fmla="*/ 27721 h 240904"/>
                <a:gd name="connsiteX28" fmla="*/ 36868 w 219979"/>
                <a:gd name="connsiteY28" fmla="*/ 213360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9979" h="240904">
                  <a:moveTo>
                    <a:pt x="36868" y="213360"/>
                  </a:moveTo>
                  <a:cubicBezTo>
                    <a:pt x="36868" y="226113"/>
                    <a:pt x="36158" y="230010"/>
                    <a:pt x="8794" y="230010"/>
                  </a:cubicBezTo>
                  <a:lnTo>
                    <a:pt x="264" y="230010"/>
                  </a:lnTo>
                  <a:lnTo>
                    <a:pt x="264" y="240993"/>
                  </a:lnTo>
                  <a:lnTo>
                    <a:pt x="205318" y="240993"/>
                  </a:lnTo>
                  <a:lnTo>
                    <a:pt x="220244" y="149591"/>
                  </a:lnTo>
                  <a:lnTo>
                    <a:pt x="211359" y="149591"/>
                  </a:lnTo>
                  <a:cubicBezTo>
                    <a:pt x="202475" y="204149"/>
                    <a:pt x="194301" y="230010"/>
                    <a:pt x="133176" y="230010"/>
                  </a:cubicBezTo>
                  <a:lnTo>
                    <a:pt x="85911" y="230010"/>
                  </a:lnTo>
                  <a:cubicBezTo>
                    <a:pt x="69208" y="230010"/>
                    <a:pt x="68497" y="227530"/>
                    <a:pt x="68497" y="215840"/>
                  </a:cubicBezTo>
                  <a:lnTo>
                    <a:pt x="68497" y="121249"/>
                  </a:lnTo>
                  <a:lnTo>
                    <a:pt x="100481" y="121249"/>
                  </a:lnTo>
                  <a:cubicBezTo>
                    <a:pt x="134953" y="121249"/>
                    <a:pt x="138862" y="132586"/>
                    <a:pt x="138862" y="162699"/>
                  </a:cubicBezTo>
                  <a:lnTo>
                    <a:pt x="147747" y="162699"/>
                  </a:lnTo>
                  <a:lnTo>
                    <a:pt x="147747" y="68817"/>
                  </a:lnTo>
                  <a:lnTo>
                    <a:pt x="138862" y="68817"/>
                  </a:lnTo>
                  <a:cubicBezTo>
                    <a:pt x="138862" y="99284"/>
                    <a:pt x="134953" y="110267"/>
                    <a:pt x="100481" y="110267"/>
                  </a:cubicBezTo>
                  <a:lnTo>
                    <a:pt x="68497" y="110267"/>
                  </a:lnTo>
                  <a:lnTo>
                    <a:pt x="68497" y="25241"/>
                  </a:lnTo>
                  <a:cubicBezTo>
                    <a:pt x="68497" y="13550"/>
                    <a:pt x="69208" y="11071"/>
                    <a:pt x="85911" y="11071"/>
                  </a:cubicBezTo>
                  <a:lnTo>
                    <a:pt x="131755" y="11071"/>
                  </a:lnTo>
                  <a:cubicBezTo>
                    <a:pt x="186127" y="11071"/>
                    <a:pt x="195723" y="30556"/>
                    <a:pt x="201409" y="79799"/>
                  </a:cubicBezTo>
                  <a:lnTo>
                    <a:pt x="210293" y="79799"/>
                  </a:lnTo>
                  <a:lnTo>
                    <a:pt x="200343" y="88"/>
                  </a:lnTo>
                  <a:lnTo>
                    <a:pt x="264" y="88"/>
                  </a:lnTo>
                  <a:lnTo>
                    <a:pt x="264" y="11071"/>
                  </a:lnTo>
                  <a:lnTo>
                    <a:pt x="8794" y="11071"/>
                  </a:lnTo>
                  <a:cubicBezTo>
                    <a:pt x="36158" y="11071"/>
                    <a:pt x="36868" y="14968"/>
                    <a:pt x="36868" y="27721"/>
                  </a:cubicBezTo>
                  <a:lnTo>
                    <a:pt x="36868" y="213360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986FE78-4F3E-991D-D643-BD5FE6DEEA3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3537491" y="8417851"/>
              <a:ext cx="119407" cy="156588"/>
            </a:xfrm>
            <a:custGeom>
              <a:avLst/>
              <a:gdLst>
                <a:gd name="connsiteX0" fmla="*/ 49669 w 119407"/>
                <a:gd name="connsiteY0" fmla="*/ 39058 h 156588"/>
                <a:gd name="connsiteX1" fmla="*/ 49669 w 119407"/>
                <a:gd name="connsiteY1" fmla="*/ 88 h 156588"/>
                <a:gd name="connsiteX2" fmla="*/ 271 w 119407"/>
                <a:gd name="connsiteY2" fmla="*/ 3985 h 156588"/>
                <a:gd name="connsiteX3" fmla="*/ 271 w 119407"/>
                <a:gd name="connsiteY3" fmla="*/ 14968 h 156588"/>
                <a:gd name="connsiteX4" fmla="*/ 27991 w 119407"/>
                <a:gd name="connsiteY4" fmla="*/ 34807 h 156588"/>
                <a:gd name="connsiteX5" fmla="*/ 27991 w 119407"/>
                <a:gd name="connsiteY5" fmla="*/ 129752 h 156588"/>
                <a:gd name="connsiteX6" fmla="*/ 271 w 119407"/>
                <a:gd name="connsiteY6" fmla="*/ 145694 h 156588"/>
                <a:gd name="connsiteX7" fmla="*/ 271 w 119407"/>
                <a:gd name="connsiteY7" fmla="*/ 156676 h 156588"/>
                <a:gd name="connsiteX8" fmla="*/ 40784 w 119407"/>
                <a:gd name="connsiteY8" fmla="*/ 155613 h 156588"/>
                <a:gd name="connsiteX9" fmla="*/ 85917 w 119407"/>
                <a:gd name="connsiteY9" fmla="*/ 156676 h 156588"/>
                <a:gd name="connsiteX10" fmla="*/ 85917 w 119407"/>
                <a:gd name="connsiteY10" fmla="*/ 145694 h 156588"/>
                <a:gd name="connsiteX11" fmla="*/ 78455 w 119407"/>
                <a:gd name="connsiteY11" fmla="*/ 145694 h 156588"/>
                <a:gd name="connsiteX12" fmla="*/ 51446 w 119407"/>
                <a:gd name="connsiteY12" fmla="*/ 129043 h 156588"/>
                <a:gd name="connsiteX13" fmla="*/ 51446 w 119407"/>
                <a:gd name="connsiteY13" fmla="*/ 74485 h 156588"/>
                <a:gd name="connsiteX14" fmla="*/ 93380 w 119407"/>
                <a:gd name="connsiteY14" fmla="*/ 7882 h 156588"/>
                <a:gd name="connsiteX15" fmla="*/ 97290 w 119407"/>
                <a:gd name="connsiteY15" fmla="*/ 8236 h 156588"/>
                <a:gd name="connsiteX16" fmla="*/ 89116 w 119407"/>
                <a:gd name="connsiteY16" fmla="*/ 22053 h 156588"/>
                <a:gd name="connsiteX17" fmla="*/ 104397 w 119407"/>
                <a:gd name="connsiteY17" fmla="*/ 37287 h 156588"/>
                <a:gd name="connsiteX18" fmla="*/ 119678 w 119407"/>
                <a:gd name="connsiteY18" fmla="*/ 21699 h 156588"/>
                <a:gd name="connsiteX19" fmla="*/ 93380 w 119407"/>
                <a:gd name="connsiteY19" fmla="*/ 88 h 156588"/>
                <a:gd name="connsiteX20" fmla="*/ 49669 w 119407"/>
                <a:gd name="connsiteY20" fmla="*/ 39058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407" h="156588">
                  <a:moveTo>
                    <a:pt x="49669" y="39058"/>
                  </a:moveTo>
                  <a:lnTo>
                    <a:pt x="49669" y="88"/>
                  </a:lnTo>
                  <a:lnTo>
                    <a:pt x="271" y="3985"/>
                  </a:lnTo>
                  <a:lnTo>
                    <a:pt x="271" y="14968"/>
                  </a:lnTo>
                  <a:cubicBezTo>
                    <a:pt x="25148" y="14968"/>
                    <a:pt x="27991" y="17447"/>
                    <a:pt x="27991" y="34807"/>
                  </a:cubicBezTo>
                  <a:lnTo>
                    <a:pt x="27991" y="129752"/>
                  </a:lnTo>
                  <a:cubicBezTo>
                    <a:pt x="27991" y="145694"/>
                    <a:pt x="24082" y="145694"/>
                    <a:pt x="271" y="145694"/>
                  </a:cubicBezTo>
                  <a:lnTo>
                    <a:pt x="271" y="156676"/>
                  </a:lnTo>
                  <a:cubicBezTo>
                    <a:pt x="14131" y="156322"/>
                    <a:pt x="30834" y="155613"/>
                    <a:pt x="40784" y="155613"/>
                  </a:cubicBezTo>
                  <a:cubicBezTo>
                    <a:pt x="55000" y="155613"/>
                    <a:pt x="71702" y="155613"/>
                    <a:pt x="85917" y="156676"/>
                  </a:cubicBezTo>
                  <a:lnTo>
                    <a:pt x="85917" y="145694"/>
                  </a:lnTo>
                  <a:lnTo>
                    <a:pt x="78455" y="145694"/>
                  </a:lnTo>
                  <a:cubicBezTo>
                    <a:pt x="52157" y="145694"/>
                    <a:pt x="51446" y="141797"/>
                    <a:pt x="51446" y="129043"/>
                  </a:cubicBezTo>
                  <a:lnTo>
                    <a:pt x="51446" y="74485"/>
                  </a:lnTo>
                  <a:cubicBezTo>
                    <a:pt x="51446" y="39412"/>
                    <a:pt x="66372" y="7882"/>
                    <a:pt x="93380" y="7882"/>
                  </a:cubicBezTo>
                  <a:cubicBezTo>
                    <a:pt x="95868" y="7882"/>
                    <a:pt x="96579" y="7882"/>
                    <a:pt x="97290" y="8236"/>
                  </a:cubicBezTo>
                  <a:cubicBezTo>
                    <a:pt x="96223" y="8591"/>
                    <a:pt x="89116" y="12842"/>
                    <a:pt x="89116" y="22053"/>
                  </a:cubicBezTo>
                  <a:cubicBezTo>
                    <a:pt x="89116" y="31973"/>
                    <a:pt x="96579" y="37287"/>
                    <a:pt x="104397" y="37287"/>
                  </a:cubicBezTo>
                  <a:cubicBezTo>
                    <a:pt x="110794" y="37287"/>
                    <a:pt x="119678" y="33035"/>
                    <a:pt x="119678" y="21699"/>
                  </a:cubicBezTo>
                  <a:cubicBezTo>
                    <a:pt x="119678" y="10362"/>
                    <a:pt x="108662" y="88"/>
                    <a:pt x="93380" y="88"/>
                  </a:cubicBezTo>
                  <a:cubicBezTo>
                    <a:pt x="67438" y="88"/>
                    <a:pt x="54644" y="23824"/>
                    <a:pt x="49669" y="39058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CE21727-430B-2239-05DA-9FA5D75296A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3676681" y="8417851"/>
              <a:ext cx="119407" cy="156588"/>
            </a:xfrm>
            <a:custGeom>
              <a:avLst/>
              <a:gdLst>
                <a:gd name="connsiteX0" fmla="*/ 49673 w 119407"/>
                <a:gd name="connsiteY0" fmla="*/ 39058 h 156588"/>
                <a:gd name="connsiteX1" fmla="*/ 49673 w 119407"/>
                <a:gd name="connsiteY1" fmla="*/ 88 h 156588"/>
                <a:gd name="connsiteX2" fmla="*/ 275 w 119407"/>
                <a:gd name="connsiteY2" fmla="*/ 3985 h 156588"/>
                <a:gd name="connsiteX3" fmla="*/ 275 w 119407"/>
                <a:gd name="connsiteY3" fmla="*/ 14968 h 156588"/>
                <a:gd name="connsiteX4" fmla="*/ 27995 w 119407"/>
                <a:gd name="connsiteY4" fmla="*/ 34807 h 156588"/>
                <a:gd name="connsiteX5" fmla="*/ 27995 w 119407"/>
                <a:gd name="connsiteY5" fmla="*/ 129752 h 156588"/>
                <a:gd name="connsiteX6" fmla="*/ 275 w 119407"/>
                <a:gd name="connsiteY6" fmla="*/ 145694 h 156588"/>
                <a:gd name="connsiteX7" fmla="*/ 275 w 119407"/>
                <a:gd name="connsiteY7" fmla="*/ 156676 h 156588"/>
                <a:gd name="connsiteX8" fmla="*/ 40788 w 119407"/>
                <a:gd name="connsiteY8" fmla="*/ 155613 h 156588"/>
                <a:gd name="connsiteX9" fmla="*/ 85921 w 119407"/>
                <a:gd name="connsiteY9" fmla="*/ 156676 h 156588"/>
                <a:gd name="connsiteX10" fmla="*/ 85921 w 119407"/>
                <a:gd name="connsiteY10" fmla="*/ 145694 h 156588"/>
                <a:gd name="connsiteX11" fmla="*/ 78458 w 119407"/>
                <a:gd name="connsiteY11" fmla="*/ 145694 h 156588"/>
                <a:gd name="connsiteX12" fmla="*/ 51450 w 119407"/>
                <a:gd name="connsiteY12" fmla="*/ 129043 h 156588"/>
                <a:gd name="connsiteX13" fmla="*/ 51450 w 119407"/>
                <a:gd name="connsiteY13" fmla="*/ 74485 h 156588"/>
                <a:gd name="connsiteX14" fmla="*/ 93384 w 119407"/>
                <a:gd name="connsiteY14" fmla="*/ 7882 h 156588"/>
                <a:gd name="connsiteX15" fmla="*/ 97294 w 119407"/>
                <a:gd name="connsiteY15" fmla="*/ 8236 h 156588"/>
                <a:gd name="connsiteX16" fmla="*/ 89120 w 119407"/>
                <a:gd name="connsiteY16" fmla="*/ 22053 h 156588"/>
                <a:gd name="connsiteX17" fmla="*/ 104401 w 119407"/>
                <a:gd name="connsiteY17" fmla="*/ 37287 h 156588"/>
                <a:gd name="connsiteX18" fmla="*/ 119682 w 119407"/>
                <a:gd name="connsiteY18" fmla="*/ 21699 h 156588"/>
                <a:gd name="connsiteX19" fmla="*/ 93384 w 119407"/>
                <a:gd name="connsiteY19" fmla="*/ 88 h 156588"/>
                <a:gd name="connsiteX20" fmla="*/ 49673 w 119407"/>
                <a:gd name="connsiteY20" fmla="*/ 39058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407" h="156588">
                  <a:moveTo>
                    <a:pt x="49673" y="39058"/>
                  </a:moveTo>
                  <a:lnTo>
                    <a:pt x="49673" y="88"/>
                  </a:lnTo>
                  <a:lnTo>
                    <a:pt x="275" y="3985"/>
                  </a:lnTo>
                  <a:lnTo>
                    <a:pt x="275" y="14968"/>
                  </a:lnTo>
                  <a:cubicBezTo>
                    <a:pt x="25152" y="14968"/>
                    <a:pt x="27995" y="17447"/>
                    <a:pt x="27995" y="34807"/>
                  </a:cubicBezTo>
                  <a:lnTo>
                    <a:pt x="27995" y="129752"/>
                  </a:lnTo>
                  <a:cubicBezTo>
                    <a:pt x="27995" y="145694"/>
                    <a:pt x="24086" y="145694"/>
                    <a:pt x="275" y="145694"/>
                  </a:cubicBezTo>
                  <a:lnTo>
                    <a:pt x="275" y="156676"/>
                  </a:lnTo>
                  <a:cubicBezTo>
                    <a:pt x="14135" y="156322"/>
                    <a:pt x="30838" y="155613"/>
                    <a:pt x="40788" y="155613"/>
                  </a:cubicBezTo>
                  <a:cubicBezTo>
                    <a:pt x="55003" y="155613"/>
                    <a:pt x="71706" y="155613"/>
                    <a:pt x="85921" y="156676"/>
                  </a:cubicBezTo>
                  <a:lnTo>
                    <a:pt x="85921" y="145694"/>
                  </a:lnTo>
                  <a:lnTo>
                    <a:pt x="78458" y="145694"/>
                  </a:lnTo>
                  <a:cubicBezTo>
                    <a:pt x="52160" y="145694"/>
                    <a:pt x="51450" y="141797"/>
                    <a:pt x="51450" y="129043"/>
                  </a:cubicBezTo>
                  <a:lnTo>
                    <a:pt x="51450" y="74485"/>
                  </a:lnTo>
                  <a:cubicBezTo>
                    <a:pt x="51450" y="39412"/>
                    <a:pt x="66376" y="7882"/>
                    <a:pt x="93384" y="7882"/>
                  </a:cubicBezTo>
                  <a:cubicBezTo>
                    <a:pt x="95872" y="7882"/>
                    <a:pt x="96583" y="7882"/>
                    <a:pt x="97294" y="8236"/>
                  </a:cubicBezTo>
                  <a:cubicBezTo>
                    <a:pt x="96227" y="8591"/>
                    <a:pt x="89120" y="12842"/>
                    <a:pt x="89120" y="22053"/>
                  </a:cubicBezTo>
                  <a:cubicBezTo>
                    <a:pt x="89120" y="31973"/>
                    <a:pt x="96583" y="37287"/>
                    <a:pt x="104401" y="37287"/>
                  </a:cubicBezTo>
                  <a:cubicBezTo>
                    <a:pt x="110798" y="37287"/>
                    <a:pt x="119682" y="33035"/>
                    <a:pt x="119682" y="21699"/>
                  </a:cubicBezTo>
                  <a:cubicBezTo>
                    <a:pt x="119682" y="10362"/>
                    <a:pt x="108666" y="88"/>
                    <a:pt x="93384" y="88"/>
                  </a:cubicBezTo>
                  <a:cubicBezTo>
                    <a:pt x="67442" y="88"/>
                    <a:pt x="54648" y="23824"/>
                    <a:pt x="49673" y="39058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A179824-19D3-5770-3185-37499D9D0A8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3815872" y="8415725"/>
              <a:ext cx="157432" cy="162610"/>
            </a:xfrm>
            <a:custGeom>
              <a:avLst/>
              <a:gdLst>
                <a:gd name="connsiteX0" fmla="*/ 157712 w 157432"/>
                <a:gd name="connsiteY0" fmla="*/ 82988 h 162610"/>
                <a:gd name="connsiteX1" fmla="*/ 79173 w 157432"/>
                <a:gd name="connsiteY1" fmla="*/ 88 h 162610"/>
                <a:gd name="connsiteX2" fmla="*/ 279 w 157432"/>
                <a:gd name="connsiteY2" fmla="*/ 82988 h 162610"/>
                <a:gd name="connsiteX3" fmla="*/ 78818 w 157432"/>
                <a:gd name="connsiteY3" fmla="*/ 162699 h 162610"/>
                <a:gd name="connsiteX4" fmla="*/ 157712 w 157432"/>
                <a:gd name="connsiteY4" fmla="*/ 82988 h 162610"/>
                <a:gd name="connsiteX5" fmla="*/ 79173 w 157432"/>
                <a:gd name="connsiteY5" fmla="*/ 153842 h 162610"/>
                <a:gd name="connsiteX6" fmla="*/ 38660 w 157432"/>
                <a:gd name="connsiteY6" fmla="*/ 130106 h 162610"/>
                <a:gd name="connsiteX7" fmla="*/ 29775 w 157432"/>
                <a:gd name="connsiteY7" fmla="*/ 80154 h 162610"/>
                <a:gd name="connsiteX8" fmla="*/ 38305 w 157432"/>
                <a:gd name="connsiteY8" fmla="*/ 31618 h 162610"/>
                <a:gd name="connsiteX9" fmla="*/ 78818 w 157432"/>
                <a:gd name="connsiteY9" fmla="*/ 7882 h 162610"/>
                <a:gd name="connsiteX10" fmla="*/ 118976 w 157432"/>
                <a:gd name="connsiteY10" fmla="*/ 30910 h 162610"/>
                <a:gd name="connsiteX11" fmla="*/ 128215 w 157432"/>
                <a:gd name="connsiteY11" fmla="*/ 80154 h 162610"/>
                <a:gd name="connsiteX12" fmla="*/ 120397 w 157432"/>
                <a:gd name="connsiteY12" fmla="*/ 127626 h 162610"/>
                <a:gd name="connsiteX13" fmla="*/ 79173 w 157432"/>
                <a:gd name="connsiteY13" fmla="*/ 153842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432" h="162610">
                  <a:moveTo>
                    <a:pt x="157712" y="82988"/>
                  </a:moveTo>
                  <a:cubicBezTo>
                    <a:pt x="157712" y="37641"/>
                    <a:pt x="122174" y="88"/>
                    <a:pt x="79173" y="88"/>
                  </a:cubicBezTo>
                  <a:cubicBezTo>
                    <a:pt x="34751" y="88"/>
                    <a:pt x="279" y="38704"/>
                    <a:pt x="279" y="82988"/>
                  </a:cubicBezTo>
                  <a:cubicBezTo>
                    <a:pt x="279" y="128689"/>
                    <a:pt x="37238" y="162699"/>
                    <a:pt x="78818" y="162699"/>
                  </a:cubicBezTo>
                  <a:cubicBezTo>
                    <a:pt x="121819" y="162699"/>
                    <a:pt x="157712" y="127980"/>
                    <a:pt x="157712" y="82988"/>
                  </a:cubicBezTo>
                  <a:close/>
                  <a:moveTo>
                    <a:pt x="79173" y="153842"/>
                  </a:moveTo>
                  <a:cubicBezTo>
                    <a:pt x="63892" y="153842"/>
                    <a:pt x="48255" y="146402"/>
                    <a:pt x="38660" y="130106"/>
                  </a:cubicBezTo>
                  <a:cubicBezTo>
                    <a:pt x="29775" y="114518"/>
                    <a:pt x="29775" y="92907"/>
                    <a:pt x="29775" y="80154"/>
                  </a:cubicBezTo>
                  <a:cubicBezTo>
                    <a:pt x="29775" y="66337"/>
                    <a:pt x="29775" y="47206"/>
                    <a:pt x="38305" y="31618"/>
                  </a:cubicBezTo>
                  <a:cubicBezTo>
                    <a:pt x="47900" y="15322"/>
                    <a:pt x="64603" y="7882"/>
                    <a:pt x="78818" y="7882"/>
                  </a:cubicBezTo>
                  <a:cubicBezTo>
                    <a:pt x="94454" y="7882"/>
                    <a:pt x="109736" y="15676"/>
                    <a:pt x="118976" y="30910"/>
                  </a:cubicBezTo>
                  <a:cubicBezTo>
                    <a:pt x="128215" y="46143"/>
                    <a:pt x="128215" y="66691"/>
                    <a:pt x="128215" y="80154"/>
                  </a:cubicBezTo>
                  <a:cubicBezTo>
                    <a:pt x="128215" y="92907"/>
                    <a:pt x="128215" y="112038"/>
                    <a:pt x="120397" y="127626"/>
                  </a:cubicBezTo>
                  <a:cubicBezTo>
                    <a:pt x="112579" y="143568"/>
                    <a:pt x="96942" y="153842"/>
                    <a:pt x="79173" y="153842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ADE61D6-E975-E32C-1D02-C76C1A01F44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3993562" y="8417851"/>
              <a:ext cx="119407" cy="156588"/>
            </a:xfrm>
            <a:custGeom>
              <a:avLst/>
              <a:gdLst>
                <a:gd name="connsiteX0" fmla="*/ 49682 w 119407"/>
                <a:gd name="connsiteY0" fmla="*/ 39058 h 156588"/>
                <a:gd name="connsiteX1" fmla="*/ 49682 w 119407"/>
                <a:gd name="connsiteY1" fmla="*/ 88 h 156588"/>
                <a:gd name="connsiteX2" fmla="*/ 284 w 119407"/>
                <a:gd name="connsiteY2" fmla="*/ 3985 h 156588"/>
                <a:gd name="connsiteX3" fmla="*/ 284 w 119407"/>
                <a:gd name="connsiteY3" fmla="*/ 14968 h 156588"/>
                <a:gd name="connsiteX4" fmla="*/ 28004 w 119407"/>
                <a:gd name="connsiteY4" fmla="*/ 34807 h 156588"/>
                <a:gd name="connsiteX5" fmla="*/ 28004 w 119407"/>
                <a:gd name="connsiteY5" fmla="*/ 129752 h 156588"/>
                <a:gd name="connsiteX6" fmla="*/ 284 w 119407"/>
                <a:gd name="connsiteY6" fmla="*/ 145694 h 156588"/>
                <a:gd name="connsiteX7" fmla="*/ 284 w 119407"/>
                <a:gd name="connsiteY7" fmla="*/ 156676 h 156588"/>
                <a:gd name="connsiteX8" fmla="*/ 40797 w 119407"/>
                <a:gd name="connsiteY8" fmla="*/ 155613 h 156588"/>
                <a:gd name="connsiteX9" fmla="*/ 85930 w 119407"/>
                <a:gd name="connsiteY9" fmla="*/ 156676 h 156588"/>
                <a:gd name="connsiteX10" fmla="*/ 85930 w 119407"/>
                <a:gd name="connsiteY10" fmla="*/ 145694 h 156588"/>
                <a:gd name="connsiteX11" fmla="*/ 78467 w 119407"/>
                <a:gd name="connsiteY11" fmla="*/ 145694 h 156588"/>
                <a:gd name="connsiteX12" fmla="*/ 51459 w 119407"/>
                <a:gd name="connsiteY12" fmla="*/ 129043 h 156588"/>
                <a:gd name="connsiteX13" fmla="*/ 51459 w 119407"/>
                <a:gd name="connsiteY13" fmla="*/ 74485 h 156588"/>
                <a:gd name="connsiteX14" fmla="*/ 93393 w 119407"/>
                <a:gd name="connsiteY14" fmla="*/ 7882 h 156588"/>
                <a:gd name="connsiteX15" fmla="*/ 97302 w 119407"/>
                <a:gd name="connsiteY15" fmla="*/ 8236 h 156588"/>
                <a:gd name="connsiteX16" fmla="*/ 89129 w 119407"/>
                <a:gd name="connsiteY16" fmla="*/ 22053 h 156588"/>
                <a:gd name="connsiteX17" fmla="*/ 104410 w 119407"/>
                <a:gd name="connsiteY17" fmla="*/ 37287 h 156588"/>
                <a:gd name="connsiteX18" fmla="*/ 119691 w 119407"/>
                <a:gd name="connsiteY18" fmla="*/ 21699 h 156588"/>
                <a:gd name="connsiteX19" fmla="*/ 93393 w 119407"/>
                <a:gd name="connsiteY19" fmla="*/ 88 h 156588"/>
                <a:gd name="connsiteX20" fmla="*/ 49682 w 119407"/>
                <a:gd name="connsiteY20" fmla="*/ 39058 h 15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407" h="156588">
                  <a:moveTo>
                    <a:pt x="49682" y="39058"/>
                  </a:moveTo>
                  <a:lnTo>
                    <a:pt x="49682" y="88"/>
                  </a:lnTo>
                  <a:lnTo>
                    <a:pt x="284" y="3985"/>
                  </a:lnTo>
                  <a:lnTo>
                    <a:pt x="284" y="14968"/>
                  </a:lnTo>
                  <a:cubicBezTo>
                    <a:pt x="25161" y="14968"/>
                    <a:pt x="28004" y="17447"/>
                    <a:pt x="28004" y="34807"/>
                  </a:cubicBezTo>
                  <a:lnTo>
                    <a:pt x="28004" y="129752"/>
                  </a:lnTo>
                  <a:cubicBezTo>
                    <a:pt x="28004" y="145694"/>
                    <a:pt x="24094" y="145694"/>
                    <a:pt x="284" y="145694"/>
                  </a:cubicBezTo>
                  <a:lnTo>
                    <a:pt x="284" y="156676"/>
                  </a:lnTo>
                  <a:cubicBezTo>
                    <a:pt x="14144" y="156322"/>
                    <a:pt x="30847" y="155613"/>
                    <a:pt x="40797" y="155613"/>
                  </a:cubicBezTo>
                  <a:cubicBezTo>
                    <a:pt x="55012" y="155613"/>
                    <a:pt x="71715" y="155613"/>
                    <a:pt x="85930" y="156676"/>
                  </a:cubicBezTo>
                  <a:lnTo>
                    <a:pt x="85930" y="145694"/>
                  </a:lnTo>
                  <a:lnTo>
                    <a:pt x="78467" y="145694"/>
                  </a:lnTo>
                  <a:cubicBezTo>
                    <a:pt x="52169" y="145694"/>
                    <a:pt x="51459" y="141797"/>
                    <a:pt x="51459" y="129043"/>
                  </a:cubicBezTo>
                  <a:lnTo>
                    <a:pt x="51459" y="74485"/>
                  </a:lnTo>
                  <a:cubicBezTo>
                    <a:pt x="51459" y="39412"/>
                    <a:pt x="66384" y="7882"/>
                    <a:pt x="93393" y="7882"/>
                  </a:cubicBezTo>
                  <a:cubicBezTo>
                    <a:pt x="95881" y="7882"/>
                    <a:pt x="96592" y="7882"/>
                    <a:pt x="97302" y="8236"/>
                  </a:cubicBezTo>
                  <a:cubicBezTo>
                    <a:pt x="96236" y="8591"/>
                    <a:pt x="89129" y="12842"/>
                    <a:pt x="89129" y="22053"/>
                  </a:cubicBezTo>
                  <a:cubicBezTo>
                    <a:pt x="89129" y="31973"/>
                    <a:pt x="96592" y="37287"/>
                    <a:pt x="104410" y="37287"/>
                  </a:cubicBezTo>
                  <a:cubicBezTo>
                    <a:pt x="110807" y="37287"/>
                    <a:pt x="119691" y="33035"/>
                    <a:pt x="119691" y="21699"/>
                  </a:cubicBezTo>
                  <a:cubicBezTo>
                    <a:pt x="119691" y="10362"/>
                    <a:pt x="108674" y="88"/>
                    <a:pt x="93393" y="88"/>
                  </a:cubicBezTo>
                  <a:cubicBezTo>
                    <a:pt x="67451" y="88"/>
                    <a:pt x="54657" y="23824"/>
                    <a:pt x="49682" y="39058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2D8266F-0DDA-23B2-8F15-E3191D129AC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4153364" y="8421748"/>
              <a:ext cx="37670" cy="152691"/>
            </a:xfrm>
            <a:custGeom>
              <a:avLst/>
              <a:gdLst>
                <a:gd name="connsiteX0" fmla="*/ 37958 w 37670"/>
                <a:gd name="connsiteY0" fmla="*/ 18865 h 152691"/>
                <a:gd name="connsiteX1" fmla="*/ 19123 w 37670"/>
                <a:gd name="connsiteY1" fmla="*/ 88 h 152691"/>
                <a:gd name="connsiteX2" fmla="*/ 288 w 37670"/>
                <a:gd name="connsiteY2" fmla="*/ 18865 h 152691"/>
                <a:gd name="connsiteX3" fmla="*/ 19123 w 37670"/>
                <a:gd name="connsiteY3" fmla="*/ 37641 h 152691"/>
                <a:gd name="connsiteX4" fmla="*/ 37958 w 37670"/>
                <a:gd name="connsiteY4" fmla="*/ 18865 h 152691"/>
                <a:gd name="connsiteX5" fmla="*/ 37958 w 37670"/>
                <a:gd name="connsiteY5" fmla="*/ 134003 h 152691"/>
                <a:gd name="connsiteX6" fmla="*/ 19123 w 37670"/>
                <a:gd name="connsiteY6" fmla="*/ 115226 h 152691"/>
                <a:gd name="connsiteX7" fmla="*/ 288 w 37670"/>
                <a:gd name="connsiteY7" fmla="*/ 134003 h 152691"/>
                <a:gd name="connsiteX8" fmla="*/ 19123 w 37670"/>
                <a:gd name="connsiteY8" fmla="*/ 152779 h 152691"/>
                <a:gd name="connsiteX9" fmla="*/ 37958 w 37670"/>
                <a:gd name="connsiteY9" fmla="*/ 134003 h 15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670" h="152691">
                  <a:moveTo>
                    <a:pt x="37958" y="18865"/>
                  </a:moveTo>
                  <a:cubicBezTo>
                    <a:pt x="37958" y="8591"/>
                    <a:pt x="29429" y="88"/>
                    <a:pt x="19123" y="88"/>
                  </a:cubicBezTo>
                  <a:cubicBezTo>
                    <a:pt x="8817" y="88"/>
                    <a:pt x="288" y="8591"/>
                    <a:pt x="288" y="18865"/>
                  </a:cubicBezTo>
                  <a:cubicBezTo>
                    <a:pt x="288" y="29138"/>
                    <a:pt x="8817" y="37641"/>
                    <a:pt x="19123" y="37641"/>
                  </a:cubicBezTo>
                  <a:cubicBezTo>
                    <a:pt x="29429" y="37641"/>
                    <a:pt x="37958" y="29138"/>
                    <a:pt x="37958" y="18865"/>
                  </a:cubicBezTo>
                  <a:close/>
                  <a:moveTo>
                    <a:pt x="37958" y="134003"/>
                  </a:moveTo>
                  <a:cubicBezTo>
                    <a:pt x="37958" y="123729"/>
                    <a:pt x="29429" y="115226"/>
                    <a:pt x="19123" y="115226"/>
                  </a:cubicBezTo>
                  <a:cubicBezTo>
                    <a:pt x="8817" y="115226"/>
                    <a:pt x="288" y="123729"/>
                    <a:pt x="288" y="134003"/>
                  </a:cubicBezTo>
                  <a:cubicBezTo>
                    <a:pt x="288" y="144277"/>
                    <a:pt x="8817" y="152779"/>
                    <a:pt x="19123" y="152779"/>
                  </a:cubicBezTo>
                  <a:cubicBezTo>
                    <a:pt x="29429" y="152779"/>
                    <a:pt x="37958" y="144277"/>
                    <a:pt x="37958" y="134003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5739D49-1CE9-679C-85CB-F7D6468F328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4298159" y="8324677"/>
              <a:ext cx="245566" cy="257555"/>
            </a:xfrm>
            <a:custGeom>
              <a:avLst/>
              <a:gdLst>
                <a:gd name="connsiteX0" fmla="*/ 245859 w 245566"/>
                <a:gd name="connsiteY0" fmla="*/ 95387 h 257555"/>
                <a:gd name="connsiteX1" fmla="*/ 155237 w 245566"/>
                <a:gd name="connsiteY1" fmla="*/ 88 h 257555"/>
                <a:gd name="connsiteX2" fmla="*/ 292 w 245566"/>
                <a:gd name="connsiteY2" fmla="*/ 163053 h 257555"/>
                <a:gd name="connsiteX3" fmla="*/ 91269 w 245566"/>
                <a:gd name="connsiteY3" fmla="*/ 257644 h 257555"/>
                <a:gd name="connsiteX4" fmla="*/ 245859 w 245566"/>
                <a:gd name="connsiteY4" fmla="*/ 95387 h 257555"/>
                <a:gd name="connsiteX5" fmla="*/ 93402 w 245566"/>
                <a:gd name="connsiteY5" fmla="*/ 248432 h 257555"/>
                <a:gd name="connsiteX6" fmla="*/ 33343 w 245566"/>
                <a:gd name="connsiteY6" fmla="*/ 172973 h 257555"/>
                <a:gd name="connsiteX7" fmla="*/ 65682 w 245566"/>
                <a:gd name="connsiteY7" fmla="*/ 64211 h 257555"/>
                <a:gd name="connsiteX8" fmla="*/ 153105 w 245566"/>
                <a:gd name="connsiteY8" fmla="*/ 8945 h 257555"/>
                <a:gd name="connsiteX9" fmla="*/ 214230 w 245566"/>
                <a:gd name="connsiteY9" fmla="*/ 81571 h 257555"/>
                <a:gd name="connsiteX10" fmla="*/ 169453 w 245566"/>
                <a:gd name="connsiteY10" fmla="*/ 205920 h 257555"/>
                <a:gd name="connsiteX11" fmla="*/ 93402 w 245566"/>
                <a:gd name="connsiteY11" fmla="*/ 248432 h 25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5566" h="257555">
                  <a:moveTo>
                    <a:pt x="245859" y="95387"/>
                  </a:moveTo>
                  <a:cubicBezTo>
                    <a:pt x="245859" y="38349"/>
                    <a:pt x="208189" y="88"/>
                    <a:pt x="155237" y="88"/>
                  </a:cubicBezTo>
                  <a:cubicBezTo>
                    <a:pt x="78476" y="88"/>
                    <a:pt x="292" y="80508"/>
                    <a:pt x="292" y="163053"/>
                  </a:cubicBezTo>
                  <a:cubicBezTo>
                    <a:pt x="292" y="221862"/>
                    <a:pt x="40095" y="257644"/>
                    <a:pt x="91269" y="257644"/>
                  </a:cubicBezTo>
                  <a:cubicBezTo>
                    <a:pt x="166610" y="257644"/>
                    <a:pt x="245859" y="180058"/>
                    <a:pt x="245859" y="95387"/>
                  </a:cubicBezTo>
                  <a:close/>
                  <a:moveTo>
                    <a:pt x="93402" y="248432"/>
                  </a:moveTo>
                  <a:cubicBezTo>
                    <a:pt x="58219" y="248432"/>
                    <a:pt x="33343" y="219737"/>
                    <a:pt x="33343" y="172973"/>
                  </a:cubicBezTo>
                  <a:cubicBezTo>
                    <a:pt x="33343" y="157385"/>
                    <a:pt x="38318" y="105661"/>
                    <a:pt x="65682" y="64211"/>
                  </a:cubicBezTo>
                  <a:cubicBezTo>
                    <a:pt x="90203" y="27367"/>
                    <a:pt x="125030" y="8945"/>
                    <a:pt x="153105" y="8945"/>
                  </a:cubicBezTo>
                  <a:cubicBezTo>
                    <a:pt x="182246" y="8945"/>
                    <a:pt x="214230" y="28784"/>
                    <a:pt x="214230" y="81571"/>
                  </a:cubicBezTo>
                  <a:cubicBezTo>
                    <a:pt x="214230" y="107078"/>
                    <a:pt x="204635" y="162345"/>
                    <a:pt x="169453" y="205920"/>
                  </a:cubicBezTo>
                  <a:cubicBezTo>
                    <a:pt x="152394" y="227530"/>
                    <a:pt x="123253" y="248432"/>
                    <a:pt x="93402" y="248432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6168E1D-633C-2828-B97D-4C0EEF368F9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4596874" y="8308735"/>
              <a:ext cx="82447" cy="354271"/>
            </a:xfrm>
            <a:custGeom>
              <a:avLst/>
              <a:gdLst>
                <a:gd name="connsiteX0" fmla="*/ 82748 w 82447"/>
                <a:gd name="connsiteY0" fmla="*/ 350817 h 354271"/>
                <a:gd name="connsiteX1" fmla="*/ 76707 w 82447"/>
                <a:gd name="connsiteY1" fmla="*/ 343023 h 354271"/>
                <a:gd name="connsiteX2" fmla="*/ 20912 w 82447"/>
                <a:gd name="connsiteY2" fmla="*/ 177224 h 354271"/>
                <a:gd name="connsiteX3" fmla="*/ 78128 w 82447"/>
                <a:gd name="connsiteY3" fmla="*/ 9653 h 354271"/>
                <a:gd name="connsiteX4" fmla="*/ 82748 w 82447"/>
                <a:gd name="connsiteY4" fmla="*/ 3631 h 354271"/>
                <a:gd name="connsiteX5" fmla="*/ 79194 w 82447"/>
                <a:gd name="connsiteY5" fmla="*/ 88 h 354271"/>
                <a:gd name="connsiteX6" fmla="*/ 22689 w 82447"/>
                <a:gd name="connsiteY6" fmla="*/ 69171 h 354271"/>
                <a:gd name="connsiteX7" fmla="*/ 300 w 82447"/>
                <a:gd name="connsiteY7" fmla="*/ 177224 h 354271"/>
                <a:gd name="connsiteX8" fmla="*/ 23755 w 82447"/>
                <a:gd name="connsiteY8" fmla="*/ 287757 h 354271"/>
                <a:gd name="connsiteX9" fmla="*/ 79194 w 82447"/>
                <a:gd name="connsiteY9" fmla="*/ 354360 h 354271"/>
                <a:gd name="connsiteX10" fmla="*/ 82748 w 82447"/>
                <a:gd name="connsiteY10" fmla="*/ 350817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447" h="354271">
                  <a:moveTo>
                    <a:pt x="82748" y="350817"/>
                  </a:moveTo>
                  <a:cubicBezTo>
                    <a:pt x="82748" y="349754"/>
                    <a:pt x="82748" y="349046"/>
                    <a:pt x="76707" y="343023"/>
                  </a:cubicBezTo>
                  <a:cubicBezTo>
                    <a:pt x="32284" y="298385"/>
                    <a:pt x="20912" y="231427"/>
                    <a:pt x="20912" y="177224"/>
                  </a:cubicBezTo>
                  <a:cubicBezTo>
                    <a:pt x="20912" y="115581"/>
                    <a:pt x="34417" y="53937"/>
                    <a:pt x="78128" y="9653"/>
                  </a:cubicBezTo>
                  <a:cubicBezTo>
                    <a:pt x="82748" y="5402"/>
                    <a:pt x="82748" y="4694"/>
                    <a:pt x="82748" y="3631"/>
                  </a:cubicBezTo>
                  <a:cubicBezTo>
                    <a:pt x="82748" y="1151"/>
                    <a:pt x="81327" y="88"/>
                    <a:pt x="79194" y="88"/>
                  </a:cubicBezTo>
                  <a:cubicBezTo>
                    <a:pt x="75641" y="88"/>
                    <a:pt x="43656" y="24179"/>
                    <a:pt x="22689" y="69171"/>
                  </a:cubicBezTo>
                  <a:cubicBezTo>
                    <a:pt x="4565" y="108141"/>
                    <a:pt x="300" y="147465"/>
                    <a:pt x="300" y="177224"/>
                  </a:cubicBezTo>
                  <a:cubicBezTo>
                    <a:pt x="300" y="204857"/>
                    <a:pt x="4209" y="247724"/>
                    <a:pt x="23755" y="287757"/>
                  </a:cubicBezTo>
                  <a:cubicBezTo>
                    <a:pt x="45078" y="331332"/>
                    <a:pt x="75641" y="354360"/>
                    <a:pt x="79194" y="354360"/>
                  </a:cubicBezTo>
                  <a:cubicBezTo>
                    <a:pt x="81327" y="354360"/>
                    <a:pt x="82748" y="353297"/>
                    <a:pt x="82748" y="350817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F9F0329-E996-7CD5-F2A1-849CFBF9D94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4719440" y="8328574"/>
              <a:ext cx="174490" cy="249761"/>
            </a:xfrm>
            <a:custGeom>
              <a:avLst/>
              <a:gdLst>
                <a:gd name="connsiteX0" fmla="*/ 82752 w 174490"/>
                <a:gd name="connsiteY0" fmla="*/ 3985 h 249761"/>
                <a:gd name="connsiteX1" fmla="*/ 78132 w 174490"/>
                <a:gd name="connsiteY1" fmla="*/ 88 h 249761"/>
                <a:gd name="connsiteX2" fmla="*/ 34776 w 174490"/>
                <a:gd name="connsiteY2" fmla="*/ 3631 h 249761"/>
                <a:gd name="connsiteX3" fmla="*/ 28024 w 174490"/>
                <a:gd name="connsiteY3" fmla="*/ 10716 h 249761"/>
                <a:gd name="connsiteX4" fmla="*/ 36553 w 174490"/>
                <a:gd name="connsiteY4" fmla="*/ 14968 h 249761"/>
                <a:gd name="connsiteX5" fmla="*/ 54322 w 174490"/>
                <a:gd name="connsiteY5" fmla="*/ 20990 h 249761"/>
                <a:gd name="connsiteX6" fmla="*/ 53256 w 174490"/>
                <a:gd name="connsiteY6" fmla="*/ 28076 h 249761"/>
                <a:gd name="connsiteX7" fmla="*/ 1726 w 174490"/>
                <a:gd name="connsiteY7" fmla="*/ 232136 h 249761"/>
                <a:gd name="connsiteX8" fmla="*/ 304 w 174490"/>
                <a:gd name="connsiteY8" fmla="*/ 239930 h 249761"/>
                <a:gd name="connsiteX9" fmla="*/ 10610 w 174490"/>
                <a:gd name="connsiteY9" fmla="*/ 249850 h 249761"/>
                <a:gd name="connsiteX10" fmla="*/ 23759 w 174490"/>
                <a:gd name="connsiteY10" fmla="*/ 240638 h 249761"/>
                <a:gd name="connsiteX11" fmla="*/ 30511 w 174490"/>
                <a:gd name="connsiteY11" fmla="*/ 213714 h 249761"/>
                <a:gd name="connsiteX12" fmla="*/ 38330 w 174490"/>
                <a:gd name="connsiteY12" fmla="*/ 181829 h 249761"/>
                <a:gd name="connsiteX13" fmla="*/ 44371 w 174490"/>
                <a:gd name="connsiteY13" fmla="*/ 158093 h 249761"/>
                <a:gd name="connsiteX14" fmla="*/ 48280 w 174490"/>
                <a:gd name="connsiteY14" fmla="*/ 142151 h 249761"/>
                <a:gd name="connsiteX15" fmla="*/ 72446 w 174490"/>
                <a:gd name="connsiteY15" fmla="*/ 109558 h 249761"/>
                <a:gd name="connsiteX16" fmla="*/ 106562 w 174490"/>
                <a:gd name="connsiteY16" fmla="*/ 97159 h 249761"/>
                <a:gd name="connsiteX17" fmla="*/ 125753 w 174490"/>
                <a:gd name="connsiteY17" fmla="*/ 121958 h 249761"/>
                <a:gd name="connsiteX18" fmla="*/ 103719 w 174490"/>
                <a:gd name="connsiteY18" fmla="*/ 201314 h 249761"/>
                <a:gd name="connsiteX19" fmla="*/ 99099 w 174490"/>
                <a:gd name="connsiteY19" fmla="*/ 220799 h 249761"/>
                <a:gd name="connsiteX20" fmla="*/ 128240 w 174490"/>
                <a:gd name="connsiteY20" fmla="*/ 249850 h 249761"/>
                <a:gd name="connsiteX21" fmla="*/ 174795 w 174490"/>
                <a:gd name="connsiteY21" fmla="*/ 195292 h 249761"/>
                <a:gd name="connsiteX22" fmla="*/ 170530 w 174490"/>
                <a:gd name="connsiteY22" fmla="*/ 191749 h 249761"/>
                <a:gd name="connsiteX23" fmla="*/ 165200 w 174490"/>
                <a:gd name="connsiteY23" fmla="*/ 198126 h 249761"/>
                <a:gd name="connsiteX24" fmla="*/ 128951 w 174490"/>
                <a:gd name="connsiteY24" fmla="*/ 242056 h 249761"/>
                <a:gd name="connsiteX25" fmla="*/ 120422 w 174490"/>
                <a:gd name="connsiteY25" fmla="*/ 230365 h 249761"/>
                <a:gd name="connsiteX26" fmla="*/ 126819 w 174490"/>
                <a:gd name="connsiteY26" fmla="*/ 205211 h 249761"/>
                <a:gd name="connsiteX27" fmla="*/ 148497 w 174490"/>
                <a:gd name="connsiteY27" fmla="*/ 127272 h 249761"/>
                <a:gd name="connsiteX28" fmla="*/ 107628 w 174490"/>
                <a:gd name="connsiteY28" fmla="*/ 89365 h 249761"/>
                <a:gd name="connsiteX29" fmla="*/ 55032 w 174490"/>
                <a:gd name="connsiteY29" fmla="*/ 116643 h 249761"/>
                <a:gd name="connsiteX30" fmla="*/ 82752 w 174490"/>
                <a:gd name="connsiteY30" fmla="*/ 3985 h 24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4490" h="249761">
                  <a:moveTo>
                    <a:pt x="82752" y="3985"/>
                  </a:moveTo>
                  <a:cubicBezTo>
                    <a:pt x="82752" y="3631"/>
                    <a:pt x="82752" y="88"/>
                    <a:pt x="78132" y="88"/>
                  </a:cubicBezTo>
                  <a:cubicBezTo>
                    <a:pt x="69958" y="88"/>
                    <a:pt x="44016" y="2922"/>
                    <a:pt x="34776" y="3631"/>
                  </a:cubicBezTo>
                  <a:cubicBezTo>
                    <a:pt x="31933" y="3985"/>
                    <a:pt x="28024" y="4339"/>
                    <a:pt x="28024" y="10716"/>
                  </a:cubicBezTo>
                  <a:cubicBezTo>
                    <a:pt x="28024" y="14968"/>
                    <a:pt x="31222" y="14968"/>
                    <a:pt x="36553" y="14968"/>
                  </a:cubicBezTo>
                  <a:cubicBezTo>
                    <a:pt x="53611" y="14968"/>
                    <a:pt x="54322" y="17447"/>
                    <a:pt x="54322" y="20990"/>
                  </a:cubicBezTo>
                  <a:lnTo>
                    <a:pt x="53256" y="28076"/>
                  </a:lnTo>
                  <a:lnTo>
                    <a:pt x="1726" y="232136"/>
                  </a:lnTo>
                  <a:cubicBezTo>
                    <a:pt x="304" y="237096"/>
                    <a:pt x="304" y="237804"/>
                    <a:pt x="304" y="239930"/>
                  </a:cubicBezTo>
                  <a:cubicBezTo>
                    <a:pt x="304" y="248078"/>
                    <a:pt x="7412" y="249850"/>
                    <a:pt x="10610" y="249850"/>
                  </a:cubicBezTo>
                  <a:cubicBezTo>
                    <a:pt x="16296" y="249850"/>
                    <a:pt x="21982" y="245598"/>
                    <a:pt x="23759" y="240638"/>
                  </a:cubicBezTo>
                  <a:lnTo>
                    <a:pt x="30511" y="213714"/>
                  </a:lnTo>
                  <a:lnTo>
                    <a:pt x="38330" y="181829"/>
                  </a:lnTo>
                  <a:cubicBezTo>
                    <a:pt x="40462" y="174035"/>
                    <a:pt x="42594" y="166241"/>
                    <a:pt x="44371" y="158093"/>
                  </a:cubicBezTo>
                  <a:cubicBezTo>
                    <a:pt x="45082" y="155968"/>
                    <a:pt x="47925" y="144277"/>
                    <a:pt x="48280" y="142151"/>
                  </a:cubicBezTo>
                  <a:cubicBezTo>
                    <a:pt x="49346" y="138963"/>
                    <a:pt x="60363" y="119123"/>
                    <a:pt x="72446" y="109558"/>
                  </a:cubicBezTo>
                  <a:cubicBezTo>
                    <a:pt x="80264" y="103890"/>
                    <a:pt x="91281" y="97159"/>
                    <a:pt x="106562" y="97159"/>
                  </a:cubicBezTo>
                  <a:cubicBezTo>
                    <a:pt x="121844" y="97159"/>
                    <a:pt x="125753" y="109204"/>
                    <a:pt x="125753" y="121958"/>
                  </a:cubicBezTo>
                  <a:cubicBezTo>
                    <a:pt x="125753" y="141088"/>
                    <a:pt x="112248" y="179704"/>
                    <a:pt x="103719" y="201314"/>
                  </a:cubicBezTo>
                  <a:cubicBezTo>
                    <a:pt x="100876" y="209463"/>
                    <a:pt x="99099" y="213714"/>
                    <a:pt x="99099" y="220799"/>
                  </a:cubicBezTo>
                  <a:cubicBezTo>
                    <a:pt x="99099" y="237450"/>
                    <a:pt x="111538" y="249850"/>
                    <a:pt x="128240" y="249850"/>
                  </a:cubicBezTo>
                  <a:cubicBezTo>
                    <a:pt x="161646" y="249850"/>
                    <a:pt x="174795" y="198126"/>
                    <a:pt x="174795" y="195292"/>
                  </a:cubicBezTo>
                  <a:cubicBezTo>
                    <a:pt x="174795" y="191749"/>
                    <a:pt x="171597" y="191749"/>
                    <a:pt x="170530" y="191749"/>
                  </a:cubicBezTo>
                  <a:cubicBezTo>
                    <a:pt x="166977" y="191749"/>
                    <a:pt x="166977" y="192812"/>
                    <a:pt x="165200" y="198126"/>
                  </a:cubicBezTo>
                  <a:cubicBezTo>
                    <a:pt x="159869" y="216902"/>
                    <a:pt x="148497" y="242056"/>
                    <a:pt x="128951" y="242056"/>
                  </a:cubicBezTo>
                  <a:cubicBezTo>
                    <a:pt x="122910" y="242056"/>
                    <a:pt x="120422" y="238513"/>
                    <a:pt x="120422" y="230365"/>
                  </a:cubicBezTo>
                  <a:cubicBezTo>
                    <a:pt x="120422" y="221508"/>
                    <a:pt x="123620" y="213005"/>
                    <a:pt x="126819" y="205211"/>
                  </a:cubicBezTo>
                  <a:cubicBezTo>
                    <a:pt x="132505" y="189978"/>
                    <a:pt x="148497" y="147819"/>
                    <a:pt x="148497" y="127272"/>
                  </a:cubicBezTo>
                  <a:cubicBezTo>
                    <a:pt x="148497" y="104244"/>
                    <a:pt x="134282" y="89365"/>
                    <a:pt x="107628" y="89365"/>
                  </a:cubicBezTo>
                  <a:cubicBezTo>
                    <a:pt x="85240" y="89365"/>
                    <a:pt x="68181" y="100347"/>
                    <a:pt x="55032" y="116643"/>
                  </a:cubicBezTo>
                  <a:lnTo>
                    <a:pt x="82752" y="3985"/>
                  </a:ln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B16E73F6-A6D5-D9A1-0876-6D5E90275EF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4924906" y="8308735"/>
              <a:ext cx="82447" cy="354271"/>
            </a:xfrm>
            <a:custGeom>
              <a:avLst/>
              <a:gdLst>
                <a:gd name="connsiteX0" fmla="*/ 82758 w 82447"/>
                <a:gd name="connsiteY0" fmla="*/ 177224 h 354271"/>
                <a:gd name="connsiteX1" fmla="*/ 59303 w 82447"/>
                <a:gd name="connsiteY1" fmla="*/ 66691 h 354271"/>
                <a:gd name="connsiteX2" fmla="*/ 3864 w 82447"/>
                <a:gd name="connsiteY2" fmla="*/ 88 h 354271"/>
                <a:gd name="connsiteX3" fmla="*/ 310 w 82447"/>
                <a:gd name="connsiteY3" fmla="*/ 3631 h 354271"/>
                <a:gd name="connsiteX4" fmla="*/ 7062 w 82447"/>
                <a:gd name="connsiteY4" fmla="*/ 11779 h 354271"/>
                <a:gd name="connsiteX5" fmla="*/ 62146 w 82447"/>
                <a:gd name="connsiteY5" fmla="*/ 177224 h 354271"/>
                <a:gd name="connsiteX6" fmla="*/ 4930 w 82447"/>
                <a:gd name="connsiteY6" fmla="*/ 344794 h 354271"/>
                <a:gd name="connsiteX7" fmla="*/ 310 w 82447"/>
                <a:gd name="connsiteY7" fmla="*/ 350817 h 354271"/>
                <a:gd name="connsiteX8" fmla="*/ 3864 w 82447"/>
                <a:gd name="connsiteY8" fmla="*/ 354360 h 354271"/>
                <a:gd name="connsiteX9" fmla="*/ 60369 w 82447"/>
                <a:gd name="connsiteY9" fmla="*/ 285277 h 354271"/>
                <a:gd name="connsiteX10" fmla="*/ 82758 w 82447"/>
                <a:gd name="connsiteY10" fmla="*/ 17722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447" h="354271">
                  <a:moveTo>
                    <a:pt x="82758" y="177224"/>
                  </a:moveTo>
                  <a:cubicBezTo>
                    <a:pt x="82758" y="149591"/>
                    <a:pt x="78849" y="106724"/>
                    <a:pt x="59303" y="66691"/>
                  </a:cubicBezTo>
                  <a:cubicBezTo>
                    <a:pt x="37980" y="23116"/>
                    <a:pt x="7417" y="88"/>
                    <a:pt x="3864" y="88"/>
                  </a:cubicBezTo>
                  <a:cubicBezTo>
                    <a:pt x="1731" y="88"/>
                    <a:pt x="310" y="1505"/>
                    <a:pt x="310" y="3631"/>
                  </a:cubicBezTo>
                  <a:cubicBezTo>
                    <a:pt x="310" y="4694"/>
                    <a:pt x="310" y="5402"/>
                    <a:pt x="7062" y="11779"/>
                  </a:cubicBezTo>
                  <a:cubicBezTo>
                    <a:pt x="41889" y="46852"/>
                    <a:pt x="62146" y="103181"/>
                    <a:pt x="62146" y="177224"/>
                  </a:cubicBezTo>
                  <a:cubicBezTo>
                    <a:pt x="62146" y="237804"/>
                    <a:pt x="48997" y="300156"/>
                    <a:pt x="4930" y="344794"/>
                  </a:cubicBezTo>
                  <a:cubicBezTo>
                    <a:pt x="310" y="349046"/>
                    <a:pt x="310" y="349754"/>
                    <a:pt x="310" y="350817"/>
                  </a:cubicBezTo>
                  <a:cubicBezTo>
                    <a:pt x="310" y="352943"/>
                    <a:pt x="1731" y="354360"/>
                    <a:pt x="3864" y="354360"/>
                  </a:cubicBezTo>
                  <a:cubicBezTo>
                    <a:pt x="7417" y="354360"/>
                    <a:pt x="39402" y="330269"/>
                    <a:pt x="60369" y="285277"/>
                  </a:cubicBezTo>
                  <a:cubicBezTo>
                    <a:pt x="78493" y="246307"/>
                    <a:pt x="82758" y="206983"/>
                    <a:pt x="82758" y="177224"/>
                  </a:cubicBezTo>
                  <a:close/>
                </a:path>
              </a:pathLst>
            </a:custGeom>
            <a:solidFill>
              <a:srgbClr val="FFFF00"/>
            </a:solidFill>
            <a:ln w="35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003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5E53-89F9-3A0D-2DF3-639F3DDC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7444-DABD-DF91-270D-571F93B0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22AA9-810D-C3FD-F18B-8F4A257FA6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3249" y="955924"/>
                <a:ext cx="10207236" cy="5262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note that by halving the sampling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the accuracy of the numerical derivative doubles for both Forward and Backward formula.</a:t>
                </a:r>
              </a:p>
              <a:p>
                <a:r>
                  <a:rPr lang="en-US" dirty="0"/>
                  <a:t>Now, we consider both Taylor expansions: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22AA9-810D-C3FD-F18B-8F4A257FA6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3249" y="955924"/>
                <a:ext cx="10207236" cy="5262563"/>
              </a:xfrm>
              <a:blipFill>
                <a:blip r:embed="rId48"/>
                <a:stretch>
                  <a:fillRect l="-1075" t="-1970" r="-1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E5E145-259F-E5F0-7BDB-93995A85F9F4}"/>
              </a:ext>
            </a:extLst>
          </p:cNvPr>
          <p:cNvSpPr/>
          <p:nvPr/>
        </p:nvSpPr>
        <p:spPr>
          <a:xfrm>
            <a:off x="3875809" y="5338303"/>
            <a:ext cx="4364182" cy="1009896"/>
          </a:xfrm>
          <a:prstGeom prst="roundRect">
            <a:avLst/>
          </a:prstGeom>
          <a:solidFill>
            <a:srgbClr val="64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0974C-5CD7-4474-99FB-EBF04FEB8A20}"/>
              </a:ext>
            </a:extLst>
          </p:cNvPr>
          <p:cNvSpPr txBox="1"/>
          <p:nvPr/>
        </p:nvSpPr>
        <p:spPr>
          <a:xfrm>
            <a:off x="1528997" y="179882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Basic Concept: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39E8A1-71F2-0600-AC30-89AB79A771B7}"/>
                  </a:ext>
                </a:extLst>
              </p:cNvPr>
              <p:cNvSpPr txBox="1"/>
              <p:nvPr/>
            </p:nvSpPr>
            <p:spPr>
              <a:xfrm>
                <a:off x="1325564" y="2582740"/>
                <a:ext cx="10682605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 …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39E8A1-71F2-0600-AC30-89AB79A77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564" y="2582740"/>
                <a:ext cx="10682605" cy="181588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D6B332-CD84-217D-37DD-8BBFFF1BA4DC}"/>
                  </a:ext>
                </a:extLst>
              </p:cNvPr>
              <p:cNvSpPr txBox="1"/>
              <p:nvPr/>
            </p:nvSpPr>
            <p:spPr>
              <a:xfrm>
                <a:off x="2152674" y="4398622"/>
                <a:ext cx="9350062" cy="1879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8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            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;        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D6B332-CD84-217D-37DD-8BBFFF1B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74" y="4398622"/>
                <a:ext cx="9350062" cy="187936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Newton's Centeral Difference}&#10;\end{align*}&#10;}&#10;\end{document}" title="IguanaTex Shape Display">
            <a:extLst>
              <a:ext uri="{FF2B5EF4-FFF2-40B4-BE49-F238E27FC236}">
                <a16:creationId xmlns:a16="http://schemas.microsoft.com/office/drawing/2014/main" id="{5B4A4184-2695-108E-22A8-F1164E97751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87617" y="6543493"/>
            <a:ext cx="3616766" cy="269249"/>
            <a:chOff x="7874497" y="4914494"/>
            <a:chExt cx="3616766" cy="26924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A08A000-1A74-C534-E21F-C5A3BA015E9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874497" y="4923570"/>
              <a:ext cx="226945" cy="202087"/>
            </a:xfrm>
            <a:custGeom>
              <a:avLst/>
              <a:gdLst>
                <a:gd name="connsiteX0" fmla="*/ 227120 w 226945"/>
                <a:gd name="connsiteY0" fmla="*/ 85 h 202087"/>
                <a:gd name="connsiteX1" fmla="*/ 166662 w 226945"/>
                <a:gd name="connsiteY1" fmla="*/ 85 h 202087"/>
                <a:gd name="connsiteX2" fmla="*/ 166662 w 226945"/>
                <a:gd name="connsiteY2" fmla="*/ 4925 h 202087"/>
                <a:gd name="connsiteX3" fmla="*/ 187928 w 226945"/>
                <a:gd name="connsiteY3" fmla="*/ 20354 h 202087"/>
                <a:gd name="connsiteX4" fmla="*/ 185194 w 226945"/>
                <a:gd name="connsiteY4" fmla="*/ 33665 h 202087"/>
                <a:gd name="connsiteX5" fmla="*/ 184586 w 226945"/>
                <a:gd name="connsiteY5" fmla="*/ 36085 h 202087"/>
                <a:gd name="connsiteX6" fmla="*/ 153598 w 226945"/>
                <a:gd name="connsiteY6" fmla="*/ 151046 h 202087"/>
                <a:gd name="connsiteX7" fmla="*/ 90406 w 226945"/>
                <a:gd name="connsiteY7" fmla="*/ 85 h 202087"/>
                <a:gd name="connsiteX8" fmla="*/ 41492 w 226945"/>
                <a:gd name="connsiteY8" fmla="*/ 85 h 202087"/>
                <a:gd name="connsiteX9" fmla="*/ 41492 w 226945"/>
                <a:gd name="connsiteY9" fmla="*/ 4925 h 202087"/>
                <a:gd name="connsiteX10" fmla="*/ 67620 w 226945"/>
                <a:gd name="connsiteY10" fmla="*/ 21867 h 202087"/>
                <a:gd name="connsiteX11" fmla="*/ 31467 w 226945"/>
                <a:gd name="connsiteY11" fmla="*/ 148020 h 202087"/>
                <a:gd name="connsiteX12" fmla="*/ 174 w 226945"/>
                <a:gd name="connsiteY12" fmla="*/ 192794 h 202087"/>
                <a:gd name="connsiteX13" fmla="*/ 174 w 226945"/>
                <a:gd name="connsiteY13" fmla="*/ 197635 h 202087"/>
                <a:gd name="connsiteX14" fmla="*/ 60329 w 226945"/>
                <a:gd name="connsiteY14" fmla="*/ 197635 h 202087"/>
                <a:gd name="connsiteX15" fmla="*/ 60329 w 226945"/>
                <a:gd name="connsiteY15" fmla="*/ 192794 h 202087"/>
                <a:gd name="connsiteX16" fmla="*/ 39062 w 226945"/>
                <a:gd name="connsiteY16" fmla="*/ 179786 h 202087"/>
                <a:gd name="connsiteX17" fmla="*/ 41796 w 226945"/>
                <a:gd name="connsiteY17" fmla="*/ 163449 h 202087"/>
                <a:gd name="connsiteX18" fmla="*/ 76430 w 226945"/>
                <a:gd name="connsiteY18" fmla="*/ 35783 h 202087"/>
                <a:gd name="connsiteX19" fmla="*/ 146306 w 226945"/>
                <a:gd name="connsiteY19" fmla="*/ 202173 h 202087"/>
                <a:gd name="connsiteX20" fmla="*/ 151775 w 226945"/>
                <a:gd name="connsiteY20" fmla="*/ 202173 h 202087"/>
                <a:gd name="connsiteX21" fmla="*/ 195523 w 226945"/>
                <a:gd name="connsiteY21" fmla="*/ 50002 h 202087"/>
                <a:gd name="connsiteX22" fmla="*/ 227120 w 226945"/>
                <a:gd name="connsiteY22" fmla="*/ 4925 h 202087"/>
                <a:gd name="connsiteX23" fmla="*/ 227120 w 226945"/>
                <a:gd name="connsiteY23" fmla="*/ 85 h 20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945" h="202087">
                  <a:moveTo>
                    <a:pt x="227120" y="85"/>
                  </a:moveTo>
                  <a:lnTo>
                    <a:pt x="166662" y="85"/>
                  </a:lnTo>
                  <a:lnTo>
                    <a:pt x="166662" y="4925"/>
                  </a:lnTo>
                  <a:cubicBezTo>
                    <a:pt x="183979" y="6438"/>
                    <a:pt x="187928" y="9463"/>
                    <a:pt x="187928" y="20354"/>
                  </a:cubicBezTo>
                  <a:cubicBezTo>
                    <a:pt x="187928" y="23984"/>
                    <a:pt x="187321" y="27615"/>
                    <a:pt x="185194" y="33665"/>
                  </a:cubicBezTo>
                  <a:cubicBezTo>
                    <a:pt x="184890" y="34573"/>
                    <a:pt x="184586" y="35783"/>
                    <a:pt x="184586" y="36085"/>
                  </a:cubicBezTo>
                  <a:lnTo>
                    <a:pt x="153598" y="151046"/>
                  </a:lnTo>
                  <a:lnTo>
                    <a:pt x="90406" y="85"/>
                  </a:lnTo>
                  <a:lnTo>
                    <a:pt x="41492" y="85"/>
                  </a:lnTo>
                  <a:lnTo>
                    <a:pt x="41492" y="4925"/>
                  </a:lnTo>
                  <a:cubicBezTo>
                    <a:pt x="55771" y="6135"/>
                    <a:pt x="62151" y="10068"/>
                    <a:pt x="67620" y="21867"/>
                  </a:cubicBezTo>
                  <a:lnTo>
                    <a:pt x="31467" y="148020"/>
                  </a:lnTo>
                  <a:cubicBezTo>
                    <a:pt x="19922" y="186744"/>
                    <a:pt x="17492" y="190374"/>
                    <a:pt x="174" y="192794"/>
                  </a:cubicBezTo>
                  <a:lnTo>
                    <a:pt x="174" y="197635"/>
                  </a:lnTo>
                  <a:lnTo>
                    <a:pt x="60329" y="197635"/>
                  </a:lnTo>
                  <a:lnTo>
                    <a:pt x="60329" y="192794"/>
                  </a:lnTo>
                  <a:cubicBezTo>
                    <a:pt x="44834" y="191584"/>
                    <a:pt x="39062" y="188256"/>
                    <a:pt x="39062" y="179786"/>
                  </a:cubicBezTo>
                  <a:cubicBezTo>
                    <a:pt x="39062" y="175853"/>
                    <a:pt x="39973" y="169802"/>
                    <a:pt x="41796" y="163449"/>
                  </a:cubicBezTo>
                  <a:lnTo>
                    <a:pt x="76430" y="35783"/>
                  </a:lnTo>
                  <a:lnTo>
                    <a:pt x="146306" y="202173"/>
                  </a:lnTo>
                  <a:lnTo>
                    <a:pt x="151775" y="202173"/>
                  </a:lnTo>
                  <a:lnTo>
                    <a:pt x="195523" y="50002"/>
                  </a:lnTo>
                  <a:cubicBezTo>
                    <a:pt x="206764" y="10976"/>
                    <a:pt x="207980" y="9160"/>
                    <a:pt x="227120" y="4925"/>
                  </a:cubicBezTo>
                  <a:lnTo>
                    <a:pt x="227120" y="85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C6786CC-9EF0-1B12-44B6-960D489C4D7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093389" y="4987706"/>
              <a:ext cx="115751" cy="136742"/>
            </a:xfrm>
            <a:custGeom>
              <a:avLst/>
              <a:gdLst>
                <a:gd name="connsiteX0" fmla="*/ 99527 w 115751"/>
                <a:gd name="connsiteY0" fmla="*/ 100524 h 136742"/>
                <a:gd name="connsiteX1" fmla="*/ 55170 w 115751"/>
                <a:gd name="connsiteY1" fmla="*/ 123213 h 136742"/>
                <a:gd name="connsiteX2" fmla="*/ 26612 w 115751"/>
                <a:gd name="connsiteY2" fmla="*/ 95986 h 136742"/>
                <a:gd name="connsiteX3" fmla="*/ 29651 w 115751"/>
                <a:gd name="connsiteY3" fmla="*/ 77229 h 136742"/>
                <a:gd name="connsiteX4" fmla="*/ 38157 w 115751"/>
                <a:gd name="connsiteY4" fmla="*/ 76019 h 136742"/>
                <a:gd name="connsiteX5" fmla="*/ 115932 w 115751"/>
                <a:gd name="connsiteY5" fmla="*/ 20656 h 136742"/>
                <a:gd name="connsiteX6" fmla="*/ 91628 w 115751"/>
                <a:gd name="connsiteY6" fmla="*/ 85 h 136742"/>
                <a:gd name="connsiteX7" fmla="*/ 181 w 115751"/>
                <a:gd name="connsiteY7" fmla="*/ 95381 h 136742"/>
                <a:gd name="connsiteX8" fmla="*/ 40284 w 115751"/>
                <a:gd name="connsiteY8" fmla="*/ 136827 h 136742"/>
                <a:gd name="connsiteX9" fmla="*/ 103172 w 115751"/>
                <a:gd name="connsiteY9" fmla="*/ 104154 h 136742"/>
                <a:gd name="connsiteX10" fmla="*/ 99527 w 115751"/>
                <a:gd name="connsiteY10" fmla="*/ 100524 h 136742"/>
                <a:gd name="connsiteX11" fmla="*/ 36942 w 115751"/>
                <a:gd name="connsiteY11" fmla="*/ 57262 h 136742"/>
                <a:gd name="connsiteX12" fmla="*/ 85248 w 115751"/>
                <a:gd name="connsiteY12" fmla="*/ 7043 h 136742"/>
                <a:gd name="connsiteX13" fmla="*/ 95881 w 115751"/>
                <a:gd name="connsiteY13" fmla="*/ 18841 h 136742"/>
                <a:gd name="connsiteX14" fmla="*/ 80690 w 115751"/>
                <a:gd name="connsiteY14" fmla="*/ 48186 h 136742"/>
                <a:gd name="connsiteX15" fmla="*/ 31777 w 115751"/>
                <a:gd name="connsiteY15" fmla="*/ 70573 h 136742"/>
                <a:gd name="connsiteX16" fmla="*/ 36942 w 115751"/>
                <a:gd name="connsiteY16" fmla="*/ 5726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51" h="136742">
                  <a:moveTo>
                    <a:pt x="99527" y="100524"/>
                  </a:moveTo>
                  <a:cubicBezTo>
                    <a:pt x="77652" y="118373"/>
                    <a:pt x="68234" y="123213"/>
                    <a:pt x="55170" y="123213"/>
                  </a:cubicBezTo>
                  <a:cubicBezTo>
                    <a:pt x="37853" y="123213"/>
                    <a:pt x="26612" y="112322"/>
                    <a:pt x="26612" y="95986"/>
                  </a:cubicBezTo>
                  <a:cubicBezTo>
                    <a:pt x="26612" y="91448"/>
                    <a:pt x="27220" y="86910"/>
                    <a:pt x="29651" y="77229"/>
                  </a:cubicBezTo>
                  <a:lnTo>
                    <a:pt x="38157" y="76019"/>
                  </a:lnTo>
                  <a:cubicBezTo>
                    <a:pt x="83729" y="69666"/>
                    <a:pt x="115932" y="46674"/>
                    <a:pt x="115932" y="20656"/>
                  </a:cubicBezTo>
                  <a:cubicBezTo>
                    <a:pt x="115932" y="7950"/>
                    <a:pt x="106818" y="85"/>
                    <a:pt x="91628" y="85"/>
                  </a:cubicBezTo>
                  <a:cubicBezTo>
                    <a:pt x="47879" y="85"/>
                    <a:pt x="181" y="50002"/>
                    <a:pt x="181" y="95381"/>
                  </a:cubicBezTo>
                  <a:cubicBezTo>
                    <a:pt x="181" y="119885"/>
                    <a:pt x="16587" y="136827"/>
                    <a:pt x="40284" y="136827"/>
                  </a:cubicBezTo>
                  <a:cubicBezTo>
                    <a:pt x="61854" y="136827"/>
                    <a:pt x="85248" y="124423"/>
                    <a:pt x="103172" y="104154"/>
                  </a:cubicBezTo>
                  <a:lnTo>
                    <a:pt x="99527" y="100524"/>
                  </a:lnTo>
                  <a:close/>
                  <a:moveTo>
                    <a:pt x="36942" y="57262"/>
                  </a:moveTo>
                  <a:cubicBezTo>
                    <a:pt x="47271" y="30337"/>
                    <a:pt x="69753" y="7043"/>
                    <a:pt x="85248" y="7043"/>
                  </a:cubicBezTo>
                  <a:cubicBezTo>
                    <a:pt x="91628" y="7043"/>
                    <a:pt x="95881" y="11883"/>
                    <a:pt x="95881" y="18841"/>
                  </a:cubicBezTo>
                  <a:cubicBezTo>
                    <a:pt x="95881" y="28220"/>
                    <a:pt x="90108" y="39111"/>
                    <a:pt x="80690" y="48186"/>
                  </a:cubicBezTo>
                  <a:cubicBezTo>
                    <a:pt x="69450" y="58775"/>
                    <a:pt x="57905" y="64220"/>
                    <a:pt x="31777" y="70573"/>
                  </a:cubicBezTo>
                  <a:lnTo>
                    <a:pt x="36942" y="57262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47A594D-82CC-0876-3175-62711B3A5D5A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219656" y="4987706"/>
              <a:ext cx="192007" cy="138859"/>
            </a:xfrm>
            <a:custGeom>
              <a:avLst/>
              <a:gdLst>
                <a:gd name="connsiteX0" fmla="*/ 185 w 192007"/>
                <a:gd name="connsiteY0" fmla="*/ 11278 h 138859"/>
                <a:gd name="connsiteX1" fmla="*/ 6262 w 192007"/>
                <a:gd name="connsiteY1" fmla="*/ 11278 h 138859"/>
                <a:gd name="connsiteX2" fmla="*/ 8996 w 192007"/>
                <a:gd name="connsiteY2" fmla="*/ 10976 h 138859"/>
                <a:gd name="connsiteX3" fmla="*/ 22667 w 192007"/>
                <a:gd name="connsiteY3" fmla="*/ 24892 h 138859"/>
                <a:gd name="connsiteX4" fmla="*/ 30870 w 192007"/>
                <a:gd name="connsiteY4" fmla="*/ 98103 h 138859"/>
                <a:gd name="connsiteX5" fmla="*/ 32085 w 192007"/>
                <a:gd name="connsiteY5" fmla="*/ 124726 h 138859"/>
                <a:gd name="connsiteX6" fmla="*/ 36035 w 192007"/>
                <a:gd name="connsiteY6" fmla="*/ 138944 h 138859"/>
                <a:gd name="connsiteX7" fmla="*/ 55479 w 192007"/>
                <a:gd name="connsiteY7" fmla="*/ 110507 h 138859"/>
                <a:gd name="connsiteX8" fmla="*/ 72188 w 192007"/>
                <a:gd name="connsiteY8" fmla="*/ 80557 h 138859"/>
                <a:gd name="connsiteX9" fmla="*/ 99227 w 192007"/>
                <a:gd name="connsiteY9" fmla="*/ 33363 h 138859"/>
                <a:gd name="connsiteX10" fmla="*/ 108037 w 192007"/>
                <a:gd name="connsiteY10" fmla="*/ 129869 h 138859"/>
                <a:gd name="connsiteX11" fmla="*/ 111379 w 192007"/>
                <a:gd name="connsiteY11" fmla="*/ 138944 h 138859"/>
                <a:gd name="connsiteX12" fmla="*/ 125051 w 192007"/>
                <a:gd name="connsiteY12" fmla="*/ 125936 h 138859"/>
                <a:gd name="connsiteX13" fmla="*/ 127785 w 192007"/>
                <a:gd name="connsiteY13" fmla="*/ 122608 h 138859"/>
                <a:gd name="connsiteX14" fmla="*/ 192192 w 192007"/>
                <a:gd name="connsiteY14" fmla="*/ 15816 h 138859"/>
                <a:gd name="connsiteX15" fmla="*/ 176394 w 192007"/>
                <a:gd name="connsiteY15" fmla="*/ 85 h 138859"/>
                <a:gd name="connsiteX16" fmla="*/ 164546 w 192007"/>
                <a:gd name="connsiteY16" fmla="*/ 10371 h 138859"/>
                <a:gd name="connsiteX17" fmla="*/ 170926 w 192007"/>
                <a:gd name="connsiteY17" fmla="*/ 21262 h 138859"/>
                <a:gd name="connsiteX18" fmla="*/ 177610 w 192007"/>
                <a:gd name="connsiteY18" fmla="*/ 32455 h 138859"/>
                <a:gd name="connsiteX19" fmla="*/ 127481 w 192007"/>
                <a:gd name="connsiteY19" fmla="*/ 111112 h 138859"/>
                <a:gd name="connsiteX20" fmla="*/ 117759 w 192007"/>
                <a:gd name="connsiteY20" fmla="*/ 4623 h 138859"/>
                <a:gd name="connsiteX21" fmla="*/ 115329 w 192007"/>
                <a:gd name="connsiteY21" fmla="*/ 387 h 138859"/>
                <a:gd name="connsiteX22" fmla="*/ 111379 w 192007"/>
                <a:gd name="connsiteY22" fmla="*/ 3412 h 138859"/>
                <a:gd name="connsiteX23" fmla="*/ 53048 w 192007"/>
                <a:gd name="connsiteY23" fmla="*/ 95381 h 138859"/>
                <a:gd name="connsiteX24" fmla="*/ 45453 w 192007"/>
                <a:gd name="connsiteY24" fmla="*/ 21262 h 138859"/>
                <a:gd name="connsiteX25" fmla="*/ 37858 w 192007"/>
                <a:gd name="connsiteY25" fmla="*/ 85 h 138859"/>
                <a:gd name="connsiteX26" fmla="*/ 28743 w 192007"/>
                <a:gd name="connsiteY26" fmla="*/ 2202 h 138859"/>
                <a:gd name="connsiteX27" fmla="*/ 8084 w 192007"/>
                <a:gd name="connsiteY27" fmla="*/ 6135 h 138859"/>
                <a:gd name="connsiteX28" fmla="*/ 185 w 192007"/>
                <a:gd name="connsiteY28" fmla="*/ 7345 h 138859"/>
                <a:gd name="connsiteX29" fmla="*/ 185 w 192007"/>
                <a:gd name="connsiteY29" fmla="*/ 11278 h 138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92007" h="138859">
                  <a:moveTo>
                    <a:pt x="185" y="11278"/>
                  </a:moveTo>
                  <a:lnTo>
                    <a:pt x="6262" y="11278"/>
                  </a:lnTo>
                  <a:cubicBezTo>
                    <a:pt x="6565" y="11278"/>
                    <a:pt x="7477" y="11278"/>
                    <a:pt x="8996" y="10976"/>
                  </a:cubicBezTo>
                  <a:cubicBezTo>
                    <a:pt x="17502" y="10371"/>
                    <a:pt x="20541" y="13396"/>
                    <a:pt x="22667" y="24892"/>
                  </a:cubicBezTo>
                  <a:cubicBezTo>
                    <a:pt x="26313" y="42136"/>
                    <a:pt x="29959" y="74204"/>
                    <a:pt x="30870" y="98103"/>
                  </a:cubicBezTo>
                  <a:lnTo>
                    <a:pt x="32085" y="124726"/>
                  </a:lnTo>
                  <a:cubicBezTo>
                    <a:pt x="32693" y="136524"/>
                    <a:pt x="33301" y="138944"/>
                    <a:pt x="36035" y="138944"/>
                  </a:cubicBezTo>
                  <a:cubicBezTo>
                    <a:pt x="39377" y="138944"/>
                    <a:pt x="44541" y="131381"/>
                    <a:pt x="55479" y="110507"/>
                  </a:cubicBezTo>
                  <a:cubicBezTo>
                    <a:pt x="56998" y="107179"/>
                    <a:pt x="63074" y="96591"/>
                    <a:pt x="72188" y="80557"/>
                  </a:cubicBezTo>
                  <a:lnTo>
                    <a:pt x="99227" y="33363"/>
                  </a:lnTo>
                  <a:lnTo>
                    <a:pt x="108037" y="129869"/>
                  </a:lnTo>
                  <a:cubicBezTo>
                    <a:pt x="108645" y="138037"/>
                    <a:pt x="109253" y="138944"/>
                    <a:pt x="111379" y="138944"/>
                  </a:cubicBezTo>
                  <a:cubicBezTo>
                    <a:pt x="113810" y="138944"/>
                    <a:pt x="116848" y="135919"/>
                    <a:pt x="125051" y="125936"/>
                  </a:cubicBezTo>
                  <a:cubicBezTo>
                    <a:pt x="125355" y="125633"/>
                    <a:pt x="126570" y="124121"/>
                    <a:pt x="127785" y="122608"/>
                  </a:cubicBezTo>
                  <a:cubicBezTo>
                    <a:pt x="169103" y="73296"/>
                    <a:pt x="192192" y="35178"/>
                    <a:pt x="192192" y="15816"/>
                  </a:cubicBezTo>
                  <a:cubicBezTo>
                    <a:pt x="192192" y="6740"/>
                    <a:pt x="185509" y="85"/>
                    <a:pt x="176394" y="85"/>
                  </a:cubicBezTo>
                  <a:cubicBezTo>
                    <a:pt x="169103" y="85"/>
                    <a:pt x="164546" y="4018"/>
                    <a:pt x="164546" y="10371"/>
                  </a:cubicBezTo>
                  <a:cubicBezTo>
                    <a:pt x="164546" y="14303"/>
                    <a:pt x="166065" y="16724"/>
                    <a:pt x="170926" y="21262"/>
                  </a:cubicBezTo>
                  <a:cubicBezTo>
                    <a:pt x="175787" y="25799"/>
                    <a:pt x="177610" y="28825"/>
                    <a:pt x="177610" y="32455"/>
                  </a:cubicBezTo>
                  <a:cubicBezTo>
                    <a:pt x="177610" y="45464"/>
                    <a:pt x="167280" y="61800"/>
                    <a:pt x="127481" y="111112"/>
                  </a:cubicBezTo>
                  <a:lnTo>
                    <a:pt x="117759" y="4623"/>
                  </a:lnTo>
                  <a:cubicBezTo>
                    <a:pt x="117759" y="1295"/>
                    <a:pt x="117152" y="387"/>
                    <a:pt x="115329" y="387"/>
                  </a:cubicBezTo>
                  <a:cubicBezTo>
                    <a:pt x="113810" y="387"/>
                    <a:pt x="112898" y="992"/>
                    <a:pt x="111379" y="3412"/>
                  </a:cubicBezTo>
                  <a:lnTo>
                    <a:pt x="53048" y="95381"/>
                  </a:lnTo>
                  <a:cubicBezTo>
                    <a:pt x="52137" y="74204"/>
                    <a:pt x="48795" y="42438"/>
                    <a:pt x="45453" y="21262"/>
                  </a:cubicBezTo>
                  <a:cubicBezTo>
                    <a:pt x="42111" y="2505"/>
                    <a:pt x="41503" y="85"/>
                    <a:pt x="37858" y="85"/>
                  </a:cubicBezTo>
                  <a:cubicBezTo>
                    <a:pt x="36035" y="85"/>
                    <a:pt x="32693" y="992"/>
                    <a:pt x="28743" y="2202"/>
                  </a:cubicBezTo>
                  <a:cubicBezTo>
                    <a:pt x="25402" y="3412"/>
                    <a:pt x="18110" y="4623"/>
                    <a:pt x="8084" y="6135"/>
                  </a:cubicBezTo>
                  <a:cubicBezTo>
                    <a:pt x="6869" y="6135"/>
                    <a:pt x="3831" y="6740"/>
                    <a:pt x="185" y="7345"/>
                  </a:cubicBezTo>
                  <a:lnTo>
                    <a:pt x="185" y="11278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8DFF471-3B78-9D19-5663-DC4CA383AA78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429434" y="4955941"/>
              <a:ext cx="78686" cy="168507"/>
            </a:xfrm>
            <a:custGeom>
              <a:avLst/>
              <a:gdLst>
                <a:gd name="connsiteX0" fmla="*/ 78878 w 78686"/>
                <a:gd name="connsiteY0" fmla="*/ 35783 h 168507"/>
                <a:gd name="connsiteX1" fmla="*/ 54574 w 78686"/>
                <a:gd name="connsiteY1" fmla="*/ 35783 h 168507"/>
                <a:gd name="connsiteX2" fmla="*/ 63080 w 78686"/>
                <a:gd name="connsiteY2" fmla="*/ 4623 h 168507"/>
                <a:gd name="connsiteX3" fmla="*/ 63384 w 78686"/>
                <a:gd name="connsiteY3" fmla="*/ 3110 h 168507"/>
                <a:gd name="connsiteX4" fmla="*/ 60954 w 78686"/>
                <a:gd name="connsiteY4" fmla="*/ 85 h 168507"/>
                <a:gd name="connsiteX5" fmla="*/ 56397 w 78686"/>
                <a:gd name="connsiteY5" fmla="*/ 2807 h 168507"/>
                <a:gd name="connsiteX6" fmla="*/ 15990 w 78686"/>
                <a:gd name="connsiteY6" fmla="*/ 36085 h 168507"/>
                <a:gd name="connsiteX7" fmla="*/ 6268 w 78686"/>
                <a:gd name="connsiteY7" fmla="*/ 43649 h 168507"/>
                <a:gd name="connsiteX8" fmla="*/ 6572 w 78686"/>
                <a:gd name="connsiteY8" fmla="*/ 45464 h 168507"/>
                <a:gd name="connsiteX9" fmla="*/ 29054 w 78686"/>
                <a:gd name="connsiteY9" fmla="*/ 45464 h 168507"/>
                <a:gd name="connsiteX10" fmla="*/ 7180 w 78686"/>
                <a:gd name="connsiteY10" fmla="*/ 128659 h 168507"/>
                <a:gd name="connsiteX11" fmla="*/ 5357 w 78686"/>
                <a:gd name="connsiteY11" fmla="*/ 135012 h 168507"/>
                <a:gd name="connsiteX12" fmla="*/ 192 w 78686"/>
                <a:gd name="connsiteY12" fmla="*/ 157096 h 168507"/>
                <a:gd name="connsiteX13" fmla="*/ 14775 w 78686"/>
                <a:gd name="connsiteY13" fmla="*/ 168592 h 168507"/>
                <a:gd name="connsiteX14" fmla="*/ 57916 w 78686"/>
                <a:gd name="connsiteY14" fmla="*/ 131986 h 168507"/>
                <a:gd name="connsiteX15" fmla="*/ 53966 w 78686"/>
                <a:gd name="connsiteY15" fmla="*/ 129869 h 168507"/>
                <a:gd name="connsiteX16" fmla="*/ 29358 w 78686"/>
                <a:gd name="connsiteY16" fmla="*/ 153768 h 168507"/>
                <a:gd name="connsiteX17" fmla="*/ 24801 w 78686"/>
                <a:gd name="connsiteY17" fmla="*/ 147718 h 168507"/>
                <a:gd name="connsiteX18" fmla="*/ 25104 w 78686"/>
                <a:gd name="connsiteY18" fmla="*/ 146205 h 168507"/>
                <a:gd name="connsiteX19" fmla="*/ 51840 w 78686"/>
                <a:gd name="connsiteY19" fmla="*/ 45464 h 168507"/>
                <a:gd name="connsiteX20" fmla="*/ 77359 w 78686"/>
                <a:gd name="connsiteY20" fmla="*/ 45464 h 168507"/>
                <a:gd name="connsiteX21" fmla="*/ 78878 w 78686"/>
                <a:gd name="connsiteY21" fmla="*/ 35783 h 16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686" h="168507">
                  <a:moveTo>
                    <a:pt x="78878" y="35783"/>
                  </a:moveTo>
                  <a:lnTo>
                    <a:pt x="54574" y="35783"/>
                  </a:lnTo>
                  <a:lnTo>
                    <a:pt x="63080" y="4623"/>
                  </a:lnTo>
                  <a:cubicBezTo>
                    <a:pt x="63384" y="4018"/>
                    <a:pt x="63384" y="3412"/>
                    <a:pt x="63384" y="3110"/>
                  </a:cubicBezTo>
                  <a:cubicBezTo>
                    <a:pt x="63384" y="992"/>
                    <a:pt x="62473" y="85"/>
                    <a:pt x="60954" y="85"/>
                  </a:cubicBezTo>
                  <a:cubicBezTo>
                    <a:pt x="59131" y="85"/>
                    <a:pt x="58219" y="387"/>
                    <a:pt x="56397" y="2807"/>
                  </a:cubicBezTo>
                  <a:cubicBezTo>
                    <a:pt x="44548" y="18236"/>
                    <a:pt x="25712" y="33363"/>
                    <a:pt x="15990" y="36085"/>
                  </a:cubicBezTo>
                  <a:cubicBezTo>
                    <a:pt x="8395" y="38506"/>
                    <a:pt x="6268" y="40321"/>
                    <a:pt x="6268" y="43649"/>
                  </a:cubicBezTo>
                  <a:cubicBezTo>
                    <a:pt x="6268" y="43951"/>
                    <a:pt x="6268" y="44556"/>
                    <a:pt x="6572" y="45464"/>
                  </a:cubicBezTo>
                  <a:lnTo>
                    <a:pt x="29054" y="45464"/>
                  </a:lnTo>
                  <a:lnTo>
                    <a:pt x="7180" y="128659"/>
                  </a:lnTo>
                  <a:cubicBezTo>
                    <a:pt x="6572" y="131381"/>
                    <a:pt x="6268" y="132289"/>
                    <a:pt x="5357" y="135012"/>
                  </a:cubicBezTo>
                  <a:cubicBezTo>
                    <a:pt x="2622" y="144087"/>
                    <a:pt x="192" y="154676"/>
                    <a:pt x="192" y="157096"/>
                  </a:cubicBezTo>
                  <a:cubicBezTo>
                    <a:pt x="192" y="163752"/>
                    <a:pt x="6572" y="168592"/>
                    <a:pt x="14775" y="168592"/>
                  </a:cubicBezTo>
                  <a:cubicBezTo>
                    <a:pt x="28750" y="168592"/>
                    <a:pt x="38776" y="160121"/>
                    <a:pt x="57916" y="131986"/>
                  </a:cubicBezTo>
                  <a:lnTo>
                    <a:pt x="53966" y="129869"/>
                  </a:lnTo>
                  <a:cubicBezTo>
                    <a:pt x="39080" y="148928"/>
                    <a:pt x="34219" y="153768"/>
                    <a:pt x="29358" y="153768"/>
                  </a:cubicBezTo>
                  <a:cubicBezTo>
                    <a:pt x="26623" y="153768"/>
                    <a:pt x="24801" y="151348"/>
                    <a:pt x="24801" y="147718"/>
                  </a:cubicBezTo>
                  <a:cubicBezTo>
                    <a:pt x="24801" y="147415"/>
                    <a:pt x="24801" y="147113"/>
                    <a:pt x="25104" y="146205"/>
                  </a:cubicBezTo>
                  <a:lnTo>
                    <a:pt x="51840" y="45464"/>
                  </a:lnTo>
                  <a:lnTo>
                    <a:pt x="77359" y="45464"/>
                  </a:lnTo>
                  <a:lnTo>
                    <a:pt x="78878" y="3578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9A83752-D2EC-3B22-C50B-989A9958A09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511169" y="4987706"/>
              <a:ext cx="133979" cy="136742"/>
            </a:xfrm>
            <a:custGeom>
              <a:avLst/>
              <a:gdLst>
                <a:gd name="connsiteX0" fmla="*/ 90730 w 133979"/>
                <a:gd name="connsiteY0" fmla="*/ 85 h 136742"/>
                <a:gd name="connsiteX1" fmla="*/ 195 w 133979"/>
                <a:gd name="connsiteY1" fmla="*/ 94473 h 136742"/>
                <a:gd name="connsiteX2" fmla="*/ 44855 w 133979"/>
                <a:gd name="connsiteY2" fmla="*/ 136827 h 136742"/>
                <a:gd name="connsiteX3" fmla="*/ 101971 w 133979"/>
                <a:gd name="connsiteY3" fmla="*/ 110507 h 136742"/>
                <a:gd name="connsiteX4" fmla="*/ 134174 w 133979"/>
                <a:gd name="connsiteY4" fmla="*/ 42438 h 136742"/>
                <a:gd name="connsiteX5" fmla="*/ 90730 w 133979"/>
                <a:gd name="connsiteY5" fmla="*/ 85 h 136742"/>
                <a:gd name="connsiteX6" fmla="*/ 87084 w 133979"/>
                <a:gd name="connsiteY6" fmla="*/ 6438 h 136742"/>
                <a:gd name="connsiteX7" fmla="*/ 108655 w 133979"/>
                <a:gd name="connsiteY7" fmla="*/ 34875 h 136742"/>
                <a:gd name="connsiteX8" fmla="*/ 85261 w 133979"/>
                <a:gd name="connsiteY8" fmla="*/ 106877 h 136742"/>
                <a:gd name="connsiteX9" fmla="*/ 49412 w 133979"/>
                <a:gd name="connsiteY9" fmla="*/ 130474 h 136742"/>
                <a:gd name="connsiteX10" fmla="*/ 25715 w 133979"/>
                <a:gd name="connsiteY10" fmla="*/ 102944 h 136742"/>
                <a:gd name="connsiteX11" fmla="*/ 49412 w 133979"/>
                <a:gd name="connsiteY11" fmla="*/ 32455 h 136742"/>
                <a:gd name="connsiteX12" fmla="*/ 87084 w 133979"/>
                <a:gd name="connsiteY12" fmla="*/ 6438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979" h="136742">
                  <a:moveTo>
                    <a:pt x="90730" y="85"/>
                  </a:moveTo>
                  <a:cubicBezTo>
                    <a:pt x="45158" y="85"/>
                    <a:pt x="195" y="46976"/>
                    <a:pt x="195" y="94473"/>
                  </a:cubicBezTo>
                  <a:cubicBezTo>
                    <a:pt x="195" y="120490"/>
                    <a:pt x="17208" y="136827"/>
                    <a:pt x="44855" y="136827"/>
                  </a:cubicBezTo>
                  <a:cubicBezTo>
                    <a:pt x="64906" y="136827"/>
                    <a:pt x="84350" y="127751"/>
                    <a:pt x="101971" y="110507"/>
                  </a:cubicBezTo>
                  <a:cubicBezTo>
                    <a:pt x="122022" y="90843"/>
                    <a:pt x="134174" y="65128"/>
                    <a:pt x="134174" y="42438"/>
                  </a:cubicBezTo>
                  <a:cubicBezTo>
                    <a:pt x="134174" y="17329"/>
                    <a:pt x="116554" y="85"/>
                    <a:pt x="90730" y="85"/>
                  </a:cubicBezTo>
                  <a:close/>
                  <a:moveTo>
                    <a:pt x="87084" y="6438"/>
                  </a:moveTo>
                  <a:cubicBezTo>
                    <a:pt x="100148" y="6438"/>
                    <a:pt x="108655" y="17631"/>
                    <a:pt x="108655" y="34875"/>
                  </a:cubicBezTo>
                  <a:cubicBezTo>
                    <a:pt x="108655" y="56960"/>
                    <a:pt x="98629" y="87212"/>
                    <a:pt x="85261" y="106877"/>
                  </a:cubicBezTo>
                  <a:cubicBezTo>
                    <a:pt x="74020" y="122911"/>
                    <a:pt x="62476" y="130474"/>
                    <a:pt x="49412" y="130474"/>
                  </a:cubicBezTo>
                  <a:cubicBezTo>
                    <a:pt x="35133" y="130474"/>
                    <a:pt x="25715" y="119583"/>
                    <a:pt x="25715" y="102944"/>
                  </a:cubicBezTo>
                  <a:cubicBezTo>
                    <a:pt x="25715" y="80557"/>
                    <a:pt x="34525" y="53934"/>
                    <a:pt x="49412" y="32455"/>
                  </a:cubicBezTo>
                  <a:cubicBezTo>
                    <a:pt x="61260" y="15514"/>
                    <a:pt x="74020" y="6438"/>
                    <a:pt x="87084" y="6438"/>
                  </a:cubicBez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BCC9CC1-4434-3C39-DD64-E89F758E960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659693" y="4987706"/>
              <a:ext cx="139751" cy="136137"/>
            </a:xfrm>
            <a:custGeom>
              <a:avLst/>
              <a:gdLst>
                <a:gd name="connsiteX0" fmla="*/ 135698 w 139751"/>
                <a:gd name="connsiteY0" fmla="*/ 98103 h 136137"/>
                <a:gd name="connsiteX1" fmla="*/ 129318 w 139751"/>
                <a:gd name="connsiteY1" fmla="*/ 105969 h 136137"/>
                <a:gd name="connsiteX2" fmla="*/ 110786 w 139751"/>
                <a:gd name="connsiteY2" fmla="*/ 122003 h 136137"/>
                <a:gd name="connsiteX3" fmla="*/ 105925 w 139751"/>
                <a:gd name="connsiteY3" fmla="*/ 117163 h 136137"/>
                <a:gd name="connsiteX4" fmla="*/ 110179 w 139751"/>
                <a:gd name="connsiteY4" fmla="*/ 98103 h 136137"/>
                <a:gd name="connsiteX5" fmla="*/ 127496 w 139751"/>
                <a:gd name="connsiteY5" fmla="*/ 35783 h 136137"/>
                <a:gd name="connsiteX6" fmla="*/ 130230 w 139751"/>
                <a:gd name="connsiteY6" fmla="*/ 18539 h 136137"/>
                <a:gd name="connsiteX7" fmla="*/ 110179 w 139751"/>
                <a:gd name="connsiteY7" fmla="*/ 85 h 136137"/>
                <a:gd name="connsiteX8" fmla="*/ 40303 w 139751"/>
                <a:gd name="connsiteY8" fmla="*/ 66641 h 136137"/>
                <a:gd name="connsiteX9" fmla="*/ 60658 w 139751"/>
                <a:gd name="connsiteY9" fmla="*/ 690 h 136137"/>
                <a:gd name="connsiteX10" fmla="*/ 59746 w 139751"/>
                <a:gd name="connsiteY10" fmla="*/ 85 h 136137"/>
                <a:gd name="connsiteX11" fmla="*/ 10529 w 139751"/>
                <a:gd name="connsiteY11" fmla="*/ 9463 h 136137"/>
                <a:gd name="connsiteX12" fmla="*/ 10529 w 139751"/>
                <a:gd name="connsiteY12" fmla="*/ 14303 h 136137"/>
                <a:gd name="connsiteX13" fmla="*/ 29973 w 139751"/>
                <a:gd name="connsiteY13" fmla="*/ 22472 h 136137"/>
                <a:gd name="connsiteX14" fmla="*/ 29365 w 139751"/>
                <a:gd name="connsiteY14" fmla="*/ 27615 h 136137"/>
                <a:gd name="connsiteX15" fmla="*/ 200 w 139751"/>
                <a:gd name="connsiteY15" fmla="*/ 133499 h 136137"/>
                <a:gd name="connsiteX16" fmla="*/ 22985 w 139751"/>
                <a:gd name="connsiteY16" fmla="*/ 133499 h 136137"/>
                <a:gd name="connsiteX17" fmla="*/ 53366 w 139751"/>
                <a:gd name="connsiteY17" fmla="*/ 58472 h 136137"/>
                <a:gd name="connsiteX18" fmla="*/ 98330 w 139751"/>
                <a:gd name="connsiteY18" fmla="*/ 15514 h 136137"/>
                <a:gd name="connsiteX19" fmla="*/ 105621 w 139751"/>
                <a:gd name="connsiteY19" fmla="*/ 24287 h 136137"/>
                <a:gd name="connsiteX20" fmla="*/ 101368 w 139751"/>
                <a:gd name="connsiteY20" fmla="*/ 47279 h 136137"/>
                <a:gd name="connsiteX21" fmla="*/ 88000 w 139751"/>
                <a:gd name="connsiteY21" fmla="*/ 97196 h 136137"/>
                <a:gd name="connsiteX22" fmla="*/ 83140 w 139751"/>
                <a:gd name="connsiteY22" fmla="*/ 119885 h 136137"/>
                <a:gd name="connsiteX23" fmla="*/ 97419 w 139751"/>
                <a:gd name="connsiteY23" fmla="*/ 136222 h 136137"/>
                <a:gd name="connsiteX24" fmla="*/ 139952 w 139751"/>
                <a:gd name="connsiteY24" fmla="*/ 102036 h 136137"/>
                <a:gd name="connsiteX25" fmla="*/ 135698 w 139751"/>
                <a:gd name="connsiteY25" fmla="*/ 98103 h 1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751" h="136137">
                  <a:moveTo>
                    <a:pt x="135698" y="98103"/>
                  </a:moveTo>
                  <a:lnTo>
                    <a:pt x="129318" y="105969"/>
                  </a:lnTo>
                  <a:cubicBezTo>
                    <a:pt x="120508" y="117163"/>
                    <a:pt x="115039" y="122003"/>
                    <a:pt x="110786" y="122003"/>
                  </a:cubicBezTo>
                  <a:cubicBezTo>
                    <a:pt x="108356" y="122003"/>
                    <a:pt x="105925" y="119583"/>
                    <a:pt x="105925" y="117163"/>
                  </a:cubicBezTo>
                  <a:cubicBezTo>
                    <a:pt x="105925" y="115045"/>
                    <a:pt x="105925" y="115045"/>
                    <a:pt x="110179" y="98103"/>
                  </a:cubicBezTo>
                  <a:lnTo>
                    <a:pt x="127496" y="35783"/>
                  </a:lnTo>
                  <a:cubicBezTo>
                    <a:pt x="129015" y="29430"/>
                    <a:pt x="130230" y="22774"/>
                    <a:pt x="130230" y="18539"/>
                  </a:cubicBezTo>
                  <a:cubicBezTo>
                    <a:pt x="130230" y="7648"/>
                    <a:pt x="122027" y="85"/>
                    <a:pt x="110179" y="85"/>
                  </a:cubicBezTo>
                  <a:cubicBezTo>
                    <a:pt x="90735" y="85"/>
                    <a:pt x="71595" y="18236"/>
                    <a:pt x="40303" y="66641"/>
                  </a:cubicBezTo>
                  <a:lnTo>
                    <a:pt x="60658" y="690"/>
                  </a:lnTo>
                  <a:lnTo>
                    <a:pt x="59746" y="85"/>
                  </a:lnTo>
                  <a:cubicBezTo>
                    <a:pt x="43341" y="3412"/>
                    <a:pt x="36961" y="4623"/>
                    <a:pt x="10529" y="9463"/>
                  </a:cubicBezTo>
                  <a:lnTo>
                    <a:pt x="10529" y="14303"/>
                  </a:lnTo>
                  <a:cubicBezTo>
                    <a:pt x="26024" y="14606"/>
                    <a:pt x="29973" y="16421"/>
                    <a:pt x="29973" y="22472"/>
                  </a:cubicBezTo>
                  <a:cubicBezTo>
                    <a:pt x="29973" y="24287"/>
                    <a:pt x="29669" y="26102"/>
                    <a:pt x="29365" y="27615"/>
                  </a:cubicBezTo>
                  <a:lnTo>
                    <a:pt x="200" y="133499"/>
                  </a:lnTo>
                  <a:lnTo>
                    <a:pt x="22985" y="133499"/>
                  </a:lnTo>
                  <a:cubicBezTo>
                    <a:pt x="37264" y="85700"/>
                    <a:pt x="39999" y="79044"/>
                    <a:pt x="53366" y="58472"/>
                  </a:cubicBezTo>
                  <a:cubicBezTo>
                    <a:pt x="71595" y="30640"/>
                    <a:pt x="87089" y="15514"/>
                    <a:pt x="98330" y="15514"/>
                  </a:cubicBezTo>
                  <a:cubicBezTo>
                    <a:pt x="102887" y="15514"/>
                    <a:pt x="105621" y="18841"/>
                    <a:pt x="105621" y="24287"/>
                  </a:cubicBezTo>
                  <a:cubicBezTo>
                    <a:pt x="105621" y="27917"/>
                    <a:pt x="103799" y="37901"/>
                    <a:pt x="101368" y="47279"/>
                  </a:cubicBezTo>
                  <a:lnTo>
                    <a:pt x="88000" y="97196"/>
                  </a:lnTo>
                  <a:cubicBezTo>
                    <a:pt x="84051" y="112625"/>
                    <a:pt x="83140" y="116860"/>
                    <a:pt x="83140" y="119885"/>
                  </a:cubicBezTo>
                  <a:cubicBezTo>
                    <a:pt x="83140" y="131381"/>
                    <a:pt x="87393" y="136222"/>
                    <a:pt x="97419" y="136222"/>
                  </a:cubicBezTo>
                  <a:cubicBezTo>
                    <a:pt x="111090" y="136222"/>
                    <a:pt x="118989" y="129869"/>
                    <a:pt x="139952" y="102036"/>
                  </a:cubicBezTo>
                  <a:lnTo>
                    <a:pt x="135698" y="9810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DB1AA8E-277B-1F3A-C236-D0883710EE9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853789" y="4919637"/>
              <a:ext cx="42229" cy="69581"/>
            </a:xfrm>
            <a:custGeom>
              <a:avLst/>
              <a:gdLst>
                <a:gd name="connsiteX0" fmla="*/ 2939 w 42229"/>
                <a:gd name="connsiteY0" fmla="*/ 69666 h 69581"/>
                <a:gd name="connsiteX1" fmla="*/ 42434 w 42229"/>
                <a:gd name="connsiteY1" fmla="*/ 21564 h 69581"/>
                <a:gd name="connsiteX2" fmla="*/ 24813 w 42229"/>
                <a:gd name="connsiteY2" fmla="*/ 85 h 69581"/>
                <a:gd name="connsiteX3" fmla="*/ 9319 w 42229"/>
                <a:gd name="connsiteY3" fmla="*/ 14303 h 69581"/>
                <a:gd name="connsiteX4" fmla="*/ 16914 w 42229"/>
                <a:gd name="connsiteY4" fmla="*/ 27917 h 69581"/>
                <a:gd name="connsiteX5" fmla="*/ 22990 w 42229"/>
                <a:gd name="connsiteY5" fmla="*/ 37901 h 69581"/>
                <a:gd name="connsiteX6" fmla="*/ 205 w 42229"/>
                <a:gd name="connsiteY6" fmla="*/ 64523 h 69581"/>
                <a:gd name="connsiteX7" fmla="*/ 2939 w 42229"/>
                <a:gd name="connsiteY7" fmla="*/ 69666 h 69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9" h="69581">
                  <a:moveTo>
                    <a:pt x="2939" y="69666"/>
                  </a:moveTo>
                  <a:cubicBezTo>
                    <a:pt x="28459" y="55750"/>
                    <a:pt x="42434" y="38506"/>
                    <a:pt x="42434" y="21564"/>
                  </a:cubicBezTo>
                  <a:cubicBezTo>
                    <a:pt x="42434" y="9463"/>
                    <a:pt x="34839" y="85"/>
                    <a:pt x="24813" y="85"/>
                  </a:cubicBezTo>
                  <a:cubicBezTo>
                    <a:pt x="16003" y="85"/>
                    <a:pt x="9319" y="6135"/>
                    <a:pt x="9319" y="14303"/>
                  </a:cubicBezTo>
                  <a:cubicBezTo>
                    <a:pt x="9319" y="19446"/>
                    <a:pt x="11142" y="22774"/>
                    <a:pt x="16914" y="27917"/>
                  </a:cubicBezTo>
                  <a:cubicBezTo>
                    <a:pt x="21168" y="32153"/>
                    <a:pt x="22990" y="34875"/>
                    <a:pt x="22990" y="37901"/>
                  </a:cubicBezTo>
                  <a:cubicBezTo>
                    <a:pt x="22990" y="45766"/>
                    <a:pt x="16003" y="53934"/>
                    <a:pt x="205" y="64523"/>
                  </a:cubicBezTo>
                  <a:lnTo>
                    <a:pt x="2939" y="69666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8FD08D-BB7D-289F-472B-CBD2CFAEC03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902126" y="4987403"/>
              <a:ext cx="106333" cy="137649"/>
            </a:xfrm>
            <a:custGeom>
              <a:avLst/>
              <a:gdLst>
                <a:gd name="connsiteX0" fmla="*/ 6284 w 106333"/>
                <a:gd name="connsiteY0" fmla="*/ 89633 h 137649"/>
                <a:gd name="connsiteX1" fmla="*/ 208 w 106333"/>
                <a:gd name="connsiteY1" fmla="*/ 137734 h 137649"/>
                <a:gd name="connsiteX2" fmla="*/ 5069 w 106333"/>
                <a:gd name="connsiteY2" fmla="*/ 137734 h 137649"/>
                <a:gd name="connsiteX3" fmla="*/ 12360 w 106333"/>
                <a:gd name="connsiteY3" fmla="*/ 131381 h 137649"/>
                <a:gd name="connsiteX4" fmla="*/ 27247 w 106333"/>
                <a:gd name="connsiteY4" fmla="*/ 134104 h 137649"/>
                <a:gd name="connsiteX5" fmla="*/ 43956 w 106333"/>
                <a:gd name="connsiteY5" fmla="*/ 137129 h 137649"/>
                <a:gd name="connsiteX6" fmla="*/ 87705 w 106333"/>
                <a:gd name="connsiteY6" fmla="*/ 97801 h 137649"/>
                <a:gd name="connsiteX7" fmla="*/ 67046 w 106333"/>
                <a:gd name="connsiteY7" fmla="*/ 55447 h 137649"/>
                <a:gd name="connsiteX8" fmla="*/ 50640 w 106333"/>
                <a:gd name="connsiteY8" fmla="*/ 23682 h 137649"/>
                <a:gd name="connsiteX9" fmla="*/ 67653 w 106333"/>
                <a:gd name="connsiteY9" fmla="*/ 7345 h 137649"/>
                <a:gd name="connsiteX10" fmla="*/ 95604 w 106333"/>
                <a:gd name="connsiteY10" fmla="*/ 42136 h 137649"/>
                <a:gd name="connsiteX11" fmla="*/ 100465 w 106333"/>
                <a:gd name="connsiteY11" fmla="*/ 42136 h 137649"/>
                <a:gd name="connsiteX12" fmla="*/ 106541 w 106333"/>
                <a:gd name="connsiteY12" fmla="*/ 85 h 137649"/>
                <a:gd name="connsiteX13" fmla="*/ 102287 w 106333"/>
                <a:gd name="connsiteY13" fmla="*/ 85 h 137649"/>
                <a:gd name="connsiteX14" fmla="*/ 93173 w 106333"/>
                <a:gd name="connsiteY14" fmla="*/ 5530 h 137649"/>
                <a:gd name="connsiteX15" fmla="*/ 82236 w 106333"/>
                <a:gd name="connsiteY15" fmla="*/ 3412 h 137649"/>
                <a:gd name="connsiteX16" fmla="*/ 65223 w 106333"/>
                <a:gd name="connsiteY16" fmla="*/ 387 h 137649"/>
                <a:gd name="connsiteX17" fmla="*/ 28462 w 106333"/>
                <a:gd name="connsiteY17" fmla="*/ 33665 h 137649"/>
                <a:gd name="connsiteX18" fmla="*/ 47602 w 106333"/>
                <a:gd name="connsiteY18" fmla="*/ 72691 h 137649"/>
                <a:gd name="connsiteX19" fmla="*/ 64615 w 106333"/>
                <a:gd name="connsiteY19" fmla="*/ 107482 h 137649"/>
                <a:gd name="connsiteX20" fmla="*/ 42133 w 106333"/>
                <a:gd name="connsiteY20" fmla="*/ 130776 h 137649"/>
                <a:gd name="connsiteX21" fmla="*/ 11145 w 106333"/>
                <a:gd name="connsiteY21" fmla="*/ 89633 h 137649"/>
                <a:gd name="connsiteX22" fmla="*/ 6284 w 106333"/>
                <a:gd name="connsiteY22" fmla="*/ 89633 h 13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6333" h="137649">
                  <a:moveTo>
                    <a:pt x="6284" y="89633"/>
                  </a:moveTo>
                  <a:lnTo>
                    <a:pt x="208" y="137734"/>
                  </a:lnTo>
                  <a:lnTo>
                    <a:pt x="5069" y="137734"/>
                  </a:lnTo>
                  <a:cubicBezTo>
                    <a:pt x="7499" y="132894"/>
                    <a:pt x="9322" y="131381"/>
                    <a:pt x="12360" y="131381"/>
                  </a:cubicBezTo>
                  <a:cubicBezTo>
                    <a:pt x="15702" y="131381"/>
                    <a:pt x="21170" y="132591"/>
                    <a:pt x="27247" y="134104"/>
                  </a:cubicBezTo>
                  <a:cubicBezTo>
                    <a:pt x="33930" y="136222"/>
                    <a:pt x="39095" y="137129"/>
                    <a:pt x="43956" y="137129"/>
                  </a:cubicBezTo>
                  <a:cubicBezTo>
                    <a:pt x="69476" y="137129"/>
                    <a:pt x="87705" y="120793"/>
                    <a:pt x="87705" y="97801"/>
                  </a:cubicBezTo>
                  <a:cubicBezTo>
                    <a:pt x="87705" y="86305"/>
                    <a:pt x="81325" y="72994"/>
                    <a:pt x="67046" y="55447"/>
                  </a:cubicBezTo>
                  <a:cubicBezTo>
                    <a:pt x="55501" y="41228"/>
                    <a:pt x="50640" y="31850"/>
                    <a:pt x="50640" y="23682"/>
                  </a:cubicBezTo>
                  <a:cubicBezTo>
                    <a:pt x="50640" y="13698"/>
                    <a:pt x="57020" y="7345"/>
                    <a:pt x="67653" y="7345"/>
                  </a:cubicBezTo>
                  <a:cubicBezTo>
                    <a:pt x="83451" y="7345"/>
                    <a:pt x="92566" y="18539"/>
                    <a:pt x="95604" y="42136"/>
                  </a:cubicBezTo>
                  <a:lnTo>
                    <a:pt x="100465" y="42136"/>
                  </a:lnTo>
                  <a:lnTo>
                    <a:pt x="106541" y="85"/>
                  </a:lnTo>
                  <a:lnTo>
                    <a:pt x="102287" y="85"/>
                  </a:lnTo>
                  <a:cubicBezTo>
                    <a:pt x="99857" y="4320"/>
                    <a:pt x="97426" y="5530"/>
                    <a:pt x="93173" y="5530"/>
                  </a:cubicBezTo>
                  <a:cubicBezTo>
                    <a:pt x="91046" y="5530"/>
                    <a:pt x="88008" y="4925"/>
                    <a:pt x="82236" y="3412"/>
                  </a:cubicBezTo>
                  <a:cubicBezTo>
                    <a:pt x="74641" y="992"/>
                    <a:pt x="70084" y="387"/>
                    <a:pt x="65223" y="387"/>
                  </a:cubicBezTo>
                  <a:cubicBezTo>
                    <a:pt x="43045" y="387"/>
                    <a:pt x="28462" y="13396"/>
                    <a:pt x="28462" y="33665"/>
                  </a:cubicBezTo>
                  <a:cubicBezTo>
                    <a:pt x="28462" y="43346"/>
                    <a:pt x="34842" y="56355"/>
                    <a:pt x="47602" y="72691"/>
                  </a:cubicBezTo>
                  <a:cubicBezTo>
                    <a:pt x="59450" y="88120"/>
                    <a:pt x="64615" y="98708"/>
                    <a:pt x="64615" y="107482"/>
                  </a:cubicBezTo>
                  <a:cubicBezTo>
                    <a:pt x="64615" y="121095"/>
                    <a:pt x="55501" y="130776"/>
                    <a:pt x="42133" y="130776"/>
                  </a:cubicBezTo>
                  <a:cubicBezTo>
                    <a:pt x="25424" y="130776"/>
                    <a:pt x="16006" y="118373"/>
                    <a:pt x="11145" y="89633"/>
                  </a:cubicBezTo>
                  <a:lnTo>
                    <a:pt x="6284" y="8963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1C4CBC1-B788-8ADF-C017-37A714565FD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112175" y="4919637"/>
              <a:ext cx="189272" cy="206928"/>
            </a:xfrm>
            <a:custGeom>
              <a:avLst/>
              <a:gdLst>
                <a:gd name="connsiteX0" fmla="*/ 178246 w 189272"/>
                <a:gd name="connsiteY0" fmla="*/ 60893 h 206928"/>
                <a:gd name="connsiteX1" fmla="*/ 189487 w 189272"/>
                <a:gd name="connsiteY1" fmla="*/ 690 h 206928"/>
                <a:gd name="connsiteX2" fmla="*/ 183107 w 189272"/>
                <a:gd name="connsiteY2" fmla="*/ 690 h 206928"/>
                <a:gd name="connsiteX3" fmla="*/ 171562 w 189272"/>
                <a:gd name="connsiteY3" fmla="*/ 7345 h 206928"/>
                <a:gd name="connsiteX4" fmla="*/ 159106 w 189272"/>
                <a:gd name="connsiteY4" fmla="*/ 5228 h 206928"/>
                <a:gd name="connsiteX5" fmla="*/ 123560 w 189272"/>
                <a:gd name="connsiteY5" fmla="*/ 85 h 206928"/>
                <a:gd name="connsiteX6" fmla="*/ 214 w 189272"/>
                <a:gd name="connsiteY6" fmla="*/ 128054 h 206928"/>
                <a:gd name="connsiteX7" fmla="*/ 79508 w 189272"/>
                <a:gd name="connsiteY7" fmla="*/ 207013 h 206928"/>
                <a:gd name="connsiteX8" fmla="*/ 162448 w 189272"/>
                <a:gd name="connsiteY8" fmla="*/ 161937 h 206928"/>
                <a:gd name="connsiteX9" fmla="*/ 157283 w 189272"/>
                <a:gd name="connsiteY9" fmla="*/ 157701 h 206928"/>
                <a:gd name="connsiteX10" fmla="*/ 87407 w 189272"/>
                <a:gd name="connsiteY10" fmla="*/ 193399 h 206928"/>
                <a:gd name="connsiteX11" fmla="*/ 34241 w 189272"/>
                <a:gd name="connsiteY11" fmla="*/ 131381 h 206928"/>
                <a:gd name="connsiteX12" fmla="*/ 72521 w 189272"/>
                <a:gd name="connsiteY12" fmla="*/ 34270 h 206928"/>
                <a:gd name="connsiteX13" fmla="*/ 126295 w 189272"/>
                <a:gd name="connsiteY13" fmla="*/ 10976 h 206928"/>
                <a:gd name="connsiteX14" fmla="*/ 172777 w 189272"/>
                <a:gd name="connsiteY14" fmla="*/ 59985 h 206928"/>
                <a:gd name="connsiteX15" fmla="*/ 178246 w 189272"/>
                <a:gd name="connsiteY15" fmla="*/ 60893 h 20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9272" h="206928">
                  <a:moveTo>
                    <a:pt x="178246" y="60893"/>
                  </a:moveTo>
                  <a:lnTo>
                    <a:pt x="189487" y="690"/>
                  </a:lnTo>
                  <a:lnTo>
                    <a:pt x="183107" y="690"/>
                  </a:lnTo>
                  <a:cubicBezTo>
                    <a:pt x="180676" y="5530"/>
                    <a:pt x="177638" y="7345"/>
                    <a:pt x="171562" y="7345"/>
                  </a:cubicBezTo>
                  <a:cubicBezTo>
                    <a:pt x="169132" y="7345"/>
                    <a:pt x="165486" y="6740"/>
                    <a:pt x="159106" y="5228"/>
                  </a:cubicBezTo>
                  <a:cubicBezTo>
                    <a:pt x="145435" y="1900"/>
                    <a:pt x="133282" y="85"/>
                    <a:pt x="123560" y="85"/>
                  </a:cubicBezTo>
                  <a:cubicBezTo>
                    <a:pt x="58849" y="85"/>
                    <a:pt x="214" y="60893"/>
                    <a:pt x="214" y="128054"/>
                  </a:cubicBezTo>
                  <a:cubicBezTo>
                    <a:pt x="214" y="174340"/>
                    <a:pt x="33025" y="207013"/>
                    <a:pt x="79508" y="207013"/>
                  </a:cubicBezTo>
                  <a:cubicBezTo>
                    <a:pt x="110800" y="207013"/>
                    <a:pt x="135105" y="193702"/>
                    <a:pt x="162448" y="161937"/>
                  </a:cubicBezTo>
                  <a:lnTo>
                    <a:pt x="157283" y="157701"/>
                  </a:lnTo>
                  <a:cubicBezTo>
                    <a:pt x="129940" y="184324"/>
                    <a:pt x="112319" y="193399"/>
                    <a:pt x="87407" y="193399"/>
                  </a:cubicBezTo>
                  <a:cubicBezTo>
                    <a:pt x="53684" y="193399"/>
                    <a:pt x="34241" y="170407"/>
                    <a:pt x="34241" y="131381"/>
                  </a:cubicBezTo>
                  <a:cubicBezTo>
                    <a:pt x="34241" y="95381"/>
                    <a:pt x="48823" y="58775"/>
                    <a:pt x="72521" y="34270"/>
                  </a:cubicBezTo>
                  <a:cubicBezTo>
                    <a:pt x="87103" y="19446"/>
                    <a:pt x="106243" y="10976"/>
                    <a:pt x="126295" y="10976"/>
                  </a:cubicBezTo>
                  <a:cubicBezTo>
                    <a:pt x="154245" y="10976"/>
                    <a:pt x="169739" y="27312"/>
                    <a:pt x="172777" y="59985"/>
                  </a:cubicBezTo>
                  <a:lnTo>
                    <a:pt x="178246" y="6089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8050262-9423-A08C-34EA-734837B1B33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304940" y="4987706"/>
              <a:ext cx="115751" cy="136742"/>
            </a:xfrm>
            <a:custGeom>
              <a:avLst/>
              <a:gdLst>
                <a:gd name="connsiteX0" fmla="*/ 99566 w 115751"/>
                <a:gd name="connsiteY0" fmla="*/ 100524 h 136742"/>
                <a:gd name="connsiteX1" fmla="*/ 55210 w 115751"/>
                <a:gd name="connsiteY1" fmla="*/ 123213 h 136742"/>
                <a:gd name="connsiteX2" fmla="*/ 26652 w 115751"/>
                <a:gd name="connsiteY2" fmla="*/ 95986 h 136742"/>
                <a:gd name="connsiteX3" fmla="*/ 29690 w 115751"/>
                <a:gd name="connsiteY3" fmla="*/ 77229 h 136742"/>
                <a:gd name="connsiteX4" fmla="*/ 38197 w 115751"/>
                <a:gd name="connsiteY4" fmla="*/ 76019 h 136742"/>
                <a:gd name="connsiteX5" fmla="*/ 115972 w 115751"/>
                <a:gd name="connsiteY5" fmla="*/ 20656 h 136742"/>
                <a:gd name="connsiteX6" fmla="*/ 91667 w 115751"/>
                <a:gd name="connsiteY6" fmla="*/ 85 h 136742"/>
                <a:gd name="connsiteX7" fmla="*/ 221 w 115751"/>
                <a:gd name="connsiteY7" fmla="*/ 95381 h 136742"/>
                <a:gd name="connsiteX8" fmla="*/ 40323 w 115751"/>
                <a:gd name="connsiteY8" fmla="*/ 136827 h 136742"/>
                <a:gd name="connsiteX9" fmla="*/ 103212 w 115751"/>
                <a:gd name="connsiteY9" fmla="*/ 104154 h 136742"/>
                <a:gd name="connsiteX10" fmla="*/ 99566 w 115751"/>
                <a:gd name="connsiteY10" fmla="*/ 100524 h 136742"/>
                <a:gd name="connsiteX11" fmla="*/ 36982 w 115751"/>
                <a:gd name="connsiteY11" fmla="*/ 57262 h 136742"/>
                <a:gd name="connsiteX12" fmla="*/ 85287 w 115751"/>
                <a:gd name="connsiteY12" fmla="*/ 7043 h 136742"/>
                <a:gd name="connsiteX13" fmla="*/ 95920 w 115751"/>
                <a:gd name="connsiteY13" fmla="*/ 18841 h 136742"/>
                <a:gd name="connsiteX14" fmla="*/ 80730 w 115751"/>
                <a:gd name="connsiteY14" fmla="*/ 48186 h 136742"/>
                <a:gd name="connsiteX15" fmla="*/ 31817 w 115751"/>
                <a:gd name="connsiteY15" fmla="*/ 70573 h 136742"/>
                <a:gd name="connsiteX16" fmla="*/ 36982 w 115751"/>
                <a:gd name="connsiteY16" fmla="*/ 5726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51" h="136742">
                  <a:moveTo>
                    <a:pt x="99566" y="100524"/>
                  </a:moveTo>
                  <a:cubicBezTo>
                    <a:pt x="77692" y="118373"/>
                    <a:pt x="68274" y="123213"/>
                    <a:pt x="55210" y="123213"/>
                  </a:cubicBezTo>
                  <a:cubicBezTo>
                    <a:pt x="37893" y="123213"/>
                    <a:pt x="26652" y="112322"/>
                    <a:pt x="26652" y="95986"/>
                  </a:cubicBezTo>
                  <a:cubicBezTo>
                    <a:pt x="26652" y="91448"/>
                    <a:pt x="27260" y="86910"/>
                    <a:pt x="29690" y="77229"/>
                  </a:cubicBezTo>
                  <a:lnTo>
                    <a:pt x="38197" y="76019"/>
                  </a:lnTo>
                  <a:cubicBezTo>
                    <a:pt x="83768" y="69666"/>
                    <a:pt x="115972" y="46674"/>
                    <a:pt x="115972" y="20656"/>
                  </a:cubicBezTo>
                  <a:cubicBezTo>
                    <a:pt x="115972" y="7950"/>
                    <a:pt x="106858" y="85"/>
                    <a:pt x="91667" y="85"/>
                  </a:cubicBezTo>
                  <a:cubicBezTo>
                    <a:pt x="47919" y="85"/>
                    <a:pt x="221" y="50002"/>
                    <a:pt x="221" y="95381"/>
                  </a:cubicBezTo>
                  <a:cubicBezTo>
                    <a:pt x="221" y="119885"/>
                    <a:pt x="16626" y="136827"/>
                    <a:pt x="40323" y="136827"/>
                  </a:cubicBezTo>
                  <a:cubicBezTo>
                    <a:pt x="61894" y="136827"/>
                    <a:pt x="85287" y="124423"/>
                    <a:pt x="103212" y="104154"/>
                  </a:cubicBezTo>
                  <a:lnTo>
                    <a:pt x="99566" y="100524"/>
                  </a:lnTo>
                  <a:close/>
                  <a:moveTo>
                    <a:pt x="36982" y="57262"/>
                  </a:moveTo>
                  <a:cubicBezTo>
                    <a:pt x="47311" y="30337"/>
                    <a:pt x="69793" y="7043"/>
                    <a:pt x="85287" y="7043"/>
                  </a:cubicBezTo>
                  <a:cubicBezTo>
                    <a:pt x="91667" y="7043"/>
                    <a:pt x="95920" y="11883"/>
                    <a:pt x="95920" y="18841"/>
                  </a:cubicBezTo>
                  <a:cubicBezTo>
                    <a:pt x="95920" y="28220"/>
                    <a:pt x="90148" y="39111"/>
                    <a:pt x="80730" y="48186"/>
                  </a:cubicBezTo>
                  <a:cubicBezTo>
                    <a:pt x="69489" y="58775"/>
                    <a:pt x="57944" y="64220"/>
                    <a:pt x="31817" y="70573"/>
                  </a:cubicBezTo>
                  <a:lnTo>
                    <a:pt x="36982" y="57262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7AB7D30-6C70-A66B-1A7E-04370DC6B8FE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435170" y="4987706"/>
              <a:ext cx="139751" cy="136137"/>
            </a:xfrm>
            <a:custGeom>
              <a:avLst/>
              <a:gdLst>
                <a:gd name="connsiteX0" fmla="*/ 135724 w 139751"/>
                <a:gd name="connsiteY0" fmla="*/ 98103 h 136137"/>
                <a:gd name="connsiteX1" fmla="*/ 129344 w 139751"/>
                <a:gd name="connsiteY1" fmla="*/ 105969 h 136137"/>
                <a:gd name="connsiteX2" fmla="*/ 110811 w 139751"/>
                <a:gd name="connsiteY2" fmla="*/ 122003 h 136137"/>
                <a:gd name="connsiteX3" fmla="*/ 105951 w 139751"/>
                <a:gd name="connsiteY3" fmla="*/ 117163 h 136137"/>
                <a:gd name="connsiteX4" fmla="*/ 110204 w 139751"/>
                <a:gd name="connsiteY4" fmla="*/ 98103 h 136137"/>
                <a:gd name="connsiteX5" fmla="*/ 127521 w 139751"/>
                <a:gd name="connsiteY5" fmla="*/ 35783 h 136137"/>
                <a:gd name="connsiteX6" fmla="*/ 130255 w 139751"/>
                <a:gd name="connsiteY6" fmla="*/ 18539 h 136137"/>
                <a:gd name="connsiteX7" fmla="*/ 110204 w 139751"/>
                <a:gd name="connsiteY7" fmla="*/ 85 h 136137"/>
                <a:gd name="connsiteX8" fmla="*/ 40328 w 139751"/>
                <a:gd name="connsiteY8" fmla="*/ 66641 h 136137"/>
                <a:gd name="connsiteX9" fmla="*/ 60683 w 139751"/>
                <a:gd name="connsiteY9" fmla="*/ 690 h 136137"/>
                <a:gd name="connsiteX10" fmla="*/ 59772 w 139751"/>
                <a:gd name="connsiteY10" fmla="*/ 85 h 136137"/>
                <a:gd name="connsiteX11" fmla="*/ 10555 w 139751"/>
                <a:gd name="connsiteY11" fmla="*/ 9463 h 136137"/>
                <a:gd name="connsiteX12" fmla="*/ 10555 w 139751"/>
                <a:gd name="connsiteY12" fmla="*/ 14303 h 136137"/>
                <a:gd name="connsiteX13" fmla="*/ 29998 w 139751"/>
                <a:gd name="connsiteY13" fmla="*/ 22472 h 136137"/>
                <a:gd name="connsiteX14" fmla="*/ 29391 w 139751"/>
                <a:gd name="connsiteY14" fmla="*/ 27615 h 136137"/>
                <a:gd name="connsiteX15" fmla="*/ 225 w 139751"/>
                <a:gd name="connsiteY15" fmla="*/ 133499 h 136137"/>
                <a:gd name="connsiteX16" fmla="*/ 23011 w 139751"/>
                <a:gd name="connsiteY16" fmla="*/ 133499 h 136137"/>
                <a:gd name="connsiteX17" fmla="*/ 53392 w 139751"/>
                <a:gd name="connsiteY17" fmla="*/ 58472 h 136137"/>
                <a:gd name="connsiteX18" fmla="*/ 98355 w 139751"/>
                <a:gd name="connsiteY18" fmla="*/ 15514 h 136137"/>
                <a:gd name="connsiteX19" fmla="*/ 105647 w 139751"/>
                <a:gd name="connsiteY19" fmla="*/ 24287 h 136137"/>
                <a:gd name="connsiteX20" fmla="*/ 101393 w 139751"/>
                <a:gd name="connsiteY20" fmla="*/ 47279 h 136137"/>
                <a:gd name="connsiteX21" fmla="*/ 88026 w 139751"/>
                <a:gd name="connsiteY21" fmla="*/ 97196 h 136137"/>
                <a:gd name="connsiteX22" fmla="*/ 83165 w 139751"/>
                <a:gd name="connsiteY22" fmla="*/ 119885 h 136137"/>
                <a:gd name="connsiteX23" fmla="*/ 97444 w 139751"/>
                <a:gd name="connsiteY23" fmla="*/ 136222 h 136137"/>
                <a:gd name="connsiteX24" fmla="*/ 139977 w 139751"/>
                <a:gd name="connsiteY24" fmla="*/ 102036 h 136137"/>
                <a:gd name="connsiteX25" fmla="*/ 135724 w 139751"/>
                <a:gd name="connsiteY25" fmla="*/ 98103 h 1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751" h="136137">
                  <a:moveTo>
                    <a:pt x="135724" y="98103"/>
                  </a:moveTo>
                  <a:lnTo>
                    <a:pt x="129344" y="105969"/>
                  </a:lnTo>
                  <a:cubicBezTo>
                    <a:pt x="120533" y="117163"/>
                    <a:pt x="115065" y="122003"/>
                    <a:pt x="110811" y="122003"/>
                  </a:cubicBezTo>
                  <a:cubicBezTo>
                    <a:pt x="108381" y="122003"/>
                    <a:pt x="105951" y="119583"/>
                    <a:pt x="105951" y="117163"/>
                  </a:cubicBezTo>
                  <a:cubicBezTo>
                    <a:pt x="105951" y="115045"/>
                    <a:pt x="105951" y="115045"/>
                    <a:pt x="110204" y="98103"/>
                  </a:cubicBezTo>
                  <a:lnTo>
                    <a:pt x="127521" y="35783"/>
                  </a:lnTo>
                  <a:cubicBezTo>
                    <a:pt x="129040" y="29430"/>
                    <a:pt x="130255" y="22774"/>
                    <a:pt x="130255" y="18539"/>
                  </a:cubicBezTo>
                  <a:cubicBezTo>
                    <a:pt x="130255" y="7648"/>
                    <a:pt x="122052" y="85"/>
                    <a:pt x="110204" y="85"/>
                  </a:cubicBezTo>
                  <a:cubicBezTo>
                    <a:pt x="90760" y="85"/>
                    <a:pt x="71620" y="18236"/>
                    <a:pt x="40328" y="66641"/>
                  </a:cubicBezTo>
                  <a:lnTo>
                    <a:pt x="60683" y="690"/>
                  </a:lnTo>
                  <a:lnTo>
                    <a:pt x="59772" y="85"/>
                  </a:lnTo>
                  <a:cubicBezTo>
                    <a:pt x="43366" y="3412"/>
                    <a:pt x="36986" y="4623"/>
                    <a:pt x="10555" y="9463"/>
                  </a:cubicBezTo>
                  <a:lnTo>
                    <a:pt x="10555" y="14303"/>
                  </a:lnTo>
                  <a:cubicBezTo>
                    <a:pt x="26049" y="14606"/>
                    <a:pt x="29998" y="16421"/>
                    <a:pt x="29998" y="22472"/>
                  </a:cubicBezTo>
                  <a:cubicBezTo>
                    <a:pt x="29998" y="24287"/>
                    <a:pt x="29695" y="26102"/>
                    <a:pt x="29391" y="27615"/>
                  </a:cubicBezTo>
                  <a:lnTo>
                    <a:pt x="225" y="133499"/>
                  </a:lnTo>
                  <a:lnTo>
                    <a:pt x="23011" y="133499"/>
                  </a:lnTo>
                  <a:cubicBezTo>
                    <a:pt x="37290" y="85700"/>
                    <a:pt x="40024" y="79044"/>
                    <a:pt x="53392" y="58472"/>
                  </a:cubicBezTo>
                  <a:cubicBezTo>
                    <a:pt x="71620" y="30640"/>
                    <a:pt x="87114" y="15514"/>
                    <a:pt x="98355" y="15514"/>
                  </a:cubicBezTo>
                  <a:cubicBezTo>
                    <a:pt x="102912" y="15514"/>
                    <a:pt x="105647" y="18841"/>
                    <a:pt x="105647" y="24287"/>
                  </a:cubicBezTo>
                  <a:cubicBezTo>
                    <a:pt x="105647" y="27917"/>
                    <a:pt x="103824" y="37901"/>
                    <a:pt x="101393" y="47279"/>
                  </a:cubicBezTo>
                  <a:lnTo>
                    <a:pt x="88026" y="97196"/>
                  </a:lnTo>
                  <a:cubicBezTo>
                    <a:pt x="84076" y="112625"/>
                    <a:pt x="83165" y="116860"/>
                    <a:pt x="83165" y="119885"/>
                  </a:cubicBezTo>
                  <a:cubicBezTo>
                    <a:pt x="83165" y="131381"/>
                    <a:pt x="87418" y="136222"/>
                    <a:pt x="97444" y="136222"/>
                  </a:cubicBezTo>
                  <a:cubicBezTo>
                    <a:pt x="111115" y="136222"/>
                    <a:pt x="119014" y="129869"/>
                    <a:pt x="139977" y="102036"/>
                  </a:cubicBezTo>
                  <a:lnTo>
                    <a:pt x="135724" y="9810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37C4670-C4BD-6A52-4720-8788B54F1DE8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594632" y="4955941"/>
              <a:ext cx="78686" cy="168507"/>
            </a:xfrm>
            <a:custGeom>
              <a:avLst/>
              <a:gdLst>
                <a:gd name="connsiteX0" fmla="*/ 78917 w 78686"/>
                <a:gd name="connsiteY0" fmla="*/ 35783 h 168507"/>
                <a:gd name="connsiteX1" fmla="*/ 54612 w 78686"/>
                <a:gd name="connsiteY1" fmla="*/ 35783 h 168507"/>
                <a:gd name="connsiteX2" fmla="*/ 63118 w 78686"/>
                <a:gd name="connsiteY2" fmla="*/ 4623 h 168507"/>
                <a:gd name="connsiteX3" fmla="*/ 63422 w 78686"/>
                <a:gd name="connsiteY3" fmla="*/ 3110 h 168507"/>
                <a:gd name="connsiteX4" fmla="*/ 60992 w 78686"/>
                <a:gd name="connsiteY4" fmla="*/ 85 h 168507"/>
                <a:gd name="connsiteX5" fmla="*/ 56435 w 78686"/>
                <a:gd name="connsiteY5" fmla="*/ 2807 h 168507"/>
                <a:gd name="connsiteX6" fmla="*/ 16028 w 78686"/>
                <a:gd name="connsiteY6" fmla="*/ 36085 h 168507"/>
                <a:gd name="connsiteX7" fmla="*/ 6306 w 78686"/>
                <a:gd name="connsiteY7" fmla="*/ 43649 h 168507"/>
                <a:gd name="connsiteX8" fmla="*/ 6610 w 78686"/>
                <a:gd name="connsiteY8" fmla="*/ 45464 h 168507"/>
                <a:gd name="connsiteX9" fmla="*/ 29092 w 78686"/>
                <a:gd name="connsiteY9" fmla="*/ 45464 h 168507"/>
                <a:gd name="connsiteX10" fmla="*/ 7218 w 78686"/>
                <a:gd name="connsiteY10" fmla="*/ 128659 h 168507"/>
                <a:gd name="connsiteX11" fmla="*/ 5395 w 78686"/>
                <a:gd name="connsiteY11" fmla="*/ 135012 h 168507"/>
                <a:gd name="connsiteX12" fmla="*/ 230 w 78686"/>
                <a:gd name="connsiteY12" fmla="*/ 157096 h 168507"/>
                <a:gd name="connsiteX13" fmla="*/ 14813 w 78686"/>
                <a:gd name="connsiteY13" fmla="*/ 168592 h 168507"/>
                <a:gd name="connsiteX14" fmla="*/ 57954 w 78686"/>
                <a:gd name="connsiteY14" fmla="*/ 131986 h 168507"/>
                <a:gd name="connsiteX15" fmla="*/ 54004 w 78686"/>
                <a:gd name="connsiteY15" fmla="*/ 129869 h 168507"/>
                <a:gd name="connsiteX16" fmla="*/ 29396 w 78686"/>
                <a:gd name="connsiteY16" fmla="*/ 153768 h 168507"/>
                <a:gd name="connsiteX17" fmla="*/ 24839 w 78686"/>
                <a:gd name="connsiteY17" fmla="*/ 147718 h 168507"/>
                <a:gd name="connsiteX18" fmla="*/ 25142 w 78686"/>
                <a:gd name="connsiteY18" fmla="*/ 146205 h 168507"/>
                <a:gd name="connsiteX19" fmla="*/ 51878 w 78686"/>
                <a:gd name="connsiteY19" fmla="*/ 45464 h 168507"/>
                <a:gd name="connsiteX20" fmla="*/ 77398 w 78686"/>
                <a:gd name="connsiteY20" fmla="*/ 45464 h 168507"/>
                <a:gd name="connsiteX21" fmla="*/ 78917 w 78686"/>
                <a:gd name="connsiteY21" fmla="*/ 35783 h 16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686" h="168507">
                  <a:moveTo>
                    <a:pt x="78917" y="35783"/>
                  </a:moveTo>
                  <a:lnTo>
                    <a:pt x="54612" y="35783"/>
                  </a:lnTo>
                  <a:lnTo>
                    <a:pt x="63118" y="4623"/>
                  </a:lnTo>
                  <a:cubicBezTo>
                    <a:pt x="63422" y="4018"/>
                    <a:pt x="63422" y="3412"/>
                    <a:pt x="63422" y="3110"/>
                  </a:cubicBezTo>
                  <a:cubicBezTo>
                    <a:pt x="63422" y="992"/>
                    <a:pt x="62511" y="85"/>
                    <a:pt x="60992" y="85"/>
                  </a:cubicBezTo>
                  <a:cubicBezTo>
                    <a:pt x="59169" y="85"/>
                    <a:pt x="58258" y="387"/>
                    <a:pt x="56435" y="2807"/>
                  </a:cubicBezTo>
                  <a:cubicBezTo>
                    <a:pt x="44586" y="18236"/>
                    <a:pt x="25750" y="33363"/>
                    <a:pt x="16028" y="36085"/>
                  </a:cubicBezTo>
                  <a:cubicBezTo>
                    <a:pt x="8433" y="38506"/>
                    <a:pt x="6306" y="40321"/>
                    <a:pt x="6306" y="43649"/>
                  </a:cubicBezTo>
                  <a:cubicBezTo>
                    <a:pt x="6306" y="43951"/>
                    <a:pt x="6306" y="44556"/>
                    <a:pt x="6610" y="45464"/>
                  </a:cubicBezTo>
                  <a:lnTo>
                    <a:pt x="29092" y="45464"/>
                  </a:lnTo>
                  <a:lnTo>
                    <a:pt x="7218" y="128659"/>
                  </a:lnTo>
                  <a:cubicBezTo>
                    <a:pt x="6610" y="131381"/>
                    <a:pt x="6306" y="132289"/>
                    <a:pt x="5395" y="135012"/>
                  </a:cubicBezTo>
                  <a:cubicBezTo>
                    <a:pt x="2661" y="144087"/>
                    <a:pt x="230" y="154676"/>
                    <a:pt x="230" y="157096"/>
                  </a:cubicBezTo>
                  <a:cubicBezTo>
                    <a:pt x="230" y="163752"/>
                    <a:pt x="6610" y="168592"/>
                    <a:pt x="14813" y="168592"/>
                  </a:cubicBezTo>
                  <a:cubicBezTo>
                    <a:pt x="28788" y="168592"/>
                    <a:pt x="38814" y="160121"/>
                    <a:pt x="57954" y="131986"/>
                  </a:cubicBezTo>
                  <a:lnTo>
                    <a:pt x="54004" y="129869"/>
                  </a:lnTo>
                  <a:cubicBezTo>
                    <a:pt x="39118" y="148928"/>
                    <a:pt x="34257" y="153768"/>
                    <a:pt x="29396" y="153768"/>
                  </a:cubicBezTo>
                  <a:cubicBezTo>
                    <a:pt x="26661" y="153768"/>
                    <a:pt x="24839" y="151348"/>
                    <a:pt x="24839" y="147718"/>
                  </a:cubicBezTo>
                  <a:cubicBezTo>
                    <a:pt x="24839" y="147415"/>
                    <a:pt x="24839" y="147113"/>
                    <a:pt x="25142" y="146205"/>
                  </a:cubicBezTo>
                  <a:lnTo>
                    <a:pt x="51878" y="45464"/>
                  </a:lnTo>
                  <a:lnTo>
                    <a:pt x="77398" y="45464"/>
                  </a:lnTo>
                  <a:lnTo>
                    <a:pt x="78917" y="3578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DD88C9B-8FC6-B84F-8E9F-5716D455F6D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677582" y="4987706"/>
              <a:ext cx="115751" cy="136742"/>
            </a:xfrm>
            <a:custGeom>
              <a:avLst/>
              <a:gdLst>
                <a:gd name="connsiteX0" fmla="*/ 99578 w 115751"/>
                <a:gd name="connsiteY0" fmla="*/ 100524 h 136742"/>
                <a:gd name="connsiteX1" fmla="*/ 55222 w 115751"/>
                <a:gd name="connsiteY1" fmla="*/ 123213 h 136742"/>
                <a:gd name="connsiteX2" fmla="*/ 26664 w 115751"/>
                <a:gd name="connsiteY2" fmla="*/ 95986 h 136742"/>
                <a:gd name="connsiteX3" fmla="*/ 29702 w 115751"/>
                <a:gd name="connsiteY3" fmla="*/ 77229 h 136742"/>
                <a:gd name="connsiteX4" fmla="*/ 38209 w 115751"/>
                <a:gd name="connsiteY4" fmla="*/ 76019 h 136742"/>
                <a:gd name="connsiteX5" fmla="*/ 115984 w 115751"/>
                <a:gd name="connsiteY5" fmla="*/ 20656 h 136742"/>
                <a:gd name="connsiteX6" fmla="*/ 91679 w 115751"/>
                <a:gd name="connsiteY6" fmla="*/ 85 h 136742"/>
                <a:gd name="connsiteX7" fmla="*/ 233 w 115751"/>
                <a:gd name="connsiteY7" fmla="*/ 95381 h 136742"/>
                <a:gd name="connsiteX8" fmla="*/ 40336 w 115751"/>
                <a:gd name="connsiteY8" fmla="*/ 136827 h 136742"/>
                <a:gd name="connsiteX9" fmla="*/ 103224 w 115751"/>
                <a:gd name="connsiteY9" fmla="*/ 104154 h 136742"/>
                <a:gd name="connsiteX10" fmla="*/ 99578 w 115751"/>
                <a:gd name="connsiteY10" fmla="*/ 100524 h 136742"/>
                <a:gd name="connsiteX11" fmla="*/ 36994 w 115751"/>
                <a:gd name="connsiteY11" fmla="*/ 57262 h 136742"/>
                <a:gd name="connsiteX12" fmla="*/ 85299 w 115751"/>
                <a:gd name="connsiteY12" fmla="*/ 7043 h 136742"/>
                <a:gd name="connsiteX13" fmla="*/ 95933 w 115751"/>
                <a:gd name="connsiteY13" fmla="*/ 18841 h 136742"/>
                <a:gd name="connsiteX14" fmla="*/ 80742 w 115751"/>
                <a:gd name="connsiteY14" fmla="*/ 48186 h 136742"/>
                <a:gd name="connsiteX15" fmla="*/ 31829 w 115751"/>
                <a:gd name="connsiteY15" fmla="*/ 70573 h 136742"/>
                <a:gd name="connsiteX16" fmla="*/ 36994 w 115751"/>
                <a:gd name="connsiteY16" fmla="*/ 5726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51" h="136742">
                  <a:moveTo>
                    <a:pt x="99578" y="100524"/>
                  </a:moveTo>
                  <a:cubicBezTo>
                    <a:pt x="77704" y="118373"/>
                    <a:pt x="68286" y="123213"/>
                    <a:pt x="55222" y="123213"/>
                  </a:cubicBezTo>
                  <a:cubicBezTo>
                    <a:pt x="37905" y="123213"/>
                    <a:pt x="26664" y="112322"/>
                    <a:pt x="26664" y="95986"/>
                  </a:cubicBezTo>
                  <a:cubicBezTo>
                    <a:pt x="26664" y="91448"/>
                    <a:pt x="27272" y="86910"/>
                    <a:pt x="29702" y="77229"/>
                  </a:cubicBezTo>
                  <a:lnTo>
                    <a:pt x="38209" y="76019"/>
                  </a:lnTo>
                  <a:cubicBezTo>
                    <a:pt x="83780" y="69666"/>
                    <a:pt x="115984" y="46674"/>
                    <a:pt x="115984" y="20656"/>
                  </a:cubicBezTo>
                  <a:cubicBezTo>
                    <a:pt x="115984" y="7950"/>
                    <a:pt x="106870" y="85"/>
                    <a:pt x="91679" y="85"/>
                  </a:cubicBezTo>
                  <a:cubicBezTo>
                    <a:pt x="47931" y="85"/>
                    <a:pt x="233" y="50002"/>
                    <a:pt x="233" y="95381"/>
                  </a:cubicBezTo>
                  <a:cubicBezTo>
                    <a:pt x="233" y="119885"/>
                    <a:pt x="16639" y="136827"/>
                    <a:pt x="40336" y="136827"/>
                  </a:cubicBezTo>
                  <a:cubicBezTo>
                    <a:pt x="61906" y="136827"/>
                    <a:pt x="85299" y="124423"/>
                    <a:pt x="103224" y="104154"/>
                  </a:cubicBezTo>
                  <a:lnTo>
                    <a:pt x="99578" y="100524"/>
                  </a:lnTo>
                  <a:close/>
                  <a:moveTo>
                    <a:pt x="36994" y="57262"/>
                  </a:moveTo>
                  <a:cubicBezTo>
                    <a:pt x="47323" y="30337"/>
                    <a:pt x="69805" y="7043"/>
                    <a:pt x="85299" y="7043"/>
                  </a:cubicBezTo>
                  <a:cubicBezTo>
                    <a:pt x="91679" y="7043"/>
                    <a:pt x="95933" y="11883"/>
                    <a:pt x="95933" y="18841"/>
                  </a:cubicBezTo>
                  <a:cubicBezTo>
                    <a:pt x="95933" y="28220"/>
                    <a:pt x="90160" y="39111"/>
                    <a:pt x="80742" y="48186"/>
                  </a:cubicBezTo>
                  <a:cubicBezTo>
                    <a:pt x="69501" y="58775"/>
                    <a:pt x="57957" y="64220"/>
                    <a:pt x="31829" y="70573"/>
                  </a:cubicBezTo>
                  <a:lnTo>
                    <a:pt x="36994" y="57262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2C01F50-CD90-DE7B-6811-02976356240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817230" y="4987706"/>
              <a:ext cx="111497" cy="133414"/>
            </a:xfrm>
            <a:custGeom>
              <a:avLst/>
              <a:gdLst>
                <a:gd name="connsiteX0" fmla="*/ 23327 w 111497"/>
                <a:gd name="connsiteY0" fmla="*/ 133499 h 133414"/>
                <a:gd name="connsiteX1" fmla="*/ 58265 w 111497"/>
                <a:gd name="connsiteY1" fmla="*/ 46069 h 133414"/>
                <a:gd name="connsiteX2" fmla="*/ 81962 w 111497"/>
                <a:gd name="connsiteY2" fmla="*/ 19749 h 133414"/>
                <a:gd name="connsiteX3" fmla="*/ 86823 w 111497"/>
                <a:gd name="connsiteY3" fmla="*/ 23984 h 133414"/>
                <a:gd name="connsiteX4" fmla="*/ 97760 w 111497"/>
                <a:gd name="connsiteY4" fmla="*/ 30640 h 133414"/>
                <a:gd name="connsiteX5" fmla="*/ 111735 w 111497"/>
                <a:gd name="connsiteY5" fmla="*/ 15816 h 133414"/>
                <a:gd name="connsiteX6" fmla="*/ 97456 w 111497"/>
                <a:gd name="connsiteY6" fmla="*/ 85 h 133414"/>
                <a:gd name="connsiteX7" fmla="*/ 74367 w 111497"/>
                <a:gd name="connsiteY7" fmla="*/ 12791 h 133414"/>
                <a:gd name="connsiteX8" fmla="*/ 44897 w 111497"/>
                <a:gd name="connsiteY8" fmla="*/ 55447 h 133414"/>
                <a:gd name="connsiteX9" fmla="*/ 40644 w 111497"/>
                <a:gd name="connsiteY9" fmla="*/ 66338 h 133414"/>
                <a:gd name="connsiteX10" fmla="*/ 56746 w 111497"/>
                <a:gd name="connsiteY10" fmla="*/ 690 h 133414"/>
                <a:gd name="connsiteX11" fmla="*/ 55834 w 111497"/>
                <a:gd name="connsiteY11" fmla="*/ 85 h 133414"/>
                <a:gd name="connsiteX12" fmla="*/ 8744 w 111497"/>
                <a:gd name="connsiteY12" fmla="*/ 8253 h 133414"/>
                <a:gd name="connsiteX13" fmla="*/ 8744 w 111497"/>
                <a:gd name="connsiteY13" fmla="*/ 13396 h 133414"/>
                <a:gd name="connsiteX14" fmla="*/ 19073 w 111497"/>
                <a:gd name="connsiteY14" fmla="*/ 11883 h 133414"/>
                <a:gd name="connsiteX15" fmla="*/ 29707 w 111497"/>
                <a:gd name="connsiteY15" fmla="*/ 20354 h 133414"/>
                <a:gd name="connsiteX16" fmla="*/ 24846 w 111497"/>
                <a:gd name="connsiteY16" fmla="*/ 45161 h 133414"/>
                <a:gd name="connsiteX17" fmla="*/ 237 w 111497"/>
                <a:gd name="connsiteY17" fmla="*/ 133499 h 133414"/>
                <a:gd name="connsiteX18" fmla="*/ 23327 w 111497"/>
                <a:gd name="connsiteY18" fmla="*/ 133499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497" h="133414">
                  <a:moveTo>
                    <a:pt x="23327" y="133499"/>
                  </a:moveTo>
                  <a:cubicBezTo>
                    <a:pt x="39125" y="82069"/>
                    <a:pt x="44290" y="69061"/>
                    <a:pt x="58265" y="46069"/>
                  </a:cubicBezTo>
                  <a:cubicBezTo>
                    <a:pt x="68290" y="29127"/>
                    <a:pt x="76797" y="19749"/>
                    <a:pt x="81962" y="19749"/>
                  </a:cubicBezTo>
                  <a:cubicBezTo>
                    <a:pt x="83785" y="19749"/>
                    <a:pt x="85304" y="20959"/>
                    <a:pt x="86823" y="23984"/>
                  </a:cubicBezTo>
                  <a:cubicBezTo>
                    <a:pt x="89253" y="29127"/>
                    <a:pt x="91684" y="30640"/>
                    <a:pt x="97760" y="30640"/>
                  </a:cubicBezTo>
                  <a:cubicBezTo>
                    <a:pt x="106570" y="30640"/>
                    <a:pt x="111735" y="25194"/>
                    <a:pt x="111735" y="15816"/>
                  </a:cubicBezTo>
                  <a:cubicBezTo>
                    <a:pt x="111735" y="6438"/>
                    <a:pt x="105963" y="85"/>
                    <a:pt x="97456" y="85"/>
                  </a:cubicBezTo>
                  <a:cubicBezTo>
                    <a:pt x="90468" y="85"/>
                    <a:pt x="82266" y="4623"/>
                    <a:pt x="74367" y="12791"/>
                  </a:cubicBezTo>
                  <a:cubicBezTo>
                    <a:pt x="61910" y="25497"/>
                    <a:pt x="49758" y="43346"/>
                    <a:pt x="44897" y="55447"/>
                  </a:cubicBezTo>
                  <a:lnTo>
                    <a:pt x="40644" y="66338"/>
                  </a:lnTo>
                  <a:lnTo>
                    <a:pt x="56746" y="690"/>
                  </a:lnTo>
                  <a:lnTo>
                    <a:pt x="55834" y="85"/>
                  </a:lnTo>
                  <a:cubicBezTo>
                    <a:pt x="33656" y="4018"/>
                    <a:pt x="30922" y="4623"/>
                    <a:pt x="8744" y="8253"/>
                  </a:cubicBezTo>
                  <a:lnTo>
                    <a:pt x="8744" y="13396"/>
                  </a:lnTo>
                  <a:cubicBezTo>
                    <a:pt x="16035" y="11883"/>
                    <a:pt x="16947" y="11883"/>
                    <a:pt x="19073" y="11883"/>
                  </a:cubicBezTo>
                  <a:cubicBezTo>
                    <a:pt x="25757" y="11883"/>
                    <a:pt x="29707" y="14908"/>
                    <a:pt x="29707" y="20354"/>
                  </a:cubicBezTo>
                  <a:cubicBezTo>
                    <a:pt x="29707" y="24589"/>
                    <a:pt x="29707" y="24589"/>
                    <a:pt x="24846" y="45161"/>
                  </a:cubicBezTo>
                  <a:lnTo>
                    <a:pt x="237" y="133499"/>
                  </a:lnTo>
                  <a:lnTo>
                    <a:pt x="23327" y="133499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C9DC275-A72E-CC54-B5BF-618B3396CA4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922774" y="4987706"/>
              <a:ext cx="139448" cy="136742"/>
            </a:xfrm>
            <a:custGeom>
              <a:avLst/>
              <a:gdLst>
                <a:gd name="connsiteX0" fmla="*/ 136044 w 139448"/>
                <a:gd name="connsiteY0" fmla="*/ 100221 h 136742"/>
                <a:gd name="connsiteX1" fmla="*/ 127537 w 139448"/>
                <a:gd name="connsiteY1" fmla="*/ 108692 h 136742"/>
                <a:gd name="connsiteX2" fmla="*/ 111739 w 139448"/>
                <a:gd name="connsiteY2" fmla="*/ 121095 h 136742"/>
                <a:gd name="connsiteX3" fmla="*/ 107485 w 139448"/>
                <a:gd name="connsiteY3" fmla="*/ 117163 h 136742"/>
                <a:gd name="connsiteX4" fmla="*/ 134524 w 139448"/>
                <a:gd name="connsiteY4" fmla="*/ 7345 h 136742"/>
                <a:gd name="connsiteX5" fmla="*/ 136347 w 139448"/>
                <a:gd name="connsiteY5" fmla="*/ 992 h 136742"/>
                <a:gd name="connsiteX6" fmla="*/ 134221 w 139448"/>
                <a:gd name="connsiteY6" fmla="*/ 85 h 136742"/>
                <a:gd name="connsiteX7" fmla="*/ 115688 w 139448"/>
                <a:gd name="connsiteY7" fmla="*/ 2202 h 136742"/>
                <a:gd name="connsiteX8" fmla="*/ 114777 w 139448"/>
                <a:gd name="connsiteY8" fmla="*/ 3110 h 136742"/>
                <a:gd name="connsiteX9" fmla="*/ 111435 w 139448"/>
                <a:gd name="connsiteY9" fmla="*/ 17631 h 136742"/>
                <a:gd name="connsiteX10" fmla="*/ 87130 w 139448"/>
                <a:gd name="connsiteY10" fmla="*/ 85 h 136742"/>
                <a:gd name="connsiteX11" fmla="*/ 241 w 139448"/>
                <a:gd name="connsiteY11" fmla="*/ 103246 h 136742"/>
                <a:gd name="connsiteX12" fmla="*/ 31230 w 139448"/>
                <a:gd name="connsiteY12" fmla="*/ 136827 h 136742"/>
                <a:gd name="connsiteX13" fmla="*/ 92295 w 139448"/>
                <a:gd name="connsiteY13" fmla="*/ 89330 h 136742"/>
                <a:gd name="connsiteX14" fmla="*/ 85307 w 139448"/>
                <a:gd name="connsiteY14" fmla="*/ 124121 h 136742"/>
                <a:gd name="connsiteX15" fmla="*/ 97460 w 139448"/>
                <a:gd name="connsiteY15" fmla="*/ 136524 h 136742"/>
                <a:gd name="connsiteX16" fmla="*/ 139689 w 139448"/>
                <a:gd name="connsiteY16" fmla="*/ 103246 h 136742"/>
                <a:gd name="connsiteX17" fmla="*/ 136044 w 139448"/>
                <a:gd name="connsiteY17" fmla="*/ 100221 h 136742"/>
                <a:gd name="connsiteX18" fmla="*/ 88953 w 139448"/>
                <a:gd name="connsiteY18" fmla="*/ 6740 h 136742"/>
                <a:gd name="connsiteX19" fmla="*/ 105966 w 139448"/>
                <a:gd name="connsiteY19" fmla="*/ 25194 h 136742"/>
                <a:gd name="connsiteX20" fmla="*/ 69813 w 139448"/>
                <a:gd name="connsiteY20" fmla="*/ 108692 h 136742"/>
                <a:gd name="connsiteX21" fmla="*/ 43382 w 139448"/>
                <a:gd name="connsiteY21" fmla="*/ 122003 h 136742"/>
                <a:gd name="connsiteX22" fmla="*/ 25761 w 139448"/>
                <a:gd name="connsiteY22" fmla="*/ 99313 h 136742"/>
                <a:gd name="connsiteX23" fmla="*/ 50369 w 139448"/>
                <a:gd name="connsiteY23" fmla="*/ 33060 h 136742"/>
                <a:gd name="connsiteX24" fmla="*/ 88953 w 139448"/>
                <a:gd name="connsiteY24" fmla="*/ 674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9448" h="136742">
                  <a:moveTo>
                    <a:pt x="136044" y="100221"/>
                  </a:moveTo>
                  <a:cubicBezTo>
                    <a:pt x="131486" y="104759"/>
                    <a:pt x="129664" y="106272"/>
                    <a:pt x="127537" y="108692"/>
                  </a:cubicBezTo>
                  <a:cubicBezTo>
                    <a:pt x="118423" y="118070"/>
                    <a:pt x="114473" y="121095"/>
                    <a:pt x="111739" y="121095"/>
                  </a:cubicBezTo>
                  <a:cubicBezTo>
                    <a:pt x="109308" y="121095"/>
                    <a:pt x="107485" y="119280"/>
                    <a:pt x="107485" y="117163"/>
                  </a:cubicBezTo>
                  <a:cubicBezTo>
                    <a:pt x="107485" y="111112"/>
                    <a:pt x="120245" y="59380"/>
                    <a:pt x="134524" y="7345"/>
                  </a:cubicBezTo>
                  <a:cubicBezTo>
                    <a:pt x="135436" y="4320"/>
                    <a:pt x="135740" y="3715"/>
                    <a:pt x="136347" y="992"/>
                  </a:cubicBezTo>
                  <a:lnTo>
                    <a:pt x="134221" y="85"/>
                  </a:lnTo>
                  <a:lnTo>
                    <a:pt x="115688" y="2202"/>
                  </a:lnTo>
                  <a:lnTo>
                    <a:pt x="114777" y="3110"/>
                  </a:lnTo>
                  <a:lnTo>
                    <a:pt x="111435" y="17631"/>
                  </a:lnTo>
                  <a:cubicBezTo>
                    <a:pt x="109005" y="6438"/>
                    <a:pt x="100194" y="85"/>
                    <a:pt x="87130" y="85"/>
                  </a:cubicBezTo>
                  <a:cubicBezTo>
                    <a:pt x="47028" y="85"/>
                    <a:pt x="241" y="55447"/>
                    <a:pt x="241" y="103246"/>
                  </a:cubicBezTo>
                  <a:cubicBezTo>
                    <a:pt x="241" y="124423"/>
                    <a:pt x="11786" y="136827"/>
                    <a:pt x="31230" y="136827"/>
                  </a:cubicBezTo>
                  <a:cubicBezTo>
                    <a:pt x="52496" y="136827"/>
                    <a:pt x="65560" y="126843"/>
                    <a:pt x="92295" y="89330"/>
                  </a:cubicBezTo>
                  <a:cubicBezTo>
                    <a:pt x="86219" y="112927"/>
                    <a:pt x="85307" y="116860"/>
                    <a:pt x="85307" y="124121"/>
                  </a:cubicBezTo>
                  <a:cubicBezTo>
                    <a:pt x="85307" y="132894"/>
                    <a:pt x="88953" y="136524"/>
                    <a:pt x="97460" y="136524"/>
                  </a:cubicBezTo>
                  <a:cubicBezTo>
                    <a:pt x="109612" y="136524"/>
                    <a:pt x="117207" y="130776"/>
                    <a:pt x="139689" y="103246"/>
                  </a:cubicBezTo>
                  <a:lnTo>
                    <a:pt x="136044" y="100221"/>
                  </a:lnTo>
                  <a:close/>
                  <a:moveTo>
                    <a:pt x="88953" y="6740"/>
                  </a:moveTo>
                  <a:cubicBezTo>
                    <a:pt x="99283" y="7345"/>
                    <a:pt x="105966" y="14606"/>
                    <a:pt x="105966" y="25194"/>
                  </a:cubicBezTo>
                  <a:cubicBezTo>
                    <a:pt x="105966" y="50607"/>
                    <a:pt x="90776" y="86305"/>
                    <a:pt x="69813" y="108692"/>
                  </a:cubicBezTo>
                  <a:cubicBezTo>
                    <a:pt x="62522" y="116860"/>
                    <a:pt x="52192" y="122003"/>
                    <a:pt x="43382" y="122003"/>
                  </a:cubicBezTo>
                  <a:cubicBezTo>
                    <a:pt x="32749" y="122003"/>
                    <a:pt x="25761" y="113230"/>
                    <a:pt x="25761" y="99313"/>
                  </a:cubicBezTo>
                  <a:cubicBezTo>
                    <a:pt x="25761" y="82977"/>
                    <a:pt x="37306" y="51817"/>
                    <a:pt x="50369" y="33060"/>
                  </a:cubicBezTo>
                  <a:cubicBezTo>
                    <a:pt x="62522" y="15514"/>
                    <a:pt x="76801" y="5833"/>
                    <a:pt x="88953" y="6740"/>
                  </a:cubicBez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A4B5F75-DB4A-F5D6-6B7B-E2F939942A9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082236" y="4914494"/>
              <a:ext cx="72610" cy="209953"/>
            </a:xfrm>
            <a:custGeom>
              <a:avLst/>
              <a:gdLst>
                <a:gd name="connsiteX0" fmla="*/ 57362 w 72610"/>
                <a:gd name="connsiteY0" fmla="*/ 169500 h 209953"/>
                <a:gd name="connsiteX1" fmla="*/ 49159 w 72610"/>
                <a:gd name="connsiteY1" fmla="*/ 179786 h 209953"/>
                <a:gd name="connsiteX2" fmla="*/ 28196 w 72610"/>
                <a:gd name="connsiteY2" fmla="*/ 197030 h 209953"/>
                <a:gd name="connsiteX3" fmla="*/ 23639 w 72610"/>
                <a:gd name="connsiteY3" fmla="*/ 191584 h 209953"/>
                <a:gd name="connsiteX4" fmla="*/ 26070 w 72610"/>
                <a:gd name="connsiteY4" fmla="*/ 179786 h 209953"/>
                <a:gd name="connsiteX5" fmla="*/ 26981 w 72610"/>
                <a:gd name="connsiteY5" fmla="*/ 176760 h 209953"/>
                <a:gd name="connsiteX6" fmla="*/ 72856 w 72610"/>
                <a:gd name="connsiteY6" fmla="*/ 1597 h 209953"/>
                <a:gd name="connsiteX7" fmla="*/ 71337 w 72610"/>
                <a:gd name="connsiteY7" fmla="*/ 85 h 209953"/>
                <a:gd name="connsiteX8" fmla="*/ 23943 w 72610"/>
                <a:gd name="connsiteY8" fmla="*/ 8253 h 209953"/>
                <a:gd name="connsiteX9" fmla="*/ 23943 w 72610"/>
                <a:gd name="connsiteY9" fmla="*/ 13093 h 209953"/>
                <a:gd name="connsiteX10" fmla="*/ 44602 w 72610"/>
                <a:gd name="connsiteY10" fmla="*/ 20051 h 209953"/>
                <a:gd name="connsiteX11" fmla="*/ 43387 w 72610"/>
                <a:gd name="connsiteY11" fmla="*/ 25497 h 209953"/>
                <a:gd name="connsiteX12" fmla="*/ 1765 w 72610"/>
                <a:gd name="connsiteY12" fmla="*/ 185231 h 209953"/>
                <a:gd name="connsiteX13" fmla="*/ 246 w 72610"/>
                <a:gd name="connsiteY13" fmla="*/ 193097 h 209953"/>
                <a:gd name="connsiteX14" fmla="*/ 15133 w 72610"/>
                <a:gd name="connsiteY14" fmla="*/ 210038 h 209953"/>
                <a:gd name="connsiteX15" fmla="*/ 61312 w 72610"/>
                <a:gd name="connsiteY15" fmla="*/ 172222 h 209953"/>
                <a:gd name="connsiteX16" fmla="*/ 57362 w 72610"/>
                <a:gd name="connsiteY16" fmla="*/ 169500 h 209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10" h="209953">
                  <a:moveTo>
                    <a:pt x="57362" y="169500"/>
                  </a:moveTo>
                  <a:cubicBezTo>
                    <a:pt x="54628" y="172827"/>
                    <a:pt x="51893" y="176155"/>
                    <a:pt x="49159" y="179786"/>
                  </a:cubicBezTo>
                  <a:cubicBezTo>
                    <a:pt x="39437" y="192492"/>
                    <a:pt x="33665" y="197030"/>
                    <a:pt x="28196" y="197030"/>
                  </a:cubicBezTo>
                  <a:cubicBezTo>
                    <a:pt x="25158" y="197030"/>
                    <a:pt x="23639" y="194912"/>
                    <a:pt x="23639" y="191584"/>
                  </a:cubicBezTo>
                  <a:cubicBezTo>
                    <a:pt x="23639" y="189466"/>
                    <a:pt x="24551" y="185836"/>
                    <a:pt x="26070" y="179786"/>
                  </a:cubicBezTo>
                  <a:cubicBezTo>
                    <a:pt x="26374" y="178878"/>
                    <a:pt x="26677" y="177365"/>
                    <a:pt x="26981" y="176760"/>
                  </a:cubicBezTo>
                  <a:lnTo>
                    <a:pt x="72856" y="1597"/>
                  </a:lnTo>
                  <a:lnTo>
                    <a:pt x="71337" y="85"/>
                  </a:lnTo>
                  <a:cubicBezTo>
                    <a:pt x="53413" y="4018"/>
                    <a:pt x="41868" y="6135"/>
                    <a:pt x="23943" y="8253"/>
                  </a:cubicBezTo>
                  <a:lnTo>
                    <a:pt x="23943" y="13093"/>
                  </a:lnTo>
                  <a:cubicBezTo>
                    <a:pt x="38526" y="13093"/>
                    <a:pt x="44602" y="15211"/>
                    <a:pt x="44602" y="20051"/>
                  </a:cubicBezTo>
                  <a:cubicBezTo>
                    <a:pt x="44602" y="20959"/>
                    <a:pt x="44298" y="22774"/>
                    <a:pt x="43387" y="25497"/>
                  </a:cubicBezTo>
                  <a:lnTo>
                    <a:pt x="1765" y="185231"/>
                  </a:lnTo>
                  <a:cubicBezTo>
                    <a:pt x="854" y="188559"/>
                    <a:pt x="246" y="191584"/>
                    <a:pt x="246" y="193097"/>
                  </a:cubicBezTo>
                  <a:cubicBezTo>
                    <a:pt x="246" y="203988"/>
                    <a:pt x="5411" y="210038"/>
                    <a:pt x="15133" y="210038"/>
                  </a:cubicBezTo>
                  <a:cubicBezTo>
                    <a:pt x="30931" y="210038"/>
                    <a:pt x="41564" y="201265"/>
                    <a:pt x="61312" y="172222"/>
                  </a:cubicBezTo>
                  <a:lnTo>
                    <a:pt x="57362" y="169500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9880E67-0A58-7B1C-D204-D0C135719B95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228662" y="4923570"/>
              <a:ext cx="215096" cy="197549"/>
            </a:xfrm>
            <a:custGeom>
              <a:avLst/>
              <a:gdLst>
                <a:gd name="connsiteX0" fmla="*/ 42177 w 215096"/>
                <a:gd name="connsiteY0" fmla="*/ 4925 h 197549"/>
                <a:gd name="connsiteX1" fmla="*/ 65570 w 215096"/>
                <a:gd name="connsiteY1" fmla="*/ 17329 h 197549"/>
                <a:gd name="connsiteX2" fmla="*/ 62228 w 215096"/>
                <a:gd name="connsiteY2" fmla="*/ 36690 h 197549"/>
                <a:gd name="connsiteX3" fmla="*/ 24860 w 215096"/>
                <a:gd name="connsiteY3" fmla="*/ 170407 h 197549"/>
                <a:gd name="connsiteX4" fmla="*/ 251 w 215096"/>
                <a:gd name="connsiteY4" fmla="*/ 192794 h 197549"/>
                <a:gd name="connsiteX5" fmla="*/ 251 w 215096"/>
                <a:gd name="connsiteY5" fmla="*/ 197635 h 197549"/>
                <a:gd name="connsiteX6" fmla="*/ 77115 w 215096"/>
                <a:gd name="connsiteY6" fmla="*/ 197635 h 197549"/>
                <a:gd name="connsiteX7" fmla="*/ 168561 w 215096"/>
                <a:gd name="connsiteY7" fmla="*/ 171315 h 197549"/>
                <a:gd name="connsiteX8" fmla="*/ 215348 w 215096"/>
                <a:gd name="connsiteY8" fmla="*/ 81464 h 197549"/>
                <a:gd name="connsiteX9" fmla="*/ 126636 w 215096"/>
                <a:gd name="connsiteY9" fmla="*/ 85 h 197549"/>
                <a:gd name="connsiteX10" fmla="*/ 42177 w 215096"/>
                <a:gd name="connsiteY10" fmla="*/ 85 h 197549"/>
                <a:gd name="connsiteX11" fmla="*/ 42177 w 215096"/>
                <a:gd name="connsiteY11" fmla="*/ 4925 h 197549"/>
                <a:gd name="connsiteX12" fmla="*/ 97774 w 215096"/>
                <a:gd name="connsiteY12" fmla="*/ 17934 h 197549"/>
                <a:gd name="connsiteX13" fmla="*/ 116306 w 215096"/>
                <a:gd name="connsiteY13" fmla="*/ 9160 h 197549"/>
                <a:gd name="connsiteX14" fmla="*/ 158536 w 215096"/>
                <a:gd name="connsiteY14" fmla="*/ 20354 h 197549"/>
                <a:gd name="connsiteX15" fmla="*/ 181625 w 215096"/>
                <a:gd name="connsiteY15" fmla="*/ 74204 h 197549"/>
                <a:gd name="connsiteX16" fmla="*/ 148206 w 215096"/>
                <a:gd name="connsiteY16" fmla="*/ 161331 h 197549"/>
                <a:gd name="connsiteX17" fmla="*/ 74077 w 215096"/>
                <a:gd name="connsiteY17" fmla="*/ 188559 h 197549"/>
                <a:gd name="connsiteX18" fmla="*/ 54329 w 215096"/>
                <a:gd name="connsiteY18" fmla="*/ 177365 h 197549"/>
                <a:gd name="connsiteX19" fmla="*/ 61013 w 215096"/>
                <a:gd name="connsiteY19" fmla="*/ 148625 h 197549"/>
                <a:gd name="connsiteX20" fmla="*/ 97774 w 215096"/>
                <a:gd name="connsiteY20" fmla="*/ 17934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5096" h="197549">
                  <a:moveTo>
                    <a:pt x="42177" y="4925"/>
                  </a:moveTo>
                  <a:cubicBezTo>
                    <a:pt x="61013" y="6740"/>
                    <a:pt x="65570" y="9160"/>
                    <a:pt x="65570" y="17329"/>
                  </a:cubicBezTo>
                  <a:cubicBezTo>
                    <a:pt x="65570" y="21867"/>
                    <a:pt x="64355" y="29127"/>
                    <a:pt x="62228" y="36690"/>
                  </a:cubicBezTo>
                  <a:lnTo>
                    <a:pt x="24860" y="170407"/>
                  </a:lnTo>
                  <a:cubicBezTo>
                    <a:pt x="19391" y="187954"/>
                    <a:pt x="17265" y="189769"/>
                    <a:pt x="251" y="192794"/>
                  </a:cubicBezTo>
                  <a:lnTo>
                    <a:pt x="251" y="197635"/>
                  </a:lnTo>
                  <a:lnTo>
                    <a:pt x="77115" y="197635"/>
                  </a:lnTo>
                  <a:cubicBezTo>
                    <a:pt x="112660" y="197635"/>
                    <a:pt x="145168" y="188256"/>
                    <a:pt x="168561" y="171315"/>
                  </a:cubicBezTo>
                  <a:cubicBezTo>
                    <a:pt x="198031" y="149835"/>
                    <a:pt x="215348" y="116558"/>
                    <a:pt x="215348" y="81464"/>
                  </a:cubicBezTo>
                  <a:cubicBezTo>
                    <a:pt x="215348" y="31850"/>
                    <a:pt x="180714" y="85"/>
                    <a:pt x="126636" y="85"/>
                  </a:cubicBezTo>
                  <a:lnTo>
                    <a:pt x="42177" y="85"/>
                  </a:lnTo>
                  <a:lnTo>
                    <a:pt x="42177" y="4925"/>
                  </a:lnTo>
                  <a:close/>
                  <a:moveTo>
                    <a:pt x="97774" y="17934"/>
                  </a:moveTo>
                  <a:cubicBezTo>
                    <a:pt x="99597" y="11278"/>
                    <a:pt x="104154" y="9160"/>
                    <a:pt x="116306" y="9160"/>
                  </a:cubicBezTo>
                  <a:cubicBezTo>
                    <a:pt x="133623" y="9160"/>
                    <a:pt x="148814" y="13093"/>
                    <a:pt x="158536" y="20354"/>
                  </a:cubicBezTo>
                  <a:cubicBezTo>
                    <a:pt x="173422" y="31245"/>
                    <a:pt x="181625" y="50304"/>
                    <a:pt x="181625" y="74204"/>
                  </a:cubicBezTo>
                  <a:cubicBezTo>
                    <a:pt x="181625" y="106877"/>
                    <a:pt x="168865" y="140760"/>
                    <a:pt x="148206" y="161331"/>
                  </a:cubicBezTo>
                  <a:cubicBezTo>
                    <a:pt x="130281" y="179483"/>
                    <a:pt x="105673" y="188559"/>
                    <a:pt x="74077" y="188559"/>
                  </a:cubicBezTo>
                  <a:cubicBezTo>
                    <a:pt x="60102" y="188559"/>
                    <a:pt x="54329" y="185231"/>
                    <a:pt x="54329" y="177365"/>
                  </a:cubicBezTo>
                  <a:cubicBezTo>
                    <a:pt x="54329" y="173433"/>
                    <a:pt x="55848" y="166777"/>
                    <a:pt x="61013" y="148625"/>
                  </a:cubicBezTo>
                  <a:lnTo>
                    <a:pt x="97774" y="17934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57A7EDA-E3CC-A967-C573-82D54E2C6288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466151" y="4923268"/>
              <a:ext cx="65318" cy="201180"/>
            </a:xfrm>
            <a:custGeom>
              <a:avLst/>
              <a:gdLst>
                <a:gd name="connsiteX0" fmla="*/ 52817 w 65318"/>
                <a:gd name="connsiteY0" fmla="*/ 163449 h 201180"/>
                <a:gd name="connsiteX1" fmla="*/ 40361 w 65318"/>
                <a:gd name="connsiteY1" fmla="*/ 178878 h 201180"/>
                <a:gd name="connsiteX2" fmla="*/ 27905 w 65318"/>
                <a:gd name="connsiteY2" fmla="*/ 187046 h 201180"/>
                <a:gd name="connsiteX3" fmla="*/ 23044 w 65318"/>
                <a:gd name="connsiteY3" fmla="*/ 182508 h 201180"/>
                <a:gd name="connsiteX4" fmla="*/ 26082 w 65318"/>
                <a:gd name="connsiteY4" fmla="*/ 169197 h 201180"/>
                <a:gd name="connsiteX5" fmla="*/ 27601 w 65318"/>
                <a:gd name="connsiteY5" fmla="*/ 163752 h 201180"/>
                <a:gd name="connsiteX6" fmla="*/ 27601 w 65318"/>
                <a:gd name="connsiteY6" fmla="*/ 163147 h 201180"/>
                <a:gd name="connsiteX7" fmla="*/ 27905 w 65318"/>
                <a:gd name="connsiteY7" fmla="*/ 162542 h 201180"/>
                <a:gd name="connsiteX8" fmla="*/ 54640 w 65318"/>
                <a:gd name="connsiteY8" fmla="*/ 65128 h 201180"/>
                <a:gd name="connsiteX9" fmla="*/ 53729 w 65318"/>
                <a:gd name="connsiteY9" fmla="*/ 64523 h 201180"/>
                <a:gd name="connsiteX10" fmla="*/ 5119 w 65318"/>
                <a:gd name="connsiteY10" fmla="*/ 72086 h 201180"/>
                <a:gd name="connsiteX11" fmla="*/ 5119 w 65318"/>
                <a:gd name="connsiteY11" fmla="*/ 76926 h 201180"/>
                <a:gd name="connsiteX12" fmla="*/ 24259 w 65318"/>
                <a:gd name="connsiteY12" fmla="*/ 84187 h 201180"/>
                <a:gd name="connsiteX13" fmla="*/ 21525 w 65318"/>
                <a:gd name="connsiteY13" fmla="*/ 97498 h 201180"/>
                <a:gd name="connsiteX14" fmla="*/ 6942 w 65318"/>
                <a:gd name="connsiteY14" fmla="*/ 151046 h 201180"/>
                <a:gd name="connsiteX15" fmla="*/ 258 w 65318"/>
                <a:gd name="connsiteY15" fmla="*/ 184021 h 201180"/>
                <a:gd name="connsiteX16" fmla="*/ 14234 w 65318"/>
                <a:gd name="connsiteY16" fmla="*/ 201265 h 201180"/>
                <a:gd name="connsiteX17" fmla="*/ 56767 w 65318"/>
                <a:gd name="connsiteY17" fmla="*/ 166777 h 201180"/>
                <a:gd name="connsiteX18" fmla="*/ 52817 w 65318"/>
                <a:gd name="connsiteY18" fmla="*/ 163449 h 201180"/>
                <a:gd name="connsiteX19" fmla="*/ 50387 w 65318"/>
                <a:gd name="connsiteY19" fmla="*/ 85 h 201180"/>
                <a:gd name="connsiteX20" fmla="*/ 36108 w 65318"/>
                <a:gd name="connsiteY20" fmla="*/ 16119 h 201180"/>
                <a:gd name="connsiteX21" fmla="*/ 50691 w 65318"/>
                <a:gd name="connsiteY21" fmla="*/ 32153 h 201180"/>
                <a:gd name="connsiteX22" fmla="*/ 65577 w 65318"/>
                <a:gd name="connsiteY22" fmla="*/ 16724 h 201180"/>
                <a:gd name="connsiteX23" fmla="*/ 50387 w 65318"/>
                <a:gd name="connsiteY23" fmla="*/ 85 h 201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5318" h="201180">
                  <a:moveTo>
                    <a:pt x="52817" y="163449"/>
                  </a:moveTo>
                  <a:cubicBezTo>
                    <a:pt x="45526" y="173130"/>
                    <a:pt x="43399" y="175550"/>
                    <a:pt x="40361" y="178878"/>
                  </a:cubicBezTo>
                  <a:cubicBezTo>
                    <a:pt x="35196" y="184021"/>
                    <a:pt x="30639" y="187046"/>
                    <a:pt x="27905" y="187046"/>
                  </a:cubicBezTo>
                  <a:cubicBezTo>
                    <a:pt x="25475" y="187046"/>
                    <a:pt x="23044" y="184626"/>
                    <a:pt x="23044" y="182508"/>
                  </a:cubicBezTo>
                  <a:cubicBezTo>
                    <a:pt x="23044" y="179483"/>
                    <a:pt x="23956" y="174945"/>
                    <a:pt x="26082" y="169197"/>
                  </a:cubicBezTo>
                  <a:cubicBezTo>
                    <a:pt x="26082" y="168290"/>
                    <a:pt x="26994" y="166172"/>
                    <a:pt x="27601" y="163752"/>
                  </a:cubicBezTo>
                  <a:lnTo>
                    <a:pt x="27601" y="163147"/>
                  </a:lnTo>
                  <a:lnTo>
                    <a:pt x="27905" y="162542"/>
                  </a:lnTo>
                  <a:lnTo>
                    <a:pt x="54640" y="65128"/>
                  </a:lnTo>
                  <a:lnTo>
                    <a:pt x="53729" y="64523"/>
                  </a:lnTo>
                  <a:cubicBezTo>
                    <a:pt x="23044" y="70271"/>
                    <a:pt x="16968" y="71178"/>
                    <a:pt x="5119" y="72086"/>
                  </a:cubicBezTo>
                  <a:lnTo>
                    <a:pt x="5119" y="76926"/>
                  </a:lnTo>
                  <a:cubicBezTo>
                    <a:pt x="21221" y="77229"/>
                    <a:pt x="24259" y="78137"/>
                    <a:pt x="24259" y="84187"/>
                  </a:cubicBezTo>
                  <a:cubicBezTo>
                    <a:pt x="24259" y="86607"/>
                    <a:pt x="23348" y="91448"/>
                    <a:pt x="21525" y="97498"/>
                  </a:cubicBezTo>
                  <a:lnTo>
                    <a:pt x="6942" y="151046"/>
                  </a:lnTo>
                  <a:cubicBezTo>
                    <a:pt x="2081" y="168592"/>
                    <a:pt x="258" y="177970"/>
                    <a:pt x="258" y="184021"/>
                  </a:cubicBezTo>
                  <a:cubicBezTo>
                    <a:pt x="258" y="195214"/>
                    <a:pt x="5119" y="201265"/>
                    <a:pt x="14234" y="201265"/>
                  </a:cubicBezTo>
                  <a:cubicBezTo>
                    <a:pt x="28209" y="201265"/>
                    <a:pt x="39450" y="192189"/>
                    <a:pt x="56767" y="166777"/>
                  </a:cubicBezTo>
                  <a:lnTo>
                    <a:pt x="52817" y="163449"/>
                  </a:lnTo>
                  <a:close/>
                  <a:moveTo>
                    <a:pt x="50387" y="85"/>
                  </a:moveTo>
                  <a:cubicBezTo>
                    <a:pt x="42184" y="85"/>
                    <a:pt x="36108" y="7043"/>
                    <a:pt x="36108" y="16119"/>
                  </a:cubicBezTo>
                  <a:cubicBezTo>
                    <a:pt x="36108" y="25799"/>
                    <a:pt x="41880" y="32153"/>
                    <a:pt x="50691" y="32153"/>
                  </a:cubicBezTo>
                  <a:cubicBezTo>
                    <a:pt x="58590" y="32153"/>
                    <a:pt x="65577" y="25194"/>
                    <a:pt x="65577" y="16724"/>
                  </a:cubicBezTo>
                  <a:cubicBezTo>
                    <a:pt x="65577" y="7950"/>
                    <a:pt x="58590" y="85"/>
                    <a:pt x="50387" y="85"/>
                  </a:cubicBez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46D38E2-F5CE-4A60-CA64-FED76EA62451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491377" y="4916007"/>
              <a:ext cx="173474" cy="267736"/>
            </a:xfrm>
            <a:custGeom>
              <a:avLst/>
              <a:gdLst>
                <a:gd name="connsiteX0" fmla="*/ 55554 w 173474"/>
                <a:gd name="connsiteY0" fmla="*/ 85397 h 267736"/>
                <a:gd name="connsiteX1" fmla="*/ 82897 w 173474"/>
                <a:gd name="connsiteY1" fmla="*/ 85397 h 267736"/>
                <a:gd name="connsiteX2" fmla="*/ 56162 w 173474"/>
                <a:gd name="connsiteY2" fmla="*/ 212459 h 267736"/>
                <a:gd name="connsiteX3" fmla="*/ 26693 w 173474"/>
                <a:gd name="connsiteY3" fmla="*/ 261468 h 267736"/>
                <a:gd name="connsiteX4" fmla="*/ 20616 w 173474"/>
                <a:gd name="connsiteY4" fmla="*/ 256627 h 267736"/>
                <a:gd name="connsiteX5" fmla="*/ 21832 w 173474"/>
                <a:gd name="connsiteY5" fmla="*/ 253300 h 267736"/>
                <a:gd name="connsiteX6" fmla="*/ 23351 w 173474"/>
                <a:gd name="connsiteY6" fmla="*/ 248459 h 267736"/>
                <a:gd name="connsiteX7" fmla="*/ 11502 w 173474"/>
                <a:gd name="connsiteY7" fmla="*/ 236963 h 267736"/>
                <a:gd name="connsiteX8" fmla="*/ 261 w 173474"/>
                <a:gd name="connsiteY8" fmla="*/ 249367 h 267736"/>
                <a:gd name="connsiteX9" fmla="*/ 24262 w 173474"/>
                <a:gd name="connsiteY9" fmla="*/ 267821 h 267736"/>
                <a:gd name="connsiteX10" fmla="*/ 85024 w 173474"/>
                <a:gd name="connsiteY10" fmla="*/ 182206 h 267736"/>
                <a:gd name="connsiteX11" fmla="*/ 106898 w 173474"/>
                <a:gd name="connsiteY11" fmla="*/ 85397 h 267736"/>
                <a:gd name="connsiteX12" fmla="*/ 140013 w 173474"/>
                <a:gd name="connsiteY12" fmla="*/ 85397 h 267736"/>
                <a:gd name="connsiteX13" fmla="*/ 141836 w 173474"/>
                <a:gd name="connsiteY13" fmla="*/ 75716 h 267736"/>
                <a:gd name="connsiteX14" fmla="*/ 109025 w 173474"/>
                <a:gd name="connsiteY14" fmla="*/ 75716 h 267736"/>
                <a:gd name="connsiteX15" fmla="*/ 146089 w 173474"/>
                <a:gd name="connsiteY15" fmla="*/ 6740 h 267736"/>
                <a:gd name="connsiteX16" fmla="*/ 152773 w 173474"/>
                <a:gd name="connsiteY16" fmla="*/ 10371 h 267736"/>
                <a:gd name="connsiteX17" fmla="*/ 151558 w 173474"/>
                <a:gd name="connsiteY17" fmla="*/ 13396 h 267736"/>
                <a:gd name="connsiteX18" fmla="*/ 149735 w 173474"/>
                <a:gd name="connsiteY18" fmla="*/ 19749 h 267736"/>
                <a:gd name="connsiteX19" fmla="*/ 160976 w 173474"/>
                <a:gd name="connsiteY19" fmla="*/ 31850 h 267736"/>
                <a:gd name="connsiteX20" fmla="*/ 173736 w 173474"/>
                <a:gd name="connsiteY20" fmla="*/ 19749 h 267736"/>
                <a:gd name="connsiteX21" fmla="*/ 147608 w 173474"/>
                <a:gd name="connsiteY21" fmla="*/ 85 h 267736"/>
                <a:gd name="connsiteX22" fmla="*/ 109936 w 173474"/>
                <a:gd name="connsiteY22" fmla="*/ 20959 h 267736"/>
                <a:gd name="connsiteX23" fmla="*/ 85631 w 173474"/>
                <a:gd name="connsiteY23" fmla="*/ 75716 h 267736"/>
                <a:gd name="connsiteX24" fmla="*/ 57681 w 173474"/>
                <a:gd name="connsiteY24" fmla="*/ 75716 h 267736"/>
                <a:gd name="connsiteX25" fmla="*/ 55554 w 173474"/>
                <a:gd name="connsiteY25" fmla="*/ 85397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74" h="267736">
                  <a:moveTo>
                    <a:pt x="55554" y="85397"/>
                  </a:moveTo>
                  <a:lnTo>
                    <a:pt x="82897" y="85397"/>
                  </a:lnTo>
                  <a:lnTo>
                    <a:pt x="56162" y="212459"/>
                  </a:lnTo>
                  <a:cubicBezTo>
                    <a:pt x="49478" y="244829"/>
                    <a:pt x="39453" y="261468"/>
                    <a:pt x="26693" y="261468"/>
                  </a:cubicBezTo>
                  <a:cubicBezTo>
                    <a:pt x="23047" y="261468"/>
                    <a:pt x="20616" y="259350"/>
                    <a:pt x="20616" y="256627"/>
                  </a:cubicBezTo>
                  <a:cubicBezTo>
                    <a:pt x="20616" y="255720"/>
                    <a:pt x="20920" y="254812"/>
                    <a:pt x="21832" y="253300"/>
                  </a:cubicBezTo>
                  <a:cubicBezTo>
                    <a:pt x="23047" y="251484"/>
                    <a:pt x="23351" y="250274"/>
                    <a:pt x="23351" y="248459"/>
                  </a:cubicBezTo>
                  <a:cubicBezTo>
                    <a:pt x="23351" y="242106"/>
                    <a:pt x="17882" y="236963"/>
                    <a:pt x="11502" y="236963"/>
                  </a:cubicBezTo>
                  <a:cubicBezTo>
                    <a:pt x="5122" y="236963"/>
                    <a:pt x="261" y="242409"/>
                    <a:pt x="261" y="249367"/>
                  </a:cubicBezTo>
                  <a:cubicBezTo>
                    <a:pt x="261" y="259653"/>
                    <a:pt x="10895" y="267821"/>
                    <a:pt x="24262" y="267821"/>
                  </a:cubicBezTo>
                  <a:cubicBezTo>
                    <a:pt x="51301" y="267821"/>
                    <a:pt x="72568" y="237871"/>
                    <a:pt x="85024" y="182206"/>
                  </a:cubicBezTo>
                  <a:lnTo>
                    <a:pt x="106898" y="85397"/>
                  </a:lnTo>
                  <a:lnTo>
                    <a:pt x="140013" y="85397"/>
                  </a:lnTo>
                  <a:lnTo>
                    <a:pt x="141836" y="75716"/>
                  </a:lnTo>
                  <a:lnTo>
                    <a:pt x="109025" y="75716"/>
                  </a:lnTo>
                  <a:cubicBezTo>
                    <a:pt x="117835" y="28220"/>
                    <a:pt x="129076" y="6740"/>
                    <a:pt x="146089" y="6740"/>
                  </a:cubicBezTo>
                  <a:cubicBezTo>
                    <a:pt x="150039" y="6740"/>
                    <a:pt x="152773" y="8253"/>
                    <a:pt x="152773" y="10371"/>
                  </a:cubicBezTo>
                  <a:cubicBezTo>
                    <a:pt x="152773" y="11278"/>
                    <a:pt x="152469" y="11883"/>
                    <a:pt x="151558" y="13396"/>
                  </a:cubicBezTo>
                  <a:cubicBezTo>
                    <a:pt x="150343" y="16119"/>
                    <a:pt x="149735" y="17631"/>
                    <a:pt x="149735" y="19749"/>
                  </a:cubicBezTo>
                  <a:cubicBezTo>
                    <a:pt x="149735" y="27010"/>
                    <a:pt x="154292" y="31850"/>
                    <a:pt x="160976" y="31850"/>
                  </a:cubicBezTo>
                  <a:cubicBezTo>
                    <a:pt x="167964" y="31850"/>
                    <a:pt x="173736" y="26405"/>
                    <a:pt x="173736" y="19749"/>
                  </a:cubicBezTo>
                  <a:cubicBezTo>
                    <a:pt x="173736" y="8555"/>
                    <a:pt x="162495" y="85"/>
                    <a:pt x="147608" y="85"/>
                  </a:cubicBezTo>
                  <a:cubicBezTo>
                    <a:pt x="132722" y="85"/>
                    <a:pt x="120873" y="6740"/>
                    <a:pt x="109936" y="20959"/>
                  </a:cubicBezTo>
                  <a:cubicBezTo>
                    <a:pt x="100822" y="32758"/>
                    <a:pt x="94746" y="46674"/>
                    <a:pt x="85631" y="75716"/>
                  </a:cubicBezTo>
                  <a:lnTo>
                    <a:pt x="57681" y="75716"/>
                  </a:lnTo>
                  <a:lnTo>
                    <a:pt x="55554" y="85397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573FE65-2C6B-9C4F-000B-C439A315CC69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570346" y="4916007"/>
              <a:ext cx="173474" cy="267736"/>
            </a:xfrm>
            <a:custGeom>
              <a:avLst/>
              <a:gdLst>
                <a:gd name="connsiteX0" fmla="*/ 55557 w 173474"/>
                <a:gd name="connsiteY0" fmla="*/ 85397 h 267736"/>
                <a:gd name="connsiteX1" fmla="*/ 82900 w 173474"/>
                <a:gd name="connsiteY1" fmla="*/ 85397 h 267736"/>
                <a:gd name="connsiteX2" fmla="*/ 56165 w 173474"/>
                <a:gd name="connsiteY2" fmla="*/ 212459 h 267736"/>
                <a:gd name="connsiteX3" fmla="*/ 26695 w 173474"/>
                <a:gd name="connsiteY3" fmla="*/ 261468 h 267736"/>
                <a:gd name="connsiteX4" fmla="*/ 20619 w 173474"/>
                <a:gd name="connsiteY4" fmla="*/ 256627 h 267736"/>
                <a:gd name="connsiteX5" fmla="*/ 21834 w 173474"/>
                <a:gd name="connsiteY5" fmla="*/ 253300 h 267736"/>
                <a:gd name="connsiteX6" fmla="*/ 23353 w 173474"/>
                <a:gd name="connsiteY6" fmla="*/ 248459 h 267736"/>
                <a:gd name="connsiteX7" fmla="*/ 11505 w 173474"/>
                <a:gd name="connsiteY7" fmla="*/ 236963 h 267736"/>
                <a:gd name="connsiteX8" fmla="*/ 264 w 173474"/>
                <a:gd name="connsiteY8" fmla="*/ 249367 h 267736"/>
                <a:gd name="connsiteX9" fmla="*/ 24265 w 173474"/>
                <a:gd name="connsiteY9" fmla="*/ 267821 h 267736"/>
                <a:gd name="connsiteX10" fmla="*/ 85026 w 173474"/>
                <a:gd name="connsiteY10" fmla="*/ 182206 h 267736"/>
                <a:gd name="connsiteX11" fmla="*/ 106901 w 173474"/>
                <a:gd name="connsiteY11" fmla="*/ 85397 h 267736"/>
                <a:gd name="connsiteX12" fmla="*/ 140016 w 173474"/>
                <a:gd name="connsiteY12" fmla="*/ 85397 h 267736"/>
                <a:gd name="connsiteX13" fmla="*/ 141839 w 173474"/>
                <a:gd name="connsiteY13" fmla="*/ 75716 h 267736"/>
                <a:gd name="connsiteX14" fmla="*/ 109027 w 173474"/>
                <a:gd name="connsiteY14" fmla="*/ 75716 h 267736"/>
                <a:gd name="connsiteX15" fmla="*/ 146092 w 173474"/>
                <a:gd name="connsiteY15" fmla="*/ 6740 h 267736"/>
                <a:gd name="connsiteX16" fmla="*/ 152776 w 173474"/>
                <a:gd name="connsiteY16" fmla="*/ 10371 h 267736"/>
                <a:gd name="connsiteX17" fmla="*/ 151561 w 173474"/>
                <a:gd name="connsiteY17" fmla="*/ 13396 h 267736"/>
                <a:gd name="connsiteX18" fmla="*/ 149738 w 173474"/>
                <a:gd name="connsiteY18" fmla="*/ 19749 h 267736"/>
                <a:gd name="connsiteX19" fmla="*/ 160979 w 173474"/>
                <a:gd name="connsiteY19" fmla="*/ 31850 h 267736"/>
                <a:gd name="connsiteX20" fmla="*/ 173739 w 173474"/>
                <a:gd name="connsiteY20" fmla="*/ 19749 h 267736"/>
                <a:gd name="connsiteX21" fmla="*/ 147611 w 173474"/>
                <a:gd name="connsiteY21" fmla="*/ 85 h 267736"/>
                <a:gd name="connsiteX22" fmla="*/ 109939 w 173474"/>
                <a:gd name="connsiteY22" fmla="*/ 20959 h 267736"/>
                <a:gd name="connsiteX23" fmla="*/ 85634 w 173474"/>
                <a:gd name="connsiteY23" fmla="*/ 75716 h 267736"/>
                <a:gd name="connsiteX24" fmla="*/ 57684 w 173474"/>
                <a:gd name="connsiteY24" fmla="*/ 75716 h 267736"/>
                <a:gd name="connsiteX25" fmla="*/ 55557 w 173474"/>
                <a:gd name="connsiteY25" fmla="*/ 85397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74" h="267736">
                  <a:moveTo>
                    <a:pt x="55557" y="85397"/>
                  </a:moveTo>
                  <a:lnTo>
                    <a:pt x="82900" y="85397"/>
                  </a:lnTo>
                  <a:lnTo>
                    <a:pt x="56165" y="212459"/>
                  </a:lnTo>
                  <a:cubicBezTo>
                    <a:pt x="49481" y="244829"/>
                    <a:pt x="39455" y="261468"/>
                    <a:pt x="26695" y="261468"/>
                  </a:cubicBezTo>
                  <a:cubicBezTo>
                    <a:pt x="23049" y="261468"/>
                    <a:pt x="20619" y="259350"/>
                    <a:pt x="20619" y="256627"/>
                  </a:cubicBezTo>
                  <a:cubicBezTo>
                    <a:pt x="20619" y="255720"/>
                    <a:pt x="20923" y="254812"/>
                    <a:pt x="21834" y="253300"/>
                  </a:cubicBezTo>
                  <a:cubicBezTo>
                    <a:pt x="23049" y="251484"/>
                    <a:pt x="23353" y="250274"/>
                    <a:pt x="23353" y="248459"/>
                  </a:cubicBezTo>
                  <a:cubicBezTo>
                    <a:pt x="23353" y="242106"/>
                    <a:pt x="17885" y="236963"/>
                    <a:pt x="11505" y="236963"/>
                  </a:cubicBezTo>
                  <a:cubicBezTo>
                    <a:pt x="5125" y="236963"/>
                    <a:pt x="264" y="242409"/>
                    <a:pt x="264" y="249367"/>
                  </a:cubicBezTo>
                  <a:cubicBezTo>
                    <a:pt x="264" y="259653"/>
                    <a:pt x="10897" y="267821"/>
                    <a:pt x="24265" y="267821"/>
                  </a:cubicBezTo>
                  <a:cubicBezTo>
                    <a:pt x="51304" y="267821"/>
                    <a:pt x="72570" y="237871"/>
                    <a:pt x="85026" y="182206"/>
                  </a:cubicBezTo>
                  <a:lnTo>
                    <a:pt x="106901" y="85397"/>
                  </a:lnTo>
                  <a:lnTo>
                    <a:pt x="140016" y="85397"/>
                  </a:lnTo>
                  <a:lnTo>
                    <a:pt x="141839" y="75716"/>
                  </a:lnTo>
                  <a:lnTo>
                    <a:pt x="109027" y="75716"/>
                  </a:lnTo>
                  <a:cubicBezTo>
                    <a:pt x="117838" y="28220"/>
                    <a:pt x="129079" y="6740"/>
                    <a:pt x="146092" y="6740"/>
                  </a:cubicBezTo>
                  <a:cubicBezTo>
                    <a:pt x="150042" y="6740"/>
                    <a:pt x="152776" y="8253"/>
                    <a:pt x="152776" y="10371"/>
                  </a:cubicBezTo>
                  <a:cubicBezTo>
                    <a:pt x="152776" y="11278"/>
                    <a:pt x="152472" y="11883"/>
                    <a:pt x="151561" y="13396"/>
                  </a:cubicBezTo>
                  <a:cubicBezTo>
                    <a:pt x="150345" y="16119"/>
                    <a:pt x="149738" y="17631"/>
                    <a:pt x="149738" y="19749"/>
                  </a:cubicBezTo>
                  <a:cubicBezTo>
                    <a:pt x="149738" y="27010"/>
                    <a:pt x="154295" y="31850"/>
                    <a:pt x="160979" y="31850"/>
                  </a:cubicBezTo>
                  <a:cubicBezTo>
                    <a:pt x="167966" y="31850"/>
                    <a:pt x="173739" y="26405"/>
                    <a:pt x="173739" y="19749"/>
                  </a:cubicBezTo>
                  <a:cubicBezTo>
                    <a:pt x="173739" y="8555"/>
                    <a:pt x="162498" y="85"/>
                    <a:pt x="147611" y="85"/>
                  </a:cubicBezTo>
                  <a:cubicBezTo>
                    <a:pt x="132724" y="85"/>
                    <a:pt x="120876" y="6740"/>
                    <a:pt x="109939" y="20959"/>
                  </a:cubicBezTo>
                  <a:cubicBezTo>
                    <a:pt x="100824" y="32758"/>
                    <a:pt x="94748" y="46674"/>
                    <a:pt x="85634" y="75716"/>
                  </a:cubicBezTo>
                  <a:lnTo>
                    <a:pt x="57684" y="75716"/>
                  </a:lnTo>
                  <a:lnTo>
                    <a:pt x="55557" y="85397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8F2B696-39B2-DD34-CFC5-7B1FAA119B1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709513" y="4987706"/>
              <a:ext cx="115751" cy="136742"/>
            </a:xfrm>
            <a:custGeom>
              <a:avLst/>
              <a:gdLst>
                <a:gd name="connsiteX0" fmla="*/ 99612 w 115751"/>
                <a:gd name="connsiteY0" fmla="*/ 100524 h 136742"/>
                <a:gd name="connsiteX1" fmla="*/ 55256 w 115751"/>
                <a:gd name="connsiteY1" fmla="*/ 123213 h 136742"/>
                <a:gd name="connsiteX2" fmla="*/ 26698 w 115751"/>
                <a:gd name="connsiteY2" fmla="*/ 95986 h 136742"/>
                <a:gd name="connsiteX3" fmla="*/ 29736 w 115751"/>
                <a:gd name="connsiteY3" fmla="*/ 77229 h 136742"/>
                <a:gd name="connsiteX4" fmla="*/ 38243 w 115751"/>
                <a:gd name="connsiteY4" fmla="*/ 76019 h 136742"/>
                <a:gd name="connsiteX5" fmla="*/ 116018 w 115751"/>
                <a:gd name="connsiteY5" fmla="*/ 20656 h 136742"/>
                <a:gd name="connsiteX6" fmla="*/ 91713 w 115751"/>
                <a:gd name="connsiteY6" fmla="*/ 85 h 136742"/>
                <a:gd name="connsiteX7" fmla="*/ 267 w 115751"/>
                <a:gd name="connsiteY7" fmla="*/ 95381 h 136742"/>
                <a:gd name="connsiteX8" fmla="*/ 40369 w 115751"/>
                <a:gd name="connsiteY8" fmla="*/ 136827 h 136742"/>
                <a:gd name="connsiteX9" fmla="*/ 103258 w 115751"/>
                <a:gd name="connsiteY9" fmla="*/ 104154 h 136742"/>
                <a:gd name="connsiteX10" fmla="*/ 99612 w 115751"/>
                <a:gd name="connsiteY10" fmla="*/ 100524 h 136742"/>
                <a:gd name="connsiteX11" fmla="*/ 37027 w 115751"/>
                <a:gd name="connsiteY11" fmla="*/ 57262 h 136742"/>
                <a:gd name="connsiteX12" fmla="*/ 85333 w 115751"/>
                <a:gd name="connsiteY12" fmla="*/ 7043 h 136742"/>
                <a:gd name="connsiteX13" fmla="*/ 95966 w 115751"/>
                <a:gd name="connsiteY13" fmla="*/ 18841 h 136742"/>
                <a:gd name="connsiteX14" fmla="*/ 80776 w 115751"/>
                <a:gd name="connsiteY14" fmla="*/ 48186 h 136742"/>
                <a:gd name="connsiteX15" fmla="*/ 31863 w 115751"/>
                <a:gd name="connsiteY15" fmla="*/ 70573 h 136742"/>
                <a:gd name="connsiteX16" fmla="*/ 37027 w 115751"/>
                <a:gd name="connsiteY16" fmla="*/ 5726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51" h="136742">
                  <a:moveTo>
                    <a:pt x="99612" y="100524"/>
                  </a:moveTo>
                  <a:cubicBezTo>
                    <a:pt x="77738" y="118373"/>
                    <a:pt x="68320" y="123213"/>
                    <a:pt x="55256" y="123213"/>
                  </a:cubicBezTo>
                  <a:cubicBezTo>
                    <a:pt x="37939" y="123213"/>
                    <a:pt x="26698" y="112322"/>
                    <a:pt x="26698" y="95986"/>
                  </a:cubicBezTo>
                  <a:cubicBezTo>
                    <a:pt x="26698" y="91448"/>
                    <a:pt x="27306" y="86910"/>
                    <a:pt x="29736" y="77229"/>
                  </a:cubicBezTo>
                  <a:lnTo>
                    <a:pt x="38243" y="76019"/>
                  </a:lnTo>
                  <a:cubicBezTo>
                    <a:pt x="83814" y="69666"/>
                    <a:pt x="116018" y="46674"/>
                    <a:pt x="116018" y="20656"/>
                  </a:cubicBezTo>
                  <a:cubicBezTo>
                    <a:pt x="116018" y="7950"/>
                    <a:pt x="106903" y="85"/>
                    <a:pt x="91713" y="85"/>
                  </a:cubicBezTo>
                  <a:cubicBezTo>
                    <a:pt x="47965" y="85"/>
                    <a:pt x="267" y="50002"/>
                    <a:pt x="267" y="95381"/>
                  </a:cubicBezTo>
                  <a:cubicBezTo>
                    <a:pt x="267" y="119885"/>
                    <a:pt x="16672" y="136827"/>
                    <a:pt x="40369" y="136827"/>
                  </a:cubicBezTo>
                  <a:cubicBezTo>
                    <a:pt x="61940" y="136827"/>
                    <a:pt x="85333" y="124423"/>
                    <a:pt x="103258" y="104154"/>
                  </a:cubicBezTo>
                  <a:lnTo>
                    <a:pt x="99612" y="100524"/>
                  </a:lnTo>
                  <a:close/>
                  <a:moveTo>
                    <a:pt x="37027" y="57262"/>
                  </a:moveTo>
                  <a:cubicBezTo>
                    <a:pt x="47357" y="30337"/>
                    <a:pt x="69839" y="7043"/>
                    <a:pt x="85333" y="7043"/>
                  </a:cubicBezTo>
                  <a:cubicBezTo>
                    <a:pt x="91713" y="7043"/>
                    <a:pt x="95966" y="11883"/>
                    <a:pt x="95966" y="18841"/>
                  </a:cubicBezTo>
                  <a:cubicBezTo>
                    <a:pt x="95966" y="28220"/>
                    <a:pt x="90194" y="39111"/>
                    <a:pt x="80776" y="48186"/>
                  </a:cubicBezTo>
                  <a:cubicBezTo>
                    <a:pt x="69535" y="58775"/>
                    <a:pt x="57990" y="64220"/>
                    <a:pt x="31863" y="70573"/>
                  </a:cubicBezTo>
                  <a:lnTo>
                    <a:pt x="37027" y="57262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2C92971-8E28-438A-0D47-A3870416490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849162" y="4987706"/>
              <a:ext cx="111497" cy="133414"/>
            </a:xfrm>
            <a:custGeom>
              <a:avLst/>
              <a:gdLst>
                <a:gd name="connsiteX0" fmla="*/ 23360 w 111497"/>
                <a:gd name="connsiteY0" fmla="*/ 133499 h 133414"/>
                <a:gd name="connsiteX1" fmla="*/ 58298 w 111497"/>
                <a:gd name="connsiteY1" fmla="*/ 46069 h 133414"/>
                <a:gd name="connsiteX2" fmla="*/ 81996 w 111497"/>
                <a:gd name="connsiteY2" fmla="*/ 19749 h 133414"/>
                <a:gd name="connsiteX3" fmla="*/ 86857 w 111497"/>
                <a:gd name="connsiteY3" fmla="*/ 23984 h 133414"/>
                <a:gd name="connsiteX4" fmla="*/ 97794 w 111497"/>
                <a:gd name="connsiteY4" fmla="*/ 30640 h 133414"/>
                <a:gd name="connsiteX5" fmla="*/ 111769 w 111497"/>
                <a:gd name="connsiteY5" fmla="*/ 15816 h 133414"/>
                <a:gd name="connsiteX6" fmla="*/ 97490 w 111497"/>
                <a:gd name="connsiteY6" fmla="*/ 85 h 133414"/>
                <a:gd name="connsiteX7" fmla="*/ 74400 w 111497"/>
                <a:gd name="connsiteY7" fmla="*/ 12791 h 133414"/>
                <a:gd name="connsiteX8" fmla="*/ 44931 w 111497"/>
                <a:gd name="connsiteY8" fmla="*/ 55447 h 133414"/>
                <a:gd name="connsiteX9" fmla="*/ 40678 w 111497"/>
                <a:gd name="connsiteY9" fmla="*/ 66338 h 133414"/>
                <a:gd name="connsiteX10" fmla="*/ 56779 w 111497"/>
                <a:gd name="connsiteY10" fmla="*/ 690 h 133414"/>
                <a:gd name="connsiteX11" fmla="*/ 55868 w 111497"/>
                <a:gd name="connsiteY11" fmla="*/ 85 h 133414"/>
                <a:gd name="connsiteX12" fmla="*/ 8778 w 111497"/>
                <a:gd name="connsiteY12" fmla="*/ 8253 h 133414"/>
                <a:gd name="connsiteX13" fmla="*/ 8778 w 111497"/>
                <a:gd name="connsiteY13" fmla="*/ 13396 h 133414"/>
                <a:gd name="connsiteX14" fmla="*/ 19107 w 111497"/>
                <a:gd name="connsiteY14" fmla="*/ 11883 h 133414"/>
                <a:gd name="connsiteX15" fmla="*/ 29740 w 111497"/>
                <a:gd name="connsiteY15" fmla="*/ 20354 h 133414"/>
                <a:gd name="connsiteX16" fmla="*/ 24880 w 111497"/>
                <a:gd name="connsiteY16" fmla="*/ 45161 h 133414"/>
                <a:gd name="connsiteX17" fmla="*/ 271 w 111497"/>
                <a:gd name="connsiteY17" fmla="*/ 133499 h 133414"/>
                <a:gd name="connsiteX18" fmla="*/ 23360 w 111497"/>
                <a:gd name="connsiteY18" fmla="*/ 133499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497" h="133414">
                  <a:moveTo>
                    <a:pt x="23360" y="133499"/>
                  </a:moveTo>
                  <a:cubicBezTo>
                    <a:pt x="39159" y="82069"/>
                    <a:pt x="44323" y="69061"/>
                    <a:pt x="58298" y="46069"/>
                  </a:cubicBezTo>
                  <a:cubicBezTo>
                    <a:pt x="68324" y="29127"/>
                    <a:pt x="76831" y="19749"/>
                    <a:pt x="81996" y="19749"/>
                  </a:cubicBezTo>
                  <a:cubicBezTo>
                    <a:pt x="83818" y="19749"/>
                    <a:pt x="85337" y="20959"/>
                    <a:pt x="86857" y="23984"/>
                  </a:cubicBezTo>
                  <a:cubicBezTo>
                    <a:pt x="89287" y="29127"/>
                    <a:pt x="91717" y="30640"/>
                    <a:pt x="97794" y="30640"/>
                  </a:cubicBezTo>
                  <a:cubicBezTo>
                    <a:pt x="106604" y="30640"/>
                    <a:pt x="111769" y="25194"/>
                    <a:pt x="111769" y="15816"/>
                  </a:cubicBezTo>
                  <a:cubicBezTo>
                    <a:pt x="111769" y="6438"/>
                    <a:pt x="105996" y="85"/>
                    <a:pt x="97490" y="85"/>
                  </a:cubicBezTo>
                  <a:cubicBezTo>
                    <a:pt x="90502" y="85"/>
                    <a:pt x="82299" y="4623"/>
                    <a:pt x="74400" y="12791"/>
                  </a:cubicBezTo>
                  <a:cubicBezTo>
                    <a:pt x="61944" y="25497"/>
                    <a:pt x="49792" y="43346"/>
                    <a:pt x="44931" y="55447"/>
                  </a:cubicBezTo>
                  <a:lnTo>
                    <a:pt x="40678" y="66338"/>
                  </a:lnTo>
                  <a:lnTo>
                    <a:pt x="56779" y="690"/>
                  </a:lnTo>
                  <a:lnTo>
                    <a:pt x="55868" y="85"/>
                  </a:lnTo>
                  <a:cubicBezTo>
                    <a:pt x="33690" y="4018"/>
                    <a:pt x="30956" y="4623"/>
                    <a:pt x="8778" y="8253"/>
                  </a:cubicBezTo>
                  <a:lnTo>
                    <a:pt x="8778" y="13396"/>
                  </a:lnTo>
                  <a:cubicBezTo>
                    <a:pt x="16069" y="11883"/>
                    <a:pt x="16980" y="11883"/>
                    <a:pt x="19107" y="11883"/>
                  </a:cubicBezTo>
                  <a:cubicBezTo>
                    <a:pt x="25791" y="11883"/>
                    <a:pt x="29740" y="14908"/>
                    <a:pt x="29740" y="20354"/>
                  </a:cubicBezTo>
                  <a:cubicBezTo>
                    <a:pt x="29740" y="24589"/>
                    <a:pt x="29740" y="24589"/>
                    <a:pt x="24880" y="45161"/>
                  </a:cubicBezTo>
                  <a:lnTo>
                    <a:pt x="271" y="133499"/>
                  </a:lnTo>
                  <a:lnTo>
                    <a:pt x="23360" y="133499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527ED89-C36E-FD33-2EB7-BAD59EAE037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952247" y="4987706"/>
              <a:ext cx="115751" cy="136742"/>
            </a:xfrm>
            <a:custGeom>
              <a:avLst/>
              <a:gdLst>
                <a:gd name="connsiteX0" fmla="*/ 99620 w 115751"/>
                <a:gd name="connsiteY0" fmla="*/ 100524 h 136742"/>
                <a:gd name="connsiteX1" fmla="*/ 55264 w 115751"/>
                <a:gd name="connsiteY1" fmla="*/ 123213 h 136742"/>
                <a:gd name="connsiteX2" fmla="*/ 26706 w 115751"/>
                <a:gd name="connsiteY2" fmla="*/ 95986 h 136742"/>
                <a:gd name="connsiteX3" fmla="*/ 29744 w 115751"/>
                <a:gd name="connsiteY3" fmla="*/ 77229 h 136742"/>
                <a:gd name="connsiteX4" fmla="*/ 38251 w 115751"/>
                <a:gd name="connsiteY4" fmla="*/ 76019 h 136742"/>
                <a:gd name="connsiteX5" fmla="*/ 116026 w 115751"/>
                <a:gd name="connsiteY5" fmla="*/ 20656 h 136742"/>
                <a:gd name="connsiteX6" fmla="*/ 91721 w 115751"/>
                <a:gd name="connsiteY6" fmla="*/ 85 h 136742"/>
                <a:gd name="connsiteX7" fmla="*/ 275 w 115751"/>
                <a:gd name="connsiteY7" fmla="*/ 95381 h 136742"/>
                <a:gd name="connsiteX8" fmla="*/ 40377 w 115751"/>
                <a:gd name="connsiteY8" fmla="*/ 136827 h 136742"/>
                <a:gd name="connsiteX9" fmla="*/ 103266 w 115751"/>
                <a:gd name="connsiteY9" fmla="*/ 104154 h 136742"/>
                <a:gd name="connsiteX10" fmla="*/ 99620 w 115751"/>
                <a:gd name="connsiteY10" fmla="*/ 100524 h 136742"/>
                <a:gd name="connsiteX11" fmla="*/ 37035 w 115751"/>
                <a:gd name="connsiteY11" fmla="*/ 57262 h 136742"/>
                <a:gd name="connsiteX12" fmla="*/ 85341 w 115751"/>
                <a:gd name="connsiteY12" fmla="*/ 7043 h 136742"/>
                <a:gd name="connsiteX13" fmla="*/ 95974 w 115751"/>
                <a:gd name="connsiteY13" fmla="*/ 18841 h 136742"/>
                <a:gd name="connsiteX14" fmla="*/ 80784 w 115751"/>
                <a:gd name="connsiteY14" fmla="*/ 48186 h 136742"/>
                <a:gd name="connsiteX15" fmla="*/ 31871 w 115751"/>
                <a:gd name="connsiteY15" fmla="*/ 70573 h 136742"/>
                <a:gd name="connsiteX16" fmla="*/ 37035 w 115751"/>
                <a:gd name="connsiteY16" fmla="*/ 5726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51" h="136742">
                  <a:moveTo>
                    <a:pt x="99620" y="100524"/>
                  </a:moveTo>
                  <a:cubicBezTo>
                    <a:pt x="77746" y="118373"/>
                    <a:pt x="68328" y="123213"/>
                    <a:pt x="55264" y="123213"/>
                  </a:cubicBezTo>
                  <a:cubicBezTo>
                    <a:pt x="37947" y="123213"/>
                    <a:pt x="26706" y="112322"/>
                    <a:pt x="26706" y="95986"/>
                  </a:cubicBezTo>
                  <a:cubicBezTo>
                    <a:pt x="26706" y="91448"/>
                    <a:pt x="27313" y="86910"/>
                    <a:pt x="29744" y="77229"/>
                  </a:cubicBezTo>
                  <a:lnTo>
                    <a:pt x="38251" y="76019"/>
                  </a:lnTo>
                  <a:cubicBezTo>
                    <a:pt x="83822" y="69666"/>
                    <a:pt x="116026" y="46674"/>
                    <a:pt x="116026" y="20656"/>
                  </a:cubicBezTo>
                  <a:cubicBezTo>
                    <a:pt x="116026" y="7950"/>
                    <a:pt x="106911" y="85"/>
                    <a:pt x="91721" y="85"/>
                  </a:cubicBezTo>
                  <a:cubicBezTo>
                    <a:pt x="47972" y="85"/>
                    <a:pt x="275" y="50002"/>
                    <a:pt x="275" y="95381"/>
                  </a:cubicBezTo>
                  <a:cubicBezTo>
                    <a:pt x="275" y="119885"/>
                    <a:pt x="16680" y="136827"/>
                    <a:pt x="40377" y="136827"/>
                  </a:cubicBezTo>
                  <a:cubicBezTo>
                    <a:pt x="61948" y="136827"/>
                    <a:pt x="85341" y="124423"/>
                    <a:pt x="103266" y="104154"/>
                  </a:cubicBezTo>
                  <a:lnTo>
                    <a:pt x="99620" y="100524"/>
                  </a:lnTo>
                  <a:close/>
                  <a:moveTo>
                    <a:pt x="37035" y="57262"/>
                  </a:moveTo>
                  <a:cubicBezTo>
                    <a:pt x="47365" y="30337"/>
                    <a:pt x="69847" y="7043"/>
                    <a:pt x="85341" y="7043"/>
                  </a:cubicBezTo>
                  <a:cubicBezTo>
                    <a:pt x="91721" y="7043"/>
                    <a:pt x="95974" y="11883"/>
                    <a:pt x="95974" y="18841"/>
                  </a:cubicBezTo>
                  <a:cubicBezTo>
                    <a:pt x="95974" y="28220"/>
                    <a:pt x="90202" y="39111"/>
                    <a:pt x="80784" y="48186"/>
                  </a:cubicBezTo>
                  <a:cubicBezTo>
                    <a:pt x="69543" y="58775"/>
                    <a:pt x="57998" y="64220"/>
                    <a:pt x="31871" y="70573"/>
                  </a:cubicBezTo>
                  <a:lnTo>
                    <a:pt x="37035" y="57262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C5DA356-B58A-371E-3285-F4E22D43655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082478" y="4987706"/>
              <a:ext cx="139751" cy="136137"/>
            </a:xfrm>
            <a:custGeom>
              <a:avLst/>
              <a:gdLst>
                <a:gd name="connsiteX0" fmla="*/ 135778 w 139751"/>
                <a:gd name="connsiteY0" fmla="*/ 98103 h 136137"/>
                <a:gd name="connsiteX1" fmla="*/ 129398 w 139751"/>
                <a:gd name="connsiteY1" fmla="*/ 105969 h 136137"/>
                <a:gd name="connsiteX2" fmla="*/ 110865 w 139751"/>
                <a:gd name="connsiteY2" fmla="*/ 122003 h 136137"/>
                <a:gd name="connsiteX3" fmla="*/ 106004 w 139751"/>
                <a:gd name="connsiteY3" fmla="*/ 117163 h 136137"/>
                <a:gd name="connsiteX4" fmla="*/ 110258 w 139751"/>
                <a:gd name="connsiteY4" fmla="*/ 98103 h 136137"/>
                <a:gd name="connsiteX5" fmla="*/ 127575 w 139751"/>
                <a:gd name="connsiteY5" fmla="*/ 35783 h 136137"/>
                <a:gd name="connsiteX6" fmla="*/ 130309 w 139751"/>
                <a:gd name="connsiteY6" fmla="*/ 18539 h 136137"/>
                <a:gd name="connsiteX7" fmla="*/ 110258 w 139751"/>
                <a:gd name="connsiteY7" fmla="*/ 85 h 136137"/>
                <a:gd name="connsiteX8" fmla="*/ 40382 w 139751"/>
                <a:gd name="connsiteY8" fmla="*/ 66641 h 136137"/>
                <a:gd name="connsiteX9" fmla="*/ 60737 w 139751"/>
                <a:gd name="connsiteY9" fmla="*/ 690 h 136137"/>
                <a:gd name="connsiteX10" fmla="*/ 59825 w 139751"/>
                <a:gd name="connsiteY10" fmla="*/ 85 h 136137"/>
                <a:gd name="connsiteX11" fmla="*/ 10608 w 139751"/>
                <a:gd name="connsiteY11" fmla="*/ 9463 h 136137"/>
                <a:gd name="connsiteX12" fmla="*/ 10608 w 139751"/>
                <a:gd name="connsiteY12" fmla="*/ 14303 h 136137"/>
                <a:gd name="connsiteX13" fmla="*/ 30052 w 139751"/>
                <a:gd name="connsiteY13" fmla="*/ 22472 h 136137"/>
                <a:gd name="connsiteX14" fmla="*/ 29445 w 139751"/>
                <a:gd name="connsiteY14" fmla="*/ 27615 h 136137"/>
                <a:gd name="connsiteX15" fmla="*/ 279 w 139751"/>
                <a:gd name="connsiteY15" fmla="*/ 133499 h 136137"/>
                <a:gd name="connsiteX16" fmla="*/ 23065 w 139751"/>
                <a:gd name="connsiteY16" fmla="*/ 133499 h 136137"/>
                <a:gd name="connsiteX17" fmla="*/ 53445 w 139751"/>
                <a:gd name="connsiteY17" fmla="*/ 58472 h 136137"/>
                <a:gd name="connsiteX18" fmla="*/ 98409 w 139751"/>
                <a:gd name="connsiteY18" fmla="*/ 15514 h 136137"/>
                <a:gd name="connsiteX19" fmla="*/ 105701 w 139751"/>
                <a:gd name="connsiteY19" fmla="*/ 24287 h 136137"/>
                <a:gd name="connsiteX20" fmla="*/ 101447 w 139751"/>
                <a:gd name="connsiteY20" fmla="*/ 47279 h 136137"/>
                <a:gd name="connsiteX21" fmla="*/ 88080 w 139751"/>
                <a:gd name="connsiteY21" fmla="*/ 97196 h 136137"/>
                <a:gd name="connsiteX22" fmla="*/ 83219 w 139751"/>
                <a:gd name="connsiteY22" fmla="*/ 119885 h 136137"/>
                <a:gd name="connsiteX23" fmla="*/ 97498 w 139751"/>
                <a:gd name="connsiteY23" fmla="*/ 136222 h 136137"/>
                <a:gd name="connsiteX24" fmla="*/ 140031 w 139751"/>
                <a:gd name="connsiteY24" fmla="*/ 102036 h 136137"/>
                <a:gd name="connsiteX25" fmla="*/ 135778 w 139751"/>
                <a:gd name="connsiteY25" fmla="*/ 98103 h 1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751" h="136137">
                  <a:moveTo>
                    <a:pt x="135778" y="98103"/>
                  </a:moveTo>
                  <a:lnTo>
                    <a:pt x="129398" y="105969"/>
                  </a:lnTo>
                  <a:cubicBezTo>
                    <a:pt x="120587" y="117163"/>
                    <a:pt x="115119" y="122003"/>
                    <a:pt x="110865" y="122003"/>
                  </a:cubicBezTo>
                  <a:cubicBezTo>
                    <a:pt x="108435" y="122003"/>
                    <a:pt x="106004" y="119583"/>
                    <a:pt x="106004" y="117163"/>
                  </a:cubicBezTo>
                  <a:cubicBezTo>
                    <a:pt x="106004" y="115045"/>
                    <a:pt x="106004" y="115045"/>
                    <a:pt x="110258" y="98103"/>
                  </a:cubicBezTo>
                  <a:lnTo>
                    <a:pt x="127575" y="35783"/>
                  </a:lnTo>
                  <a:cubicBezTo>
                    <a:pt x="129094" y="29430"/>
                    <a:pt x="130309" y="22774"/>
                    <a:pt x="130309" y="18539"/>
                  </a:cubicBezTo>
                  <a:cubicBezTo>
                    <a:pt x="130309" y="7648"/>
                    <a:pt x="122106" y="85"/>
                    <a:pt x="110258" y="85"/>
                  </a:cubicBezTo>
                  <a:cubicBezTo>
                    <a:pt x="90814" y="85"/>
                    <a:pt x="71674" y="18236"/>
                    <a:pt x="40382" y="66641"/>
                  </a:cubicBezTo>
                  <a:lnTo>
                    <a:pt x="60737" y="690"/>
                  </a:lnTo>
                  <a:lnTo>
                    <a:pt x="59825" y="85"/>
                  </a:lnTo>
                  <a:cubicBezTo>
                    <a:pt x="43420" y="3412"/>
                    <a:pt x="37040" y="4623"/>
                    <a:pt x="10608" y="9463"/>
                  </a:cubicBezTo>
                  <a:lnTo>
                    <a:pt x="10608" y="14303"/>
                  </a:lnTo>
                  <a:cubicBezTo>
                    <a:pt x="26103" y="14606"/>
                    <a:pt x="30052" y="16421"/>
                    <a:pt x="30052" y="22472"/>
                  </a:cubicBezTo>
                  <a:cubicBezTo>
                    <a:pt x="30052" y="24287"/>
                    <a:pt x="29748" y="26102"/>
                    <a:pt x="29445" y="27615"/>
                  </a:cubicBezTo>
                  <a:lnTo>
                    <a:pt x="279" y="133499"/>
                  </a:lnTo>
                  <a:lnTo>
                    <a:pt x="23065" y="133499"/>
                  </a:lnTo>
                  <a:cubicBezTo>
                    <a:pt x="37344" y="85700"/>
                    <a:pt x="40078" y="79044"/>
                    <a:pt x="53445" y="58472"/>
                  </a:cubicBezTo>
                  <a:cubicBezTo>
                    <a:pt x="71674" y="30640"/>
                    <a:pt x="87168" y="15514"/>
                    <a:pt x="98409" y="15514"/>
                  </a:cubicBezTo>
                  <a:cubicBezTo>
                    <a:pt x="102966" y="15514"/>
                    <a:pt x="105701" y="18841"/>
                    <a:pt x="105701" y="24287"/>
                  </a:cubicBezTo>
                  <a:cubicBezTo>
                    <a:pt x="105701" y="27917"/>
                    <a:pt x="103878" y="37901"/>
                    <a:pt x="101447" y="47279"/>
                  </a:cubicBezTo>
                  <a:lnTo>
                    <a:pt x="88080" y="97196"/>
                  </a:lnTo>
                  <a:cubicBezTo>
                    <a:pt x="84130" y="112625"/>
                    <a:pt x="83219" y="116860"/>
                    <a:pt x="83219" y="119885"/>
                  </a:cubicBezTo>
                  <a:cubicBezTo>
                    <a:pt x="83219" y="131381"/>
                    <a:pt x="87472" y="136222"/>
                    <a:pt x="97498" y="136222"/>
                  </a:cubicBezTo>
                  <a:cubicBezTo>
                    <a:pt x="111169" y="136222"/>
                    <a:pt x="119068" y="129869"/>
                    <a:pt x="140031" y="102036"/>
                  </a:cubicBezTo>
                  <a:lnTo>
                    <a:pt x="135778" y="98103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0DF171B-5254-A44F-311E-BF3C1A1FEF4A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239813" y="4987706"/>
              <a:ext cx="120004" cy="136742"/>
            </a:xfrm>
            <a:custGeom>
              <a:avLst/>
              <a:gdLst>
                <a:gd name="connsiteX0" fmla="*/ 97503 w 120004"/>
                <a:gd name="connsiteY0" fmla="*/ 101431 h 136742"/>
                <a:gd name="connsiteX1" fmla="*/ 54058 w 120004"/>
                <a:gd name="connsiteY1" fmla="*/ 125936 h 136742"/>
                <a:gd name="connsiteX2" fmla="*/ 26411 w 120004"/>
                <a:gd name="connsiteY2" fmla="*/ 91448 h 136742"/>
                <a:gd name="connsiteX3" fmla="*/ 54058 w 120004"/>
                <a:gd name="connsiteY3" fmla="*/ 20959 h 136742"/>
                <a:gd name="connsiteX4" fmla="*/ 86869 w 120004"/>
                <a:gd name="connsiteY4" fmla="*/ 6438 h 136742"/>
                <a:gd name="connsiteX5" fmla="*/ 98414 w 120004"/>
                <a:gd name="connsiteY5" fmla="*/ 12488 h 136742"/>
                <a:gd name="connsiteX6" fmla="*/ 96591 w 120004"/>
                <a:gd name="connsiteY6" fmla="*/ 18236 h 136742"/>
                <a:gd name="connsiteX7" fmla="*/ 93857 w 120004"/>
                <a:gd name="connsiteY7" fmla="*/ 27010 h 136742"/>
                <a:gd name="connsiteX8" fmla="*/ 105706 w 120004"/>
                <a:gd name="connsiteY8" fmla="*/ 38506 h 136742"/>
                <a:gd name="connsiteX9" fmla="*/ 120288 w 120004"/>
                <a:gd name="connsiteY9" fmla="*/ 24589 h 136742"/>
                <a:gd name="connsiteX10" fmla="*/ 88388 w 120004"/>
                <a:gd name="connsiteY10" fmla="*/ 85 h 136742"/>
                <a:gd name="connsiteX11" fmla="*/ 284 w 120004"/>
                <a:gd name="connsiteY11" fmla="*/ 91448 h 136742"/>
                <a:gd name="connsiteX12" fmla="*/ 44944 w 120004"/>
                <a:gd name="connsiteY12" fmla="*/ 136827 h 136742"/>
                <a:gd name="connsiteX13" fmla="*/ 102364 w 120004"/>
                <a:gd name="connsiteY13" fmla="*/ 104456 h 136742"/>
                <a:gd name="connsiteX14" fmla="*/ 97503 w 120004"/>
                <a:gd name="connsiteY14" fmla="*/ 101431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0004" h="136742">
                  <a:moveTo>
                    <a:pt x="97503" y="101431"/>
                  </a:moveTo>
                  <a:cubicBezTo>
                    <a:pt x="80793" y="119280"/>
                    <a:pt x="68945" y="125936"/>
                    <a:pt x="54058" y="125936"/>
                  </a:cubicBezTo>
                  <a:cubicBezTo>
                    <a:pt x="36741" y="125936"/>
                    <a:pt x="26411" y="112927"/>
                    <a:pt x="26411" y="91448"/>
                  </a:cubicBezTo>
                  <a:cubicBezTo>
                    <a:pt x="26411" y="65733"/>
                    <a:pt x="37045" y="38808"/>
                    <a:pt x="54058" y="20959"/>
                  </a:cubicBezTo>
                  <a:cubicBezTo>
                    <a:pt x="62868" y="11883"/>
                    <a:pt x="75021" y="6438"/>
                    <a:pt x="86869" y="6438"/>
                  </a:cubicBezTo>
                  <a:cubicBezTo>
                    <a:pt x="93857" y="6438"/>
                    <a:pt x="98414" y="8858"/>
                    <a:pt x="98414" y="12488"/>
                  </a:cubicBezTo>
                  <a:cubicBezTo>
                    <a:pt x="98414" y="14001"/>
                    <a:pt x="97806" y="15514"/>
                    <a:pt x="96591" y="18236"/>
                  </a:cubicBezTo>
                  <a:cubicBezTo>
                    <a:pt x="94465" y="22169"/>
                    <a:pt x="93857" y="24287"/>
                    <a:pt x="93857" y="27010"/>
                  </a:cubicBezTo>
                  <a:cubicBezTo>
                    <a:pt x="93857" y="34270"/>
                    <a:pt x="98414" y="38506"/>
                    <a:pt x="105706" y="38506"/>
                  </a:cubicBezTo>
                  <a:cubicBezTo>
                    <a:pt x="113908" y="38506"/>
                    <a:pt x="120288" y="32455"/>
                    <a:pt x="120288" y="24589"/>
                  </a:cubicBezTo>
                  <a:cubicBezTo>
                    <a:pt x="120288" y="10673"/>
                    <a:pt x="106617" y="85"/>
                    <a:pt x="88388" y="85"/>
                  </a:cubicBezTo>
                  <a:cubicBezTo>
                    <a:pt x="42817" y="85"/>
                    <a:pt x="284" y="44254"/>
                    <a:pt x="284" y="91448"/>
                  </a:cubicBezTo>
                  <a:cubicBezTo>
                    <a:pt x="284" y="120188"/>
                    <a:pt x="16690" y="136827"/>
                    <a:pt x="44944" y="136827"/>
                  </a:cubicBezTo>
                  <a:cubicBezTo>
                    <a:pt x="67426" y="136827"/>
                    <a:pt x="84135" y="127448"/>
                    <a:pt x="102364" y="104456"/>
                  </a:cubicBezTo>
                  <a:lnTo>
                    <a:pt x="97503" y="101431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D94417A-ECE6-261B-573F-10DB3917DF5B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375512" y="4987706"/>
              <a:ext cx="115751" cy="136742"/>
            </a:xfrm>
            <a:custGeom>
              <a:avLst/>
              <a:gdLst>
                <a:gd name="connsiteX0" fmla="*/ 99634 w 115751"/>
                <a:gd name="connsiteY0" fmla="*/ 100524 h 136742"/>
                <a:gd name="connsiteX1" fmla="*/ 55278 w 115751"/>
                <a:gd name="connsiteY1" fmla="*/ 123213 h 136742"/>
                <a:gd name="connsiteX2" fmla="*/ 26720 w 115751"/>
                <a:gd name="connsiteY2" fmla="*/ 95986 h 136742"/>
                <a:gd name="connsiteX3" fmla="*/ 29758 w 115751"/>
                <a:gd name="connsiteY3" fmla="*/ 77229 h 136742"/>
                <a:gd name="connsiteX4" fmla="*/ 38264 w 115751"/>
                <a:gd name="connsiteY4" fmla="*/ 76019 h 136742"/>
                <a:gd name="connsiteX5" fmla="*/ 116039 w 115751"/>
                <a:gd name="connsiteY5" fmla="*/ 20656 h 136742"/>
                <a:gd name="connsiteX6" fmla="*/ 91735 w 115751"/>
                <a:gd name="connsiteY6" fmla="*/ 85 h 136742"/>
                <a:gd name="connsiteX7" fmla="*/ 288 w 115751"/>
                <a:gd name="connsiteY7" fmla="*/ 95381 h 136742"/>
                <a:gd name="connsiteX8" fmla="*/ 40391 w 115751"/>
                <a:gd name="connsiteY8" fmla="*/ 136827 h 136742"/>
                <a:gd name="connsiteX9" fmla="*/ 103279 w 115751"/>
                <a:gd name="connsiteY9" fmla="*/ 104154 h 136742"/>
                <a:gd name="connsiteX10" fmla="*/ 99634 w 115751"/>
                <a:gd name="connsiteY10" fmla="*/ 100524 h 136742"/>
                <a:gd name="connsiteX11" fmla="*/ 37049 w 115751"/>
                <a:gd name="connsiteY11" fmla="*/ 57262 h 136742"/>
                <a:gd name="connsiteX12" fmla="*/ 85355 w 115751"/>
                <a:gd name="connsiteY12" fmla="*/ 7043 h 136742"/>
                <a:gd name="connsiteX13" fmla="*/ 95988 w 115751"/>
                <a:gd name="connsiteY13" fmla="*/ 18841 h 136742"/>
                <a:gd name="connsiteX14" fmla="*/ 80798 w 115751"/>
                <a:gd name="connsiteY14" fmla="*/ 48186 h 136742"/>
                <a:gd name="connsiteX15" fmla="*/ 31884 w 115751"/>
                <a:gd name="connsiteY15" fmla="*/ 70573 h 136742"/>
                <a:gd name="connsiteX16" fmla="*/ 37049 w 115751"/>
                <a:gd name="connsiteY16" fmla="*/ 57262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51" h="136742">
                  <a:moveTo>
                    <a:pt x="99634" y="100524"/>
                  </a:moveTo>
                  <a:cubicBezTo>
                    <a:pt x="77760" y="118373"/>
                    <a:pt x="68341" y="123213"/>
                    <a:pt x="55278" y="123213"/>
                  </a:cubicBezTo>
                  <a:cubicBezTo>
                    <a:pt x="37961" y="123213"/>
                    <a:pt x="26720" y="112322"/>
                    <a:pt x="26720" y="95986"/>
                  </a:cubicBezTo>
                  <a:cubicBezTo>
                    <a:pt x="26720" y="91448"/>
                    <a:pt x="27327" y="86910"/>
                    <a:pt x="29758" y="77229"/>
                  </a:cubicBezTo>
                  <a:lnTo>
                    <a:pt x="38264" y="76019"/>
                  </a:lnTo>
                  <a:cubicBezTo>
                    <a:pt x="83836" y="69666"/>
                    <a:pt x="116039" y="46674"/>
                    <a:pt x="116039" y="20656"/>
                  </a:cubicBezTo>
                  <a:cubicBezTo>
                    <a:pt x="116039" y="7950"/>
                    <a:pt x="106925" y="85"/>
                    <a:pt x="91735" y="85"/>
                  </a:cubicBezTo>
                  <a:cubicBezTo>
                    <a:pt x="47986" y="85"/>
                    <a:pt x="288" y="50002"/>
                    <a:pt x="288" y="95381"/>
                  </a:cubicBezTo>
                  <a:cubicBezTo>
                    <a:pt x="288" y="119885"/>
                    <a:pt x="16694" y="136827"/>
                    <a:pt x="40391" y="136827"/>
                  </a:cubicBezTo>
                  <a:cubicBezTo>
                    <a:pt x="61962" y="136827"/>
                    <a:pt x="85355" y="124423"/>
                    <a:pt x="103279" y="104154"/>
                  </a:cubicBezTo>
                  <a:lnTo>
                    <a:pt x="99634" y="100524"/>
                  </a:lnTo>
                  <a:close/>
                  <a:moveTo>
                    <a:pt x="37049" y="57262"/>
                  </a:moveTo>
                  <a:cubicBezTo>
                    <a:pt x="47379" y="30337"/>
                    <a:pt x="69861" y="7043"/>
                    <a:pt x="85355" y="7043"/>
                  </a:cubicBezTo>
                  <a:cubicBezTo>
                    <a:pt x="91735" y="7043"/>
                    <a:pt x="95988" y="11883"/>
                    <a:pt x="95988" y="18841"/>
                  </a:cubicBezTo>
                  <a:cubicBezTo>
                    <a:pt x="95988" y="28220"/>
                    <a:pt x="90216" y="39111"/>
                    <a:pt x="80798" y="48186"/>
                  </a:cubicBezTo>
                  <a:cubicBezTo>
                    <a:pt x="69557" y="58775"/>
                    <a:pt x="58012" y="64220"/>
                    <a:pt x="31884" y="70573"/>
                  </a:cubicBezTo>
                  <a:lnTo>
                    <a:pt x="37049" y="57262"/>
                  </a:lnTo>
                  <a:close/>
                </a:path>
              </a:pathLst>
            </a:custGeom>
            <a:solidFill>
              <a:srgbClr val="FFFFFF"/>
            </a:solidFill>
            <a:ln w="30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8" name="Group 7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( much smaller error )}&#10;\end{align*}&#10;}&#10;\end{document}" title="IguanaTex Shape Display">
            <a:extLst>
              <a:ext uri="{FF2B5EF4-FFF2-40B4-BE49-F238E27FC236}">
                <a16:creationId xmlns:a16="http://schemas.microsoft.com/office/drawing/2014/main" id="{74F5009B-2819-45E1-5FB7-942E7C76A4F1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8546635" y="6248364"/>
            <a:ext cx="2238483" cy="199667"/>
            <a:chOff x="7388111" y="4353849"/>
            <a:chExt cx="2238483" cy="19966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3A5FB7F-D0BB-66AC-B05F-960183F8A51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388111" y="4357084"/>
              <a:ext cx="69215" cy="196432"/>
            </a:xfrm>
            <a:custGeom>
              <a:avLst/>
              <a:gdLst>
                <a:gd name="connsiteX0" fmla="*/ 29853 w 69215"/>
                <a:gd name="connsiteY0" fmla="*/ 195130 h 196432"/>
                <a:gd name="connsiteX1" fmla="*/ 17684 w 69215"/>
                <a:gd name="connsiteY1" fmla="*/ 135045 h 196432"/>
                <a:gd name="connsiteX2" fmla="*/ 36699 w 69215"/>
                <a:gd name="connsiteY2" fmla="*/ 48384 h 196432"/>
                <a:gd name="connsiteX3" fmla="*/ 69405 w 69215"/>
                <a:gd name="connsiteY3" fmla="*/ 3551 h 196432"/>
                <a:gd name="connsiteX4" fmla="*/ 66109 w 69215"/>
                <a:gd name="connsiteY4" fmla="*/ 85 h 196432"/>
                <a:gd name="connsiteX5" fmla="*/ 9570 w 69215"/>
                <a:gd name="connsiteY5" fmla="*/ 66641 h 196432"/>
                <a:gd name="connsiteX6" fmla="*/ 189 w 69215"/>
                <a:gd name="connsiteY6" fmla="*/ 113091 h 196432"/>
                <a:gd name="connsiteX7" fmla="*/ 8810 w 69215"/>
                <a:gd name="connsiteY7" fmla="*/ 164163 h 196432"/>
                <a:gd name="connsiteX8" fmla="*/ 25290 w 69215"/>
                <a:gd name="connsiteY8" fmla="*/ 196517 h 196432"/>
                <a:gd name="connsiteX9" fmla="*/ 29853 w 69215"/>
                <a:gd name="connsiteY9" fmla="*/ 195130 h 196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215" h="196432">
                  <a:moveTo>
                    <a:pt x="29853" y="195130"/>
                  </a:moveTo>
                  <a:cubicBezTo>
                    <a:pt x="20726" y="171790"/>
                    <a:pt x="17684" y="157231"/>
                    <a:pt x="17684" y="135045"/>
                  </a:cubicBezTo>
                  <a:cubicBezTo>
                    <a:pt x="17684" y="107314"/>
                    <a:pt x="25036" y="74036"/>
                    <a:pt x="36699" y="48384"/>
                  </a:cubicBezTo>
                  <a:cubicBezTo>
                    <a:pt x="44812" y="30127"/>
                    <a:pt x="52925" y="19266"/>
                    <a:pt x="69405" y="3551"/>
                  </a:cubicBezTo>
                  <a:lnTo>
                    <a:pt x="66109" y="85"/>
                  </a:lnTo>
                  <a:cubicBezTo>
                    <a:pt x="33149" y="27354"/>
                    <a:pt x="20219" y="42607"/>
                    <a:pt x="9570" y="66641"/>
                  </a:cubicBezTo>
                  <a:cubicBezTo>
                    <a:pt x="2978" y="81200"/>
                    <a:pt x="189" y="95528"/>
                    <a:pt x="189" y="113091"/>
                  </a:cubicBezTo>
                  <a:cubicBezTo>
                    <a:pt x="189" y="130886"/>
                    <a:pt x="3232" y="148218"/>
                    <a:pt x="8810" y="164163"/>
                  </a:cubicBezTo>
                  <a:cubicBezTo>
                    <a:pt x="12359" y="174101"/>
                    <a:pt x="16162" y="181265"/>
                    <a:pt x="25290" y="196517"/>
                  </a:cubicBezTo>
                  <a:lnTo>
                    <a:pt x="29853" y="195130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1AE660D-7865-DE34-5256-78CDAF299EA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528871" y="4409774"/>
              <a:ext cx="175448" cy="103993"/>
            </a:xfrm>
            <a:custGeom>
              <a:avLst/>
              <a:gdLst>
                <a:gd name="connsiteX0" fmla="*/ 171840 w 175448"/>
                <a:gd name="connsiteY0" fmla="*/ 74960 h 103993"/>
                <a:gd name="connsiteX1" fmla="*/ 166516 w 175448"/>
                <a:gd name="connsiteY1" fmla="*/ 80969 h 103993"/>
                <a:gd name="connsiteX2" fmla="*/ 150290 w 175448"/>
                <a:gd name="connsiteY2" fmla="*/ 93217 h 103993"/>
                <a:gd name="connsiteX3" fmla="*/ 146994 w 175448"/>
                <a:gd name="connsiteY3" fmla="*/ 89519 h 103993"/>
                <a:gd name="connsiteX4" fmla="*/ 149529 w 175448"/>
                <a:gd name="connsiteY4" fmla="*/ 79120 h 103993"/>
                <a:gd name="connsiteX5" fmla="*/ 166770 w 175448"/>
                <a:gd name="connsiteY5" fmla="*/ 21114 h 103993"/>
                <a:gd name="connsiteX6" fmla="*/ 167530 w 175448"/>
                <a:gd name="connsiteY6" fmla="*/ 14644 h 103993"/>
                <a:gd name="connsiteX7" fmla="*/ 152572 w 175448"/>
                <a:gd name="connsiteY7" fmla="*/ 85 h 103993"/>
                <a:gd name="connsiteX8" fmla="*/ 136599 w 175448"/>
                <a:gd name="connsiteY8" fmla="*/ 5169 h 103993"/>
                <a:gd name="connsiteX9" fmla="*/ 96286 w 175448"/>
                <a:gd name="connsiteY9" fmla="*/ 49077 h 103993"/>
                <a:gd name="connsiteX10" fmla="*/ 106428 w 175448"/>
                <a:gd name="connsiteY10" fmla="*/ 13950 h 103993"/>
                <a:gd name="connsiteX11" fmla="*/ 91976 w 175448"/>
                <a:gd name="connsiteY11" fmla="*/ 85 h 103993"/>
                <a:gd name="connsiteX12" fmla="*/ 35437 w 175448"/>
                <a:gd name="connsiteY12" fmla="*/ 48846 h 103993"/>
                <a:gd name="connsiteX13" fmla="*/ 50142 w 175448"/>
                <a:gd name="connsiteY13" fmla="*/ 547 h 103993"/>
                <a:gd name="connsiteX14" fmla="*/ 49382 w 175448"/>
                <a:gd name="connsiteY14" fmla="*/ 85 h 103993"/>
                <a:gd name="connsiteX15" fmla="*/ 8815 w 175448"/>
                <a:gd name="connsiteY15" fmla="*/ 7249 h 103993"/>
                <a:gd name="connsiteX16" fmla="*/ 8815 w 175448"/>
                <a:gd name="connsiteY16" fmla="*/ 10946 h 103993"/>
                <a:gd name="connsiteX17" fmla="*/ 15154 w 175448"/>
                <a:gd name="connsiteY17" fmla="*/ 10946 h 103993"/>
                <a:gd name="connsiteX18" fmla="*/ 25042 w 175448"/>
                <a:gd name="connsiteY18" fmla="*/ 16030 h 103993"/>
                <a:gd name="connsiteX19" fmla="*/ 10083 w 175448"/>
                <a:gd name="connsiteY19" fmla="*/ 68952 h 103993"/>
                <a:gd name="connsiteX20" fmla="*/ 195 w 175448"/>
                <a:gd name="connsiteY20" fmla="*/ 101998 h 103993"/>
                <a:gd name="connsiteX21" fmla="*/ 19211 w 175448"/>
                <a:gd name="connsiteY21" fmla="*/ 101998 h 103993"/>
                <a:gd name="connsiteX22" fmla="*/ 43804 w 175448"/>
                <a:gd name="connsiteY22" fmla="*/ 44686 h 103993"/>
                <a:gd name="connsiteX23" fmla="*/ 81834 w 175448"/>
                <a:gd name="connsiteY23" fmla="*/ 12102 h 103993"/>
                <a:gd name="connsiteX24" fmla="*/ 86905 w 175448"/>
                <a:gd name="connsiteY24" fmla="*/ 17879 h 103993"/>
                <a:gd name="connsiteX25" fmla="*/ 62819 w 175448"/>
                <a:gd name="connsiteY25" fmla="*/ 101998 h 103993"/>
                <a:gd name="connsiteX26" fmla="*/ 81834 w 175448"/>
                <a:gd name="connsiteY26" fmla="*/ 101998 h 103993"/>
                <a:gd name="connsiteX27" fmla="*/ 109977 w 175448"/>
                <a:gd name="connsiteY27" fmla="*/ 37985 h 103993"/>
                <a:gd name="connsiteX28" fmla="*/ 142430 w 175448"/>
                <a:gd name="connsiteY28" fmla="*/ 12102 h 103993"/>
                <a:gd name="connsiteX29" fmla="*/ 147501 w 175448"/>
                <a:gd name="connsiteY29" fmla="*/ 16955 h 103993"/>
                <a:gd name="connsiteX30" fmla="*/ 145726 w 175448"/>
                <a:gd name="connsiteY30" fmla="*/ 25043 h 103993"/>
                <a:gd name="connsiteX31" fmla="*/ 131021 w 175448"/>
                <a:gd name="connsiteY31" fmla="*/ 78195 h 103993"/>
                <a:gd name="connsiteX32" fmla="*/ 127725 w 175448"/>
                <a:gd name="connsiteY32" fmla="*/ 93448 h 103993"/>
                <a:gd name="connsiteX33" fmla="*/ 137866 w 175448"/>
                <a:gd name="connsiteY33" fmla="*/ 104078 h 103993"/>
                <a:gd name="connsiteX34" fmla="*/ 174376 w 175448"/>
                <a:gd name="connsiteY34" fmla="*/ 79351 h 103993"/>
                <a:gd name="connsiteX35" fmla="*/ 175644 w 175448"/>
                <a:gd name="connsiteY35" fmla="*/ 77733 h 103993"/>
                <a:gd name="connsiteX36" fmla="*/ 171840 w 175448"/>
                <a:gd name="connsiteY36" fmla="*/ 74960 h 103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5448" h="103993">
                  <a:moveTo>
                    <a:pt x="171840" y="74960"/>
                  </a:moveTo>
                  <a:cubicBezTo>
                    <a:pt x="169305" y="77733"/>
                    <a:pt x="167277" y="80044"/>
                    <a:pt x="166516" y="80969"/>
                  </a:cubicBezTo>
                  <a:cubicBezTo>
                    <a:pt x="159417" y="89288"/>
                    <a:pt x="154093" y="93217"/>
                    <a:pt x="150290" y="93217"/>
                  </a:cubicBezTo>
                  <a:cubicBezTo>
                    <a:pt x="148261" y="93217"/>
                    <a:pt x="146994" y="91830"/>
                    <a:pt x="146994" y="89519"/>
                  </a:cubicBezTo>
                  <a:cubicBezTo>
                    <a:pt x="146994" y="88364"/>
                    <a:pt x="148008" y="84666"/>
                    <a:pt x="149529" y="79120"/>
                  </a:cubicBezTo>
                  <a:lnTo>
                    <a:pt x="166770" y="21114"/>
                  </a:lnTo>
                  <a:cubicBezTo>
                    <a:pt x="167023" y="20190"/>
                    <a:pt x="167530" y="16030"/>
                    <a:pt x="167530" y="14644"/>
                  </a:cubicBezTo>
                  <a:cubicBezTo>
                    <a:pt x="167530" y="6324"/>
                    <a:pt x="161192" y="85"/>
                    <a:pt x="152572" y="85"/>
                  </a:cubicBezTo>
                  <a:cubicBezTo>
                    <a:pt x="147754" y="85"/>
                    <a:pt x="142684" y="1702"/>
                    <a:pt x="136599" y="5169"/>
                  </a:cubicBezTo>
                  <a:cubicBezTo>
                    <a:pt x="124175" y="12564"/>
                    <a:pt x="113780" y="23657"/>
                    <a:pt x="96286" y="49077"/>
                  </a:cubicBezTo>
                  <a:cubicBezTo>
                    <a:pt x="102625" y="31514"/>
                    <a:pt x="106428" y="18341"/>
                    <a:pt x="106428" y="13950"/>
                  </a:cubicBezTo>
                  <a:cubicBezTo>
                    <a:pt x="106428" y="5862"/>
                    <a:pt x="100596" y="85"/>
                    <a:pt x="91976" y="85"/>
                  </a:cubicBezTo>
                  <a:cubicBezTo>
                    <a:pt x="76510" y="85"/>
                    <a:pt x="58762" y="15337"/>
                    <a:pt x="35437" y="48846"/>
                  </a:cubicBezTo>
                  <a:lnTo>
                    <a:pt x="50142" y="547"/>
                  </a:lnTo>
                  <a:lnTo>
                    <a:pt x="49382" y="85"/>
                  </a:lnTo>
                  <a:cubicBezTo>
                    <a:pt x="35183" y="2858"/>
                    <a:pt x="29859" y="3782"/>
                    <a:pt x="8815" y="7249"/>
                  </a:cubicBezTo>
                  <a:lnTo>
                    <a:pt x="8815" y="10946"/>
                  </a:lnTo>
                  <a:lnTo>
                    <a:pt x="15154" y="10946"/>
                  </a:lnTo>
                  <a:cubicBezTo>
                    <a:pt x="21746" y="10946"/>
                    <a:pt x="25042" y="12564"/>
                    <a:pt x="25042" y="16030"/>
                  </a:cubicBezTo>
                  <a:cubicBezTo>
                    <a:pt x="25042" y="18572"/>
                    <a:pt x="19211" y="39602"/>
                    <a:pt x="10083" y="68952"/>
                  </a:cubicBezTo>
                  <a:cubicBezTo>
                    <a:pt x="4252" y="87901"/>
                    <a:pt x="3491" y="90212"/>
                    <a:pt x="195" y="101998"/>
                  </a:cubicBezTo>
                  <a:lnTo>
                    <a:pt x="19211" y="101998"/>
                  </a:lnTo>
                  <a:cubicBezTo>
                    <a:pt x="31380" y="65254"/>
                    <a:pt x="35183" y="56703"/>
                    <a:pt x="43804" y="44686"/>
                  </a:cubicBezTo>
                  <a:cubicBezTo>
                    <a:pt x="58002" y="25043"/>
                    <a:pt x="73214" y="12102"/>
                    <a:pt x="81834" y="12102"/>
                  </a:cubicBezTo>
                  <a:cubicBezTo>
                    <a:pt x="85130" y="12102"/>
                    <a:pt x="86905" y="14182"/>
                    <a:pt x="86905" y="17879"/>
                  </a:cubicBezTo>
                  <a:cubicBezTo>
                    <a:pt x="86905" y="19959"/>
                    <a:pt x="78792" y="47922"/>
                    <a:pt x="62819" y="101998"/>
                  </a:cubicBezTo>
                  <a:lnTo>
                    <a:pt x="81834" y="101998"/>
                  </a:lnTo>
                  <a:cubicBezTo>
                    <a:pt x="91976" y="65947"/>
                    <a:pt x="97047" y="54392"/>
                    <a:pt x="109977" y="37985"/>
                  </a:cubicBezTo>
                  <a:cubicBezTo>
                    <a:pt x="122401" y="22270"/>
                    <a:pt x="135077" y="12102"/>
                    <a:pt x="142430" y="12102"/>
                  </a:cubicBezTo>
                  <a:cubicBezTo>
                    <a:pt x="145219" y="12102"/>
                    <a:pt x="147501" y="14413"/>
                    <a:pt x="147501" y="16955"/>
                  </a:cubicBezTo>
                  <a:cubicBezTo>
                    <a:pt x="147501" y="18110"/>
                    <a:pt x="146994" y="20883"/>
                    <a:pt x="145726" y="25043"/>
                  </a:cubicBezTo>
                  <a:lnTo>
                    <a:pt x="131021" y="78195"/>
                  </a:lnTo>
                  <a:cubicBezTo>
                    <a:pt x="128739" y="86746"/>
                    <a:pt x="127725" y="91137"/>
                    <a:pt x="127725" y="93448"/>
                  </a:cubicBezTo>
                  <a:cubicBezTo>
                    <a:pt x="127725" y="100381"/>
                    <a:pt x="131274" y="104078"/>
                    <a:pt x="137866" y="104078"/>
                  </a:cubicBezTo>
                  <a:cubicBezTo>
                    <a:pt x="149783" y="104078"/>
                    <a:pt x="160938" y="96452"/>
                    <a:pt x="174376" y="79351"/>
                  </a:cubicBezTo>
                  <a:lnTo>
                    <a:pt x="175644" y="77733"/>
                  </a:lnTo>
                  <a:lnTo>
                    <a:pt x="171840" y="74960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F1A0C48-E31D-F4A6-5BA9-562A57F5789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720218" y="4409774"/>
              <a:ext cx="109781" cy="104455"/>
            </a:xfrm>
            <a:custGeom>
              <a:avLst/>
              <a:gdLst>
                <a:gd name="connsiteX0" fmla="*/ 106435 w 109781"/>
                <a:gd name="connsiteY0" fmla="*/ 74960 h 104455"/>
                <a:gd name="connsiteX1" fmla="*/ 85391 w 109781"/>
                <a:gd name="connsiteY1" fmla="*/ 93217 h 104455"/>
                <a:gd name="connsiteX2" fmla="*/ 82602 w 109781"/>
                <a:gd name="connsiteY2" fmla="*/ 89288 h 104455"/>
                <a:gd name="connsiteX3" fmla="*/ 87419 w 109781"/>
                <a:gd name="connsiteY3" fmla="*/ 71263 h 104455"/>
                <a:gd name="connsiteX4" fmla="*/ 107449 w 109781"/>
                <a:gd name="connsiteY4" fmla="*/ 2165 h 104455"/>
                <a:gd name="connsiteX5" fmla="*/ 88687 w 109781"/>
                <a:gd name="connsiteY5" fmla="*/ 2165 h 104455"/>
                <a:gd name="connsiteX6" fmla="*/ 60798 w 109781"/>
                <a:gd name="connsiteY6" fmla="*/ 58552 h 104455"/>
                <a:gd name="connsiteX7" fmla="*/ 25049 w 109781"/>
                <a:gd name="connsiteY7" fmla="*/ 92292 h 104455"/>
                <a:gd name="connsiteX8" fmla="*/ 19725 w 109781"/>
                <a:gd name="connsiteY8" fmla="*/ 86515 h 104455"/>
                <a:gd name="connsiteX9" fmla="*/ 19978 w 109781"/>
                <a:gd name="connsiteY9" fmla="*/ 84435 h 104455"/>
                <a:gd name="connsiteX10" fmla="*/ 43050 w 109781"/>
                <a:gd name="connsiteY10" fmla="*/ 547 h 104455"/>
                <a:gd name="connsiteX11" fmla="*/ 42290 w 109781"/>
                <a:gd name="connsiteY11" fmla="*/ 85 h 104455"/>
                <a:gd name="connsiteX12" fmla="*/ 4259 w 109781"/>
                <a:gd name="connsiteY12" fmla="*/ 6324 h 104455"/>
                <a:gd name="connsiteX13" fmla="*/ 4259 w 109781"/>
                <a:gd name="connsiteY13" fmla="*/ 9560 h 104455"/>
                <a:gd name="connsiteX14" fmla="*/ 16682 w 109781"/>
                <a:gd name="connsiteY14" fmla="*/ 10946 h 104455"/>
                <a:gd name="connsiteX15" fmla="*/ 19471 w 109781"/>
                <a:gd name="connsiteY15" fmla="*/ 15106 h 104455"/>
                <a:gd name="connsiteX16" fmla="*/ 15922 w 109781"/>
                <a:gd name="connsiteY16" fmla="*/ 30589 h 104455"/>
                <a:gd name="connsiteX17" fmla="*/ 6541 w 109781"/>
                <a:gd name="connsiteY17" fmla="*/ 63405 h 104455"/>
                <a:gd name="connsiteX18" fmla="*/ 202 w 109781"/>
                <a:gd name="connsiteY18" fmla="*/ 91830 h 104455"/>
                <a:gd name="connsiteX19" fmla="*/ 13640 w 109781"/>
                <a:gd name="connsiteY19" fmla="*/ 104540 h 104455"/>
                <a:gd name="connsiteX20" fmla="*/ 74235 w 109781"/>
                <a:gd name="connsiteY20" fmla="*/ 47460 h 104455"/>
                <a:gd name="connsiteX21" fmla="*/ 62826 w 109781"/>
                <a:gd name="connsiteY21" fmla="*/ 92986 h 104455"/>
                <a:gd name="connsiteX22" fmla="*/ 74996 w 109781"/>
                <a:gd name="connsiteY22" fmla="*/ 104078 h 104455"/>
                <a:gd name="connsiteX23" fmla="*/ 109984 w 109781"/>
                <a:gd name="connsiteY23" fmla="*/ 77040 h 104455"/>
                <a:gd name="connsiteX24" fmla="*/ 106435 w 109781"/>
                <a:gd name="connsiteY24" fmla="*/ 74960 h 10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9781" h="104455">
                  <a:moveTo>
                    <a:pt x="106435" y="74960"/>
                  </a:moveTo>
                  <a:cubicBezTo>
                    <a:pt x="93251" y="89981"/>
                    <a:pt x="89448" y="93217"/>
                    <a:pt x="85391" y="93217"/>
                  </a:cubicBezTo>
                  <a:cubicBezTo>
                    <a:pt x="83616" y="93217"/>
                    <a:pt x="82602" y="91830"/>
                    <a:pt x="82602" y="89288"/>
                  </a:cubicBezTo>
                  <a:cubicBezTo>
                    <a:pt x="82602" y="87901"/>
                    <a:pt x="82602" y="87901"/>
                    <a:pt x="87419" y="71263"/>
                  </a:cubicBezTo>
                  <a:lnTo>
                    <a:pt x="107449" y="2165"/>
                  </a:lnTo>
                  <a:lnTo>
                    <a:pt x="88687" y="2165"/>
                  </a:lnTo>
                  <a:cubicBezTo>
                    <a:pt x="74235" y="37985"/>
                    <a:pt x="72461" y="41682"/>
                    <a:pt x="60798" y="58552"/>
                  </a:cubicBezTo>
                  <a:cubicBezTo>
                    <a:pt x="45586" y="80506"/>
                    <a:pt x="33162" y="92292"/>
                    <a:pt x="25049" y="92292"/>
                  </a:cubicBezTo>
                  <a:cubicBezTo>
                    <a:pt x="22007" y="92292"/>
                    <a:pt x="19725" y="89981"/>
                    <a:pt x="19725" y="86515"/>
                  </a:cubicBezTo>
                  <a:cubicBezTo>
                    <a:pt x="19725" y="85591"/>
                    <a:pt x="19725" y="85128"/>
                    <a:pt x="19978" y="84435"/>
                  </a:cubicBezTo>
                  <a:lnTo>
                    <a:pt x="43050" y="547"/>
                  </a:lnTo>
                  <a:lnTo>
                    <a:pt x="42290" y="85"/>
                  </a:lnTo>
                  <a:cubicBezTo>
                    <a:pt x="27838" y="3089"/>
                    <a:pt x="18711" y="4707"/>
                    <a:pt x="4259" y="6324"/>
                  </a:cubicBezTo>
                  <a:lnTo>
                    <a:pt x="4259" y="9560"/>
                  </a:lnTo>
                  <a:cubicBezTo>
                    <a:pt x="13893" y="9560"/>
                    <a:pt x="14400" y="9791"/>
                    <a:pt x="16682" y="10946"/>
                  </a:cubicBezTo>
                  <a:cubicBezTo>
                    <a:pt x="18204" y="11408"/>
                    <a:pt x="19471" y="13488"/>
                    <a:pt x="19471" y="15106"/>
                  </a:cubicBezTo>
                  <a:cubicBezTo>
                    <a:pt x="19471" y="16955"/>
                    <a:pt x="18204" y="22732"/>
                    <a:pt x="15922" y="30589"/>
                  </a:cubicBezTo>
                  <a:lnTo>
                    <a:pt x="6541" y="63405"/>
                  </a:lnTo>
                  <a:cubicBezTo>
                    <a:pt x="1977" y="79813"/>
                    <a:pt x="202" y="87670"/>
                    <a:pt x="202" y="91830"/>
                  </a:cubicBezTo>
                  <a:cubicBezTo>
                    <a:pt x="202" y="100150"/>
                    <a:pt x="4766" y="104540"/>
                    <a:pt x="13640" y="104540"/>
                  </a:cubicBezTo>
                  <a:cubicBezTo>
                    <a:pt x="31641" y="104540"/>
                    <a:pt x="45079" y="92061"/>
                    <a:pt x="74235" y="47460"/>
                  </a:cubicBezTo>
                  <a:cubicBezTo>
                    <a:pt x="66883" y="72187"/>
                    <a:pt x="62826" y="88133"/>
                    <a:pt x="62826" y="92986"/>
                  </a:cubicBezTo>
                  <a:cubicBezTo>
                    <a:pt x="62826" y="99919"/>
                    <a:pt x="67390" y="104078"/>
                    <a:pt x="74996" y="104078"/>
                  </a:cubicBezTo>
                  <a:cubicBezTo>
                    <a:pt x="86912" y="104078"/>
                    <a:pt x="92744" y="99456"/>
                    <a:pt x="109984" y="77040"/>
                  </a:cubicBezTo>
                  <a:lnTo>
                    <a:pt x="106435" y="74960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141B768-EA7C-B5CF-DED5-A5C2D7C76EB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844420" y="4409774"/>
              <a:ext cx="100147" cy="104455"/>
            </a:xfrm>
            <a:custGeom>
              <a:avLst/>
              <a:gdLst>
                <a:gd name="connsiteX0" fmla="*/ 81340 w 100147"/>
                <a:gd name="connsiteY0" fmla="*/ 77502 h 104455"/>
                <a:gd name="connsiteX1" fmla="*/ 45084 w 100147"/>
                <a:gd name="connsiteY1" fmla="*/ 96221 h 104455"/>
                <a:gd name="connsiteX2" fmla="*/ 22012 w 100147"/>
                <a:gd name="connsiteY2" fmla="*/ 69876 h 104455"/>
                <a:gd name="connsiteX3" fmla="*/ 45084 w 100147"/>
                <a:gd name="connsiteY3" fmla="*/ 16030 h 104455"/>
                <a:gd name="connsiteX4" fmla="*/ 72466 w 100147"/>
                <a:gd name="connsiteY4" fmla="*/ 4938 h 104455"/>
                <a:gd name="connsiteX5" fmla="*/ 82100 w 100147"/>
                <a:gd name="connsiteY5" fmla="*/ 9560 h 104455"/>
                <a:gd name="connsiteX6" fmla="*/ 80579 w 100147"/>
                <a:gd name="connsiteY6" fmla="*/ 13950 h 104455"/>
                <a:gd name="connsiteX7" fmla="*/ 78297 w 100147"/>
                <a:gd name="connsiteY7" fmla="*/ 20652 h 104455"/>
                <a:gd name="connsiteX8" fmla="*/ 88185 w 100147"/>
                <a:gd name="connsiteY8" fmla="*/ 29434 h 104455"/>
                <a:gd name="connsiteX9" fmla="*/ 100355 w 100147"/>
                <a:gd name="connsiteY9" fmla="*/ 18804 h 104455"/>
                <a:gd name="connsiteX10" fmla="*/ 73733 w 100147"/>
                <a:gd name="connsiteY10" fmla="*/ 85 h 104455"/>
                <a:gd name="connsiteX11" fmla="*/ 207 w 100147"/>
                <a:gd name="connsiteY11" fmla="*/ 69876 h 104455"/>
                <a:gd name="connsiteX12" fmla="*/ 37477 w 100147"/>
                <a:gd name="connsiteY12" fmla="*/ 104540 h 104455"/>
                <a:gd name="connsiteX13" fmla="*/ 85396 w 100147"/>
                <a:gd name="connsiteY13" fmla="*/ 79813 h 104455"/>
                <a:gd name="connsiteX14" fmla="*/ 81340 w 100147"/>
                <a:gd name="connsiteY14" fmla="*/ 77502 h 10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147" h="104455">
                  <a:moveTo>
                    <a:pt x="81340" y="77502"/>
                  </a:moveTo>
                  <a:cubicBezTo>
                    <a:pt x="67395" y="91137"/>
                    <a:pt x="57507" y="96221"/>
                    <a:pt x="45084" y="96221"/>
                  </a:cubicBezTo>
                  <a:cubicBezTo>
                    <a:pt x="30632" y="96221"/>
                    <a:pt x="22012" y="86284"/>
                    <a:pt x="22012" y="69876"/>
                  </a:cubicBezTo>
                  <a:cubicBezTo>
                    <a:pt x="22012" y="50233"/>
                    <a:pt x="30885" y="29665"/>
                    <a:pt x="45084" y="16030"/>
                  </a:cubicBezTo>
                  <a:cubicBezTo>
                    <a:pt x="52436" y="9097"/>
                    <a:pt x="62578" y="4938"/>
                    <a:pt x="72466" y="4938"/>
                  </a:cubicBezTo>
                  <a:cubicBezTo>
                    <a:pt x="78297" y="4938"/>
                    <a:pt x="82100" y="6786"/>
                    <a:pt x="82100" y="9560"/>
                  </a:cubicBezTo>
                  <a:cubicBezTo>
                    <a:pt x="82100" y="10715"/>
                    <a:pt x="81593" y="11871"/>
                    <a:pt x="80579" y="13950"/>
                  </a:cubicBezTo>
                  <a:cubicBezTo>
                    <a:pt x="78804" y="16955"/>
                    <a:pt x="78297" y="18572"/>
                    <a:pt x="78297" y="20652"/>
                  </a:cubicBezTo>
                  <a:cubicBezTo>
                    <a:pt x="78297" y="26199"/>
                    <a:pt x="82100" y="29434"/>
                    <a:pt x="88185" y="29434"/>
                  </a:cubicBezTo>
                  <a:cubicBezTo>
                    <a:pt x="95031" y="29434"/>
                    <a:pt x="100355" y="24812"/>
                    <a:pt x="100355" y="18804"/>
                  </a:cubicBezTo>
                  <a:cubicBezTo>
                    <a:pt x="100355" y="8173"/>
                    <a:pt x="88946" y="85"/>
                    <a:pt x="73733" y="85"/>
                  </a:cubicBezTo>
                  <a:cubicBezTo>
                    <a:pt x="35703" y="85"/>
                    <a:pt x="207" y="33825"/>
                    <a:pt x="207" y="69876"/>
                  </a:cubicBezTo>
                  <a:cubicBezTo>
                    <a:pt x="207" y="91830"/>
                    <a:pt x="13898" y="104540"/>
                    <a:pt x="37477" y="104540"/>
                  </a:cubicBezTo>
                  <a:cubicBezTo>
                    <a:pt x="56239" y="104540"/>
                    <a:pt x="70184" y="97376"/>
                    <a:pt x="85396" y="79813"/>
                  </a:cubicBezTo>
                  <a:lnTo>
                    <a:pt x="81340" y="77502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9AE564A-D584-19F8-65CE-FF3139395F2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950807" y="4353849"/>
              <a:ext cx="116373" cy="159919"/>
            </a:xfrm>
            <a:custGeom>
              <a:avLst/>
              <a:gdLst>
                <a:gd name="connsiteX0" fmla="*/ 113290 w 116373"/>
                <a:gd name="connsiteY0" fmla="*/ 130886 h 159919"/>
                <a:gd name="connsiteX1" fmla="*/ 92500 w 116373"/>
                <a:gd name="connsiteY1" fmla="*/ 149142 h 159919"/>
                <a:gd name="connsiteX2" fmla="*/ 88443 w 116373"/>
                <a:gd name="connsiteY2" fmla="*/ 144982 h 159919"/>
                <a:gd name="connsiteX3" fmla="*/ 96810 w 116373"/>
                <a:gd name="connsiteY3" fmla="*/ 116095 h 159919"/>
                <a:gd name="connsiteX4" fmla="*/ 108979 w 116373"/>
                <a:gd name="connsiteY4" fmla="*/ 71494 h 159919"/>
                <a:gd name="connsiteX5" fmla="*/ 92246 w 116373"/>
                <a:gd name="connsiteY5" fmla="*/ 56010 h 159919"/>
                <a:gd name="connsiteX6" fmla="*/ 34186 w 116373"/>
                <a:gd name="connsiteY6" fmla="*/ 104772 h 159919"/>
                <a:gd name="connsiteX7" fmla="*/ 64610 w 116373"/>
                <a:gd name="connsiteY7" fmla="*/ 1240 h 159919"/>
                <a:gd name="connsiteX8" fmla="*/ 63343 w 116373"/>
                <a:gd name="connsiteY8" fmla="*/ 85 h 159919"/>
                <a:gd name="connsiteX9" fmla="*/ 23537 w 116373"/>
                <a:gd name="connsiteY9" fmla="*/ 6324 h 159919"/>
                <a:gd name="connsiteX10" fmla="*/ 23537 w 116373"/>
                <a:gd name="connsiteY10" fmla="*/ 9791 h 159919"/>
                <a:gd name="connsiteX11" fmla="*/ 30129 w 116373"/>
                <a:gd name="connsiteY11" fmla="*/ 9791 h 159919"/>
                <a:gd name="connsiteX12" fmla="*/ 30890 w 116373"/>
                <a:gd name="connsiteY12" fmla="*/ 9560 h 159919"/>
                <a:gd name="connsiteX13" fmla="*/ 40524 w 116373"/>
                <a:gd name="connsiteY13" fmla="*/ 15337 h 159919"/>
                <a:gd name="connsiteX14" fmla="*/ 36975 w 116373"/>
                <a:gd name="connsiteY14" fmla="*/ 31052 h 159919"/>
                <a:gd name="connsiteX15" fmla="*/ 34439 w 116373"/>
                <a:gd name="connsiteY15" fmla="*/ 39602 h 159919"/>
                <a:gd name="connsiteX16" fmla="*/ 212 w 116373"/>
                <a:gd name="connsiteY16" fmla="*/ 157924 h 159919"/>
                <a:gd name="connsiteX17" fmla="*/ 19227 w 116373"/>
                <a:gd name="connsiteY17" fmla="*/ 157924 h 159919"/>
                <a:gd name="connsiteX18" fmla="*/ 42806 w 116373"/>
                <a:gd name="connsiteY18" fmla="*/ 100381 h 159919"/>
                <a:gd name="connsiteX19" fmla="*/ 82104 w 116373"/>
                <a:gd name="connsiteY19" fmla="*/ 67796 h 159919"/>
                <a:gd name="connsiteX20" fmla="*/ 89203 w 116373"/>
                <a:gd name="connsiteY20" fmla="*/ 73573 h 159919"/>
                <a:gd name="connsiteX21" fmla="*/ 87429 w 116373"/>
                <a:gd name="connsiteY21" fmla="*/ 81200 h 159919"/>
                <a:gd name="connsiteX22" fmla="*/ 73484 w 116373"/>
                <a:gd name="connsiteY22" fmla="*/ 129037 h 159919"/>
                <a:gd name="connsiteX23" fmla="*/ 68413 w 116373"/>
                <a:gd name="connsiteY23" fmla="*/ 150298 h 159919"/>
                <a:gd name="connsiteX24" fmla="*/ 79569 w 116373"/>
                <a:gd name="connsiteY24" fmla="*/ 160004 h 159919"/>
                <a:gd name="connsiteX25" fmla="*/ 116586 w 116373"/>
                <a:gd name="connsiteY25" fmla="*/ 133659 h 159919"/>
                <a:gd name="connsiteX26" fmla="*/ 113290 w 116373"/>
                <a:gd name="connsiteY26" fmla="*/ 130886 h 15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373" h="159919">
                  <a:moveTo>
                    <a:pt x="113290" y="130886"/>
                  </a:moveTo>
                  <a:cubicBezTo>
                    <a:pt x="99599" y="146600"/>
                    <a:pt x="96556" y="149142"/>
                    <a:pt x="92500" y="149142"/>
                  </a:cubicBezTo>
                  <a:cubicBezTo>
                    <a:pt x="90218" y="149142"/>
                    <a:pt x="88443" y="147062"/>
                    <a:pt x="88443" y="144982"/>
                  </a:cubicBezTo>
                  <a:cubicBezTo>
                    <a:pt x="88443" y="142671"/>
                    <a:pt x="92500" y="128112"/>
                    <a:pt x="96810" y="116095"/>
                  </a:cubicBezTo>
                  <a:cubicBezTo>
                    <a:pt x="104162" y="94141"/>
                    <a:pt x="108979" y="77040"/>
                    <a:pt x="108979" y="71494"/>
                  </a:cubicBezTo>
                  <a:cubicBezTo>
                    <a:pt x="108979" y="62250"/>
                    <a:pt x="102134" y="56010"/>
                    <a:pt x="92246" y="56010"/>
                  </a:cubicBezTo>
                  <a:cubicBezTo>
                    <a:pt x="75766" y="56010"/>
                    <a:pt x="57765" y="71263"/>
                    <a:pt x="34186" y="104772"/>
                  </a:cubicBezTo>
                  <a:lnTo>
                    <a:pt x="64610" y="1240"/>
                  </a:lnTo>
                  <a:lnTo>
                    <a:pt x="63343" y="85"/>
                  </a:lnTo>
                  <a:cubicBezTo>
                    <a:pt x="48637" y="3089"/>
                    <a:pt x="38749" y="4707"/>
                    <a:pt x="23537" y="6324"/>
                  </a:cubicBezTo>
                  <a:lnTo>
                    <a:pt x="23537" y="9791"/>
                  </a:lnTo>
                  <a:lnTo>
                    <a:pt x="30129" y="9791"/>
                  </a:lnTo>
                  <a:cubicBezTo>
                    <a:pt x="30383" y="9791"/>
                    <a:pt x="30636" y="9791"/>
                    <a:pt x="30890" y="9560"/>
                  </a:cubicBezTo>
                  <a:cubicBezTo>
                    <a:pt x="34439" y="8173"/>
                    <a:pt x="40524" y="12102"/>
                    <a:pt x="40524" y="15337"/>
                  </a:cubicBezTo>
                  <a:cubicBezTo>
                    <a:pt x="40524" y="18572"/>
                    <a:pt x="39257" y="24350"/>
                    <a:pt x="36975" y="31052"/>
                  </a:cubicBezTo>
                  <a:cubicBezTo>
                    <a:pt x="36721" y="31283"/>
                    <a:pt x="35960" y="34518"/>
                    <a:pt x="34439" y="39602"/>
                  </a:cubicBezTo>
                  <a:lnTo>
                    <a:pt x="212" y="157924"/>
                  </a:lnTo>
                  <a:lnTo>
                    <a:pt x="19227" y="157924"/>
                  </a:lnTo>
                  <a:cubicBezTo>
                    <a:pt x="29369" y="122335"/>
                    <a:pt x="32665" y="114478"/>
                    <a:pt x="42806" y="100381"/>
                  </a:cubicBezTo>
                  <a:cubicBezTo>
                    <a:pt x="55990" y="82124"/>
                    <a:pt x="73231" y="67796"/>
                    <a:pt x="82104" y="67796"/>
                  </a:cubicBezTo>
                  <a:cubicBezTo>
                    <a:pt x="85908" y="67796"/>
                    <a:pt x="89203" y="70569"/>
                    <a:pt x="89203" y="73573"/>
                  </a:cubicBezTo>
                  <a:cubicBezTo>
                    <a:pt x="89203" y="74498"/>
                    <a:pt x="88443" y="77502"/>
                    <a:pt x="87429" y="81200"/>
                  </a:cubicBezTo>
                  <a:lnTo>
                    <a:pt x="73484" y="129037"/>
                  </a:lnTo>
                  <a:cubicBezTo>
                    <a:pt x="70188" y="140360"/>
                    <a:pt x="68413" y="147524"/>
                    <a:pt x="68413" y="150298"/>
                  </a:cubicBezTo>
                  <a:cubicBezTo>
                    <a:pt x="68413" y="156306"/>
                    <a:pt x="72724" y="160004"/>
                    <a:pt x="79569" y="160004"/>
                  </a:cubicBezTo>
                  <a:cubicBezTo>
                    <a:pt x="92500" y="160004"/>
                    <a:pt x="101373" y="153764"/>
                    <a:pt x="116586" y="133659"/>
                  </a:cubicBezTo>
                  <a:lnTo>
                    <a:pt x="113290" y="130886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C4CB8F5-832A-2174-3460-291CBD87CD5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140913" y="4409543"/>
              <a:ext cx="88738" cy="105149"/>
            </a:xfrm>
            <a:custGeom>
              <a:avLst/>
              <a:gdLst>
                <a:gd name="connsiteX0" fmla="*/ 5290 w 88738"/>
                <a:gd name="connsiteY0" fmla="*/ 68489 h 105149"/>
                <a:gd name="connsiteX1" fmla="*/ 219 w 88738"/>
                <a:gd name="connsiteY1" fmla="*/ 105234 h 105149"/>
                <a:gd name="connsiteX2" fmla="*/ 4276 w 88738"/>
                <a:gd name="connsiteY2" fmla="*/ 105234 h 105149"/>
                <a:gd name="connsiteX3" fmla="*/ 10361 w 88738"/>
                <a:gd name="connsiteY3" fmla="*/ 100381 h 105149"/>
                <a:gd name="connsiteX4" fmla="*/ 22784 w 88738"/>
                <a:gd name="connsiteY4" fmla="*/ 102461 h 105149"/>
                <a:gd name="connsiteX5" fmla="*/ 36729 w 88738"/>
                <a:gd name="connsiteY5" fmla="*/ 104772 h 105149"/>
                <a:gd name="connsiteX6" fmla="*/ 73238 w 88738"/>
                <a:gd name="connsiteY6" fmla="*/ 74729 h 105149"/>
                <a:gd name="connsiteX7" fmla="*/ 55997 w 88738"/>
                <a:gd name="connsiteY7" fmla="*/ 42375 h 105149"/>
                <a:gd name="connsiteX8" fmla="*/ 42306 w 88738"/>
                <a:gd name="connsiteY8" fmla="*/ 18110 h 105149"/>
                <a:gd name="connsiteX9" fmla="*/ 56505 w 88738"/>
                <a:gd name="connsiteY9" fmla="*/ 5631 h 105149"/>
                <a:gd name="connsiteX10" fmla="*/ 79830 w 88738"/>
                <a:gd name="connsiteY10" fmla="*/ 32207 h 105149"/>
                <a:gd name="connsiteX11" fmla="*/ 83887 w 88738"/>
                <a:gd name="connsiteY11" fmla="*/ 32207 h 105149"/>
                <a:gd name="connsiteX12" fmla="*/ 88957 w 88738"/>
                <a:gd name="connsiteY12" fmla="*/ 85 h 105149"/>
                <a:gd name="connsiteX13" fmla="*/ 85408 w 88738"/>
                <a:gd name="connsiteY13" fmla="*/ 85 h 105149"/>
                <a:gd name="connsiteX14" fmla="*/ 77802 w 88738"/>
                <a:gd name="connsiteY14" fmla="*/ 4244 h 105149"/>
                <a:gd name="connsiteX15" fmla="*/ 68674 w 88738"/>
                <a:gd name="connsiteY15" fmla="*/ 2627 h 105149"/>
                <a:gd name="connsiteX16" fmla="*/ 54476 w 88738"/>
                <a:gd name="connsiteY16" fmla="*/ 316 h 105149"/>
                <a:gd name="connsiteX17" fmla="*/ 23798 w 88738"/>
                <a:gd name="connsiteY17" fmla="*/ 25736 h 105149"/>
                <a:gd name="connsiteX18" fmla="*/ 39771 w 88738"/>
                <a:gd name="connsiteY18" fmla="*/ 55548 h 105149"/>
                <a:gd name="connsiteX19" fmla="*/ 53969 w 88738"/>
                <a:gd name="connsiteY19" fmla="*/ 82124 h 105149"/>
                <a:gd name="connsiteX20" fmla="*/ 35207 w 88738"/>
                <a:gd name="connsiteY20" fmla="*/ 99919 h 105149"/>
                <a:gd name="connsiteX21" fmla="*/ 9346 w 88738"/>
                <a:gd name="connsiteY21" fmla="*/ 68489 h 105149"/>
                <a:gd name="connsiteX22" fmla="*/ 5290 w 88738"/>
                <a:gd name="connsiteY22" fmla="*/ 68489 h 105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738" h="105149">
                  <a:moveTo>
                    <a:pt x="5290" y="68489"/>
                  </a:moveTo>
                  <a:lnTo>
                    <a:pt x="219" y="105234"/>
                  </a:lnTo>
                  <a:lnTo>
                    <a:pt x="4276" y="105234"/>
                  </a:lnTo>
                  <a:cubicBezTo>
                    <a:pt x="6304" y="101536"/>
                    <a:pt x="7825" y="100381"/>
                    <a:pt x="10361" y="100381"/>
                  </a:cubicBezTo>
                  <a:cubicBezTo>
                    <a:pt x="13150" y="100381"/>
                    <a:pt x="17713" y="101305"/>
                    <a:pt x="22784" y="102461"/>
                  </a:cubicBezTo>
                  <a:cubicBezTo>
                    <a:pt x="28362" y="104078"/>
                    <a:pt x="32672" y="104772"/>
                    <a:pt x="36729" y="104772"/>
                  </a:cubicBezTo>
                  <a:cubicBezTo>
                    <a:pt x="58026" y="104772"/>
                    <a:pt x="73238" y="92292"/>
                    <a:pt x="73238" y="74729"/>
                  </a:cubicBezTo>
                  <a:cubicBezTo>
                    <a:pt x="73238" y="65947"/>
                    <a:pt x="67914" y="55779"/>
                    <a:pt x="55997" y="42375"/>
                  </a:cubicBezTo>
                  <a:cubicBezTo>
                    <a:pt x="46363" y="31514"/>
                    <a:pt x="42306" y="24350"/>
                    <a:pt x="42306" y="18110"/>
                  </a:cubicBezTo>
                  <a:cubicBezTo>
                    <a:pt x="42306" y="10484"/>
                    <a:pt x="47631" y="5631"/>
                    <a:pt x="56505" y="5631"/>
                  </a:cubicBezTo>
                  <a:cubicBezTo>
                    <a:pt x="69689" y="5631"/>
                    <a:pt x="77295" y="14182"/>
                    <a:pt x="79830" y="32207"/>
                  </a:cubicBezTo>
                  <a:lnTo>
                    <a:pt x="83887" y="32207"/>
                  </a:lnTo>
                  <a:lnTo>
                    <a:pt x="88957" y="85"/>
                  </a:lnTo>
                  <a:lnTo>
                    <a:pt x="85408" y="85"/>
                  </a:lnTo>
                  <a:cubicBezTo>
                    <a:pt x="83380" y="3320"/>
                    <a:pt x="81351" y="4244"/>
                    <a:pt x="77802" y="4244"/>
                  </a:cubicBezTo>
                  <a:cubicBezTo>
                    <a:pt x="76027" y="4244"/>
                    <a:pt x="73492" y="3782"/>
                    <a:pt x="68674" y="2627"/>
                  </a:cubicBezTo>
                  <a:cubicBezTo>
                    <a:pt x="62336" y="778"/>
                    <a:pt x="58533" y="316"/>
                    <a:pt x="54476" y="316"/>
                  </a:cubicBezTo>
                  <a:cubicBezTo>
                    <a:pt x="35968" y="316"/>
                    <a:pt x="23798" y="10253"/>
                    <a:pt x="23798" y="25736"/>
                  </a:cubicBezTo>
                  <a:cubicBezTo>
                    <a:pt x="23798" y="33132"/>
                    <a:pt x="29122" y="43069"/>
                    <a:pt x="39771" y="55548"/>
                  </a:cubicBezTo>
                  <a:cubicBezTo>
                    <a:pt x="49659" y="67334"/>
                    <a:pt x="53969" y="75422"/>
                    <a:pt x="53969" y="82124"/>
                  </a:cubicBezTo>
                  <a:cubicBezTo>
                    <a:pt x="53969" y="92523"/>
                    <a:pt x="46363" y="99919"/>
                    <a:pt x="35207" y="99919"/>
                  </a:cubicBezTo>
                  <a:cubicBezTo>
                    <a:pt x="21263" y="99919"/>
                    <a:pt x="13403" y="90444"/>
                    <a:pt x="9346" y="68489"/>
                  </a:cubicBezTo>
                  <a:lnTo>
                    <a:pt x="5290" y="68489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CFF5355-F65B-66B1-86A2-B7B26BE9501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238893" y="4409774"/>
              <a:ext cx="175448" cy="103993"/>
            </a:xfrm>
            <a:custGeom>
              <a:avLst/>
              <a:gdLst>
                <a:gd name="connsiteX0" fmla="*/ 171868 w 175448"/>
                <a:gd name="connsiteY0" fmla="*/ 74960 h 103993"/>
                <a:gd name="connsiteX1" fmla="*/ 166544 w 175448"/>
                <a:gd name="connsiteY1" fmla="*/ 80969 h 103993"/>
                <a:gd name="connsiteX2" fmla="*/ 150318 w 175448"/>
                <a:gd name="connsiteY2" fmla="*/ 93217 h 103993"/>
                <a:gd name="connsiteX3" fmla="*/ 147022 w 175448"/>
                <a:gd name="connsiteY3" fmla="*/ 89519 h 103993"/>
                <a:gd name="connsiteX4" fmla="*/ 149557 w 175448"/>
                <a:gd name="connsiteY4" fmla="*/ 79120 h 103993"/>
                <a:gd name="connsiteX5" fmla="*/ 166798 w 175448"/>
                <a:gd name="connsiteY5" fmla="*/ 21114 h 103993"/>
                <a:gd name="connsiteX6" fmla="*/ 167558 w 175448"/>
                <a:gd name="connsiteY6" fmla="*/ 14644 h 103993"/>
                <a:gd name="connsiteX7" fmla="*/ 152599 w 175448"/>
                <a:gd name="connsiteY7" fmla="*/ 85 h 103993"/>
                <a:gd name="connsiteX8" fmla="*/ 136626 w 175448"/>
                <a:gd name="connsiteY8" fmla="*/ 5169 h 103993"/>
                <a:gd name="connsiteX9" fmla="*/ 96314 w 175448"/>
                <a:gd name="connsiteY9" fmla="*/ 49077 h 103993"/>
                <a:gd name="connsiteX10" fmla="*/ 106455 w 175448"/>
                <a:gd name="connsiteY10" fmla="*/ 13950 h 103993"/>
                <a:gd name="connsiteX11" fmla="*/ 92004 w 175448"/>
                <a:gd name="connsiteY11" fmla="*/ 85 h 103993"/>
                <a:gd name="connsiteX12" fmla="*/ 35465 w 175448"/>
                <a:gd name="connsiteY12" fmla="*/ 48846 h 103993"/>
                <a:gd name="connsiteX13" fmla="*/ 50170 w 175448"/>
                <a:gd name="connsiteY13" fmla="*/ 547 h 103993"/>
                <a:gd name="connsiteX14" fmla="*/ 49409 w 175448"/>
                <a:gd name="connsiteY14" fmla="*/ 85 h 103993"/>
                <a:gd name="connsiteX15" fmla="*/ 8843 w 175448"/>
                <a:gd name="connsiteY15" fmla="*/ 7249 h 103993"/>
                <a:gd name="connsiteX16" fmla="*/ 8843 w 175448"/>
                <a:gd name="connsiteY16" fmla="*/ 10946 h 103993"/>
                <a:gd name="connsiteX17" fmla="*/ 15182 w 175448"/>
                <a:gd name="connsiteY17" fmla="*/ 10946 h 103993"/>
                <a:gd name="connsiteX18" fmla="*/ 25070 w 175448"/>
                <a:gd name="connsiteY18" fmla="*/ 16030 h 103993"/>
                <a:gd name="connsiteX19" fmla="*/ 10111 w 175448"/>
                <a:gd name="connsiteY19" fmla="*/ 68952 h 103993"/>
                <a:gd name="connsiteX20" fmla="*/ 223 w 175448"/>
                <a:gd name="connsiteY20" fmla="*/ 101998 h 103993"/>
                <a:gd name="connsiteX21" fmla="*/ 19238 w 175448"/>
                <a:gd name="connsiteY21" fmla="*/ 101998 h 103993"/>
                <a:gd name="connsiteX22" fmla="*/ 43832 w 175448"/>
                <a:gd name="connsiteY22" fmla="*/ 44686 h 103993"/>
                <a:gd name="connsiteX23" fmla="*/ 81862 w 175448"/>
                <a:gd name="connsiteY23" fmla="*/ 12102 h 103993"/>
                <a:gd name="connsiteX24" fmla="*/ 86933 w 175448"/>
                <a:gd name="connsiteY24" fmla="*/ 17879 h 103993"/>
                <a:gd name="connsiteX25" fmla="*/ 62847 w 175448"/>
                <a:gd name="connsiteY25" fmla="*/ 101998 h 103993"/>
                <a:gd name="connsiteX26" fmla="*/ 81862 w 175448"/>
                <a:gd name="connsiteY26" fmla="*/ 101998 h 103993"/>
                <a:gd name="connsiteX27" fmla="*/ 110005 w 175448"/>
                <a:gd name="connsiteY27" fmla="*/ 37985 h 103993"/>
                <a:gd name="connsiteX28" fmla="*/ 142458 w 175448"/>
                <a:gd name="connsiteY28" fmla="*/ 12102 h 103993"/>
                <a:gd name="connsiteX29" fmla="*/ 147529 w 175448"/>
                <a:gd name="connsiteY29" fmla="*/ 16955 h 103993"/>
                <a:gd name="connsiteX30" fmla="*/ 145754 w 175448"/>
                <a:gd name="connsiteY30" fmla="*/ 25043 h 103993"/>
                <a:gd name="connsiteX31" fmla="*/ 131049 w 175448"/>
                <a:gd name="connsiteY31" fmla="*/ 78195 h 103993"/>
                <a:gd name="connsiteX32" fmla="*/ 127753 w 175448"/>
                <a:gd name="connsiteY32" fmla="*/ 93448 h 103993"/>
                <a:gd name="connsiteX33" fmla="*/ 137894 w 175448"/>
                <a:gd name="connsiteY33" fmla="*/ 104078 h 103993"/>
                <a:gd name="connsiteX34" fmla="*/ 174404 w 175448"/>
                <a:gd name="connsiteY34" fmla="*/ 79351 h 103993"/>
                <a:gd name="connsiteX35" fmla="*/ 175671 w 175448"/>
                <a:gd name="connsiteY35" fmla="*/ 77733 h 103993"/>
                <a:gd name="connsiteX36" fmla="*/ 171868 w 175448"/>
                <a:gd name="connsiteY36" fmla="*/ 74960 h 103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5448" h="103993">
                  <a:moveTo>
                    <a:pt x="171868" y="74960"/>
                  </a:moveTo>
                  <a:cubicBezTo>
                    <a:pt x="169333" y="77733"/>
                    <a:pt x="167305" y="80044"/>
                    <a:pt x="166544" y="80969"/>
                  </a:cubicBezTo>
                  <a:cubicBezTo>
                    <a:pt x="159445" y="89288"/>
                    <a:pt x="154121" y="93217"/>
                    <a:pt x="150318" y="93217"/>
                  </a:cubicBezTo>
                  <a:cubicBezTo>
                    <a:pt x="148289" y="93217"/>
                    <a:pt x="147022" y="91830"/>
                    <a:pt x="147022" y="89519"/>
                  </a:cubicBezTo>
                  <a:cubicBezTo>
                    <a:pt x="147022" y="88364"/>
                    <a:pt x="148036" y="84666"/>
                    <a:pt x="149557" y="79120"/>
                  </a:cubicBezTo>
                  <a:lnTo>
                    <a:pt x="166798" y="21114"/>
                  </a:lnTo>
                  <a:cubicBezTo>
                    <a:pt x="167051" y="20190"/>
                    <a:pt x="167558" y="16030"/>
                    <a:pt x="167558" y="14644"/>
                  </a:cubicBezTo>
                  <a:cubicBezTo>
                    <a:pt x="167558" y="6324"/>
                    <a:pt x="161220" y="85"/>
                    <a:pt x="152599" y="85"/>
                  </a:cubicBezTo>
                  <a:cubicBezTo>
                    <a:pt x="147782" y="85"/>
                    <a:pt x="142711" y="1702"/>
                    <a:pt x="136626" y="5169"/>
                  </a:cubicBezTo>
                  <a:cubicBezTo>
                    <a:pt x="124203" y="12564"/>
                    <a:pt x="113808" y="23657"/>
                    <a:pt x="96314" y="49077"/>
                  </a:cubicBezTo>
                  <a:cubicBezTo>
                    <a:pt x="102652" y="31514"/>
                    <a:pt x="106455" y="18341"/>
                    <a:pt x="106455" y="13950"/>
                  </a:cubicBezTo>
                  <a:cubicBezTo>
                    <a:pt x="106455" y="5862"/>
                    <a:pt x="100624" y="85"/>
                    <a:pt x="92004" y="85"/>
                  </a:cubicBezTo>
                  <a:cubicBezTo>
                    <a:pt x="76538" y="85"/>
                    <a:pt x="58790" y="15337"/>
                    <a:pt x="35465" y="48846"/>
                  </a:cubicBezTo>
                  <a:lnTo>
                    <a:pt x="50170" y="547"/>
                  </a:lnTo>
                  <a:lnTo>
                    <a:pt x="49409" y="85"/>
                  </a:lnTo>
                  <a:cubicBezTo>
                    <a:pt x="35211" y="2858"/>
                    <a:pt x="29887" y="3782"/>
                    <a:pt x="8843" y="7249"/>
                  </a:cubicBezTo>
                  <a:lnTo>
                    <a:pt x="8843" y="10946"/>
                  </a:lnTo>
                  <a:lnTo>
                    <a:pt x="15182" y="10946"/>
                  </a:lnTo>
                  <a:cubicBezTo>
                    <a:pt x="21774" y="10946"/>
                    <a:pt x="25070" y="12564"/>
                    <a:pt x="25070" y="16030"/>
                  </a:cubicBezTo>
                  <a:cubicBezTo>
                    <a:pt x="25070" y="18572"/>
                    <a:pt x="19238" y="39602"/>
                    <a:pt x="10111" y="68952"/>
                  </a:cubicBezTo>
                  <a:cubicBezTo>
                    <a:pt x="4280" y="87901"/>
                    <a:pt x="3519" y="90212"/>
                    <a:pt x="223" y="101998"/>
                  </a:cubicBezTo>
                  <a:lnTo>
                    <a:pt x="19238" y="101998"/>
                  </a:lnTo>
                  <a:cubicBezTo>
                    <a:pt x="31408" y="65254"/>
                    <a:pt x="35211" y="56703"/>
                    <a:pt x="43832" y="44686"/>
                  </a:cubicBezTo>
                  <a:cubicBezTo>
                    <a:pt x="58030" y="25043"/>
                    <a:pt x="73242" y="12102"/>
                    <a:pt x="81862" y="12102"/>
                  </a:cubicBezTo>
                  <a:cubicBezTo>
                    <a:pt x="85158" y="12102"/>
                    <a:pt x="86933" y="14182"/>
                    <a:pt x="86933" y="17879"/>
                  </a:cubicBezTo>
                  <a:cubicBezTo>
                    <a:pt x="86933" y="19959"/>
                    <a:pt x="78820" y="47922"/>
                    <a:pt x="62847" y="101998"/>
                  </a:cubicBezTo>
                  <a:lnTo>
                    <a:pt x="81862" y="101998"/>
                  </a:lnTo>
                  <a:cubicBezTo>
                    <a:pt x="92004" y="65947"/>
                    <a:pt x="97075" y="54392"/>
                    <a:pt x="110005" y="37985"/>
                  </a:cubicBezTo>
                  <a:cubicBezTo>
                    <a:pt x="122428" y="22270"/>
                    <a:pt x="135105" y="12102"/>
                    <a:pt x="142458" y="12102"/>
                  </a:cubicBezTo>
                  <a:cubicBezTo>
                    <a:pt x="145247" y="12102"/>
                    <a:pt x="147529" y="14413"/>
                    <a:pt x="147529" y="16955"/>
                  </a:cubicBezTo>
                  <a:cubicBezTo>
                    <a:pt x="147529" y="18110"/>
                    <a:pt x="147022" y="20883"/>
                    <a:pt x="145754" y="25043"/>
                  </a:cubicBezTo>
                  <a:lnTo>
                    <a:pt x="131049" y="78195"/>
                  </a:lnTo>
                  <a:cubicBezTo>
                    <a:pt x="128767" y="86746"/>
                    <a:pt x="127753" y="91137"/>
                    <a:pt x="127753" y="93448"/>
                  </a:cubicBezTo>
                  <a:cubicBezTo>
                    <a:pt x="127753" y="100381"/>
                    <a:pt x="131302" y="104078"/>
                    <a:pt x="137894" y="104078"/>
                  </a:cubicBezTo>
                  <a:cubicBezTo>
                    <a:pt x="149810" y="104078"/>
                    <a:pt x="160966" y="96452"/>
                    <a:pt x="174404" y="79351"/>
                  </a:cubicBezTo>
                  <a:lnTo>
                    <a:pt x="175671" y="77733"/>
                  </a:lnTo>
                  <a:lnTo>
                    <a:pt x="171868" y="74960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0D84D78-3EF6-E19D-96B0-E834A568391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423901" y="4409774"/>
              <a:ext cx="116373" cy="104455"/>
            </a:xfrm>
            <a:custGeom>
              <a:avLst/>
              <a:gdLst>
                <a:gd name="connsiteX0" fmla="*/ 113562 w 116373"/>
                <a:gd name="connsiteY0" fmla="*/ 76578 h 104455"/>
                <a:gd name="connsiteX1" fmla="*/ 106463 w 116373"/>
                <a:gd name="connsiteY1" fmla="*/ 83048 h 104455"/>
                <a:gd name="connsiteX2" fmla="*/ 93279 w 116373"/>
                <a:gd name="connsiteY2" fmla="*/ 92523 h 104455"/>
                <a:gd name="connsiteX3" fmla="*/ 89729 w 116373"/>
                <a:gd name="connsiteY3" fmla="*/ 89519 h 104455"/>
                <a:gd name="connsiteX4" fmla="*/ 112294 w 116373"/>
                <a:gd name="connsiteY4" fmla="*/ 5631 h 104455"/>
                <a:gd name="connsiteX5" fmla="*/ 113815 w 116373"/>
                <a:gd name="connsiteY5" fmla="*/ 778 h 104455"/>
                <a:gd name="connsiteX6" fmla="*/ 112040 w 116373"/>
                <a:gd name="connsiteY6" fmla="*/ 85 h 104455"/>
                <a:gd name="connsiteX7" fmla="*/ 96575 w 116373"/>
                <a:gd name="connsiteY7" fmla="*/ 1702 h 104455"/>
                <a:gd name="connsiteX8" fmla="*/ 95814 w 116373"/>
                <a:gd name="connsiteY8" fmla="*/ 2396 h 104455"/>
                <a:gd name="connsiteX9" fmla="*/ 93025 w 116373"/>
                <a:gd name="connsiteY9" fmla="*/ 13488 h 104455"/>
                <a:gd name="connsiteX10" fmla="*/ 72742 w 116373"/>
                <a:gd name="connsiteY10" fmla="*/ 85 h 104455"/>
                <a:gd name="connsiteX11" fmla="*/ 230 w 116373"/>
                <a:gd name="connsiteY11" fmla="*/ 78889 h 104455"/>
                <a:gd name="connsiteX12" fmla="*/ 26091 w 116373"/>
                <a:gd name="connsiteY12" fmla="*/ 104540 h 104455"/>
                <a:gd name="connsiteX13" fmla="*/ 77052 w 116373"/>
                <a:gd name="connsiteY13" fmla="*/ 68258 h 104455"/>
                <a:gd name="connsiteX14" fmla="*/ 71221 w 116373"/>
                <a:gd name="connsiteY14" fmla="*/ 94834 h 104455"/>
                <a:gd name="connsiteX15" fmla="*/ 81362 w 116373"/>
                <a:gd name="connsiteY15" fmla="*/ 104309 h 104455"/>
                <a:gd name="connsiteX16" fmla="*/ 116604 w 116373"/>
                <a:gd name="connsiteY16" fmla="*/ 78889 h 104455"/>
                <a:gd name="connsiteX17" fmla="*/ 113562 w 116373"/>
                <a:gd name="connsiteY17" fmla="*/ 76578 h 104455"/>
                <a:gd name="connsiteX18" fmla="*/ 74263 w 116373"/>
                <a:gd name="connsiteY18" fmla="*/ 5169 h 104455"/>
                <a:gd name="connsiteX19" fmla="*/ 88461 w 116373"/>
                <a:gd name="connsiteY19" fmla="*/ 19266 h 104455"/>
                <a:gd name="connsiteX20" fmla="*/ 58290 w 116373"/>
                <a:gd name="connsiteY20" fmla="*/ 83048 h 104455"/>
                <a:gd name="connsiteX21" fmla="*/ 36233 w 116373"/>
                <a:gd name="connsiteY21" fmla="*/ 93217 h 104455"/>
                <a:gd name="connsiteX22" fmla="*/ 21527 w 116373"/>
                <a:gd name="connsiteY22" fmla="*/ 75884 h 104455"/>
                <a:gd name="connsiteX23" fmla="*/ 42064 w 116373"/>
                <a:gd name="connsiteY23" fmla="*/ 25274 h 104455"/>
                <a:gd name="connsiteX24" fmla="*/ 74263 w 116373"/>
                <a:gd name="connsiteY24" fmla="*/ 5169 h 10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6373" h="104455">
                  <a:moveTo>
                    <a:pt x="113562" y="76578"/>
                  </a:moveTo>
                  <a:cubicBezTo>
                    <a:pt x="109759" y="80044"/>
                    <a:pt x="108237" y="81200"/>
                    <a:pt x="106463" y="83048"/>
                  </a:cubicBezTo>
                  <a:cubicBezTo>
                    <a:pt x="98856" y="90212"/>
                    <a:pt x="95561" y="92523"/>
                    <a:pt x="93279" y="92523"/>
                  </a:cubicBezTo>
                  <a:cubicBezTo>
                    <a:pt x="91250" y="92523"/>
                    <a:pt x="89729" y="91137"/>
                    <a:pt x="89729" y="89519"/>
                  </a:cubicBezTo>
                  <a:cubicBezTo>
                    <a:pt x="89729" y="84897"/>
                    <a:pt x="100378" y="45380"/>
                    <a:pt x="112294" y="5631"/>
                  </a:cubicBezTo>
                  <a:cubicBezTo>
                    <a:pt x="113055" y="3320"/>
                    <a:pt x="113308" y="2858"/>
                    <a:pt x="113815" y="778"/>
                  </a:cubicBezTo>
                  <a:lnTo>
                    <a:pt x="112040" y="85"/>
                  </a:lnTo>
                  <a:lnTo>
                    <a:pt x="96575" y="1702"/>
                  </a:lnTo>
                  <a:lnTo>
                    <a:pt x="95814" y="2396"/>
                  </a:lnTo>
                  <a:lnTo>
                    <a:pt x="93025" y="13488"/>
                  </a:lnTo>
                  <a:cubicBezTo>
                    <a:pt x="90997" y="4938"/>
                    <a:pt x="83644" y="85"/>
                    <a:pt x="72742" y="85"/>
                  </a:cubicBezTo>
                  <a:cubicBezTo>
                    <a:pt x="39275" y="85"/>
                    <a:pt x="230" y="42375"/>
                    <a:pt x="230" y="78889"/>
                  </a:cubicBezTo>
                  <a:cubicBezTo>
                    <a:pt x="230" y="95065"/>
                    <a:pt x="9865" y="104540"/>
                    <a:pt x="26091" y="104540"/>
                  </a:cubicBezTo>
                  <a:cubicBezTo>
                    <a:pt x="43839" y="104540"/>
                    <a:pt x="54741" y="96914"/>
                    <a:pt x="77052" y="68258"/>
                  </a:cubicBezTo>
                  <a:cubicBezTo>
                    <a:pt x="71981" y="86284"/>
                    <a:pt x="71221" y="89288"/>
                    <a:pt x="71221" y="94834"/>
                  </a:cubicBezTo>
                  <a:cubicBezTo>
                    <a:pt x="71221" y="101536"/>
                    <a:pt x="74263" y="104309"/>
                    <a:pt x="81362" y="104309"/>
                  </a:cubicBezTo>
                  <a:cubicBezTo>
                    <a:pt x="91504" y="104309"/>
                    <a:pt x="97842" y="99919"/>
                    <a:pt x="116604" y="78889"/>
                  </a:cubicBezTo>
                  <a:lnTo>
                    <a:pt x="113562" y="76578"/>
                  </a:lnTo>
                  <a:close/>
                  <a:moveTo>
                    <a:pt x="74263" y="5169"/>
                  </a:moveTo>
                  <a:cubicBezTo>
                    <a:pt x="82884" y="5631"/>
                    <a:pt x="88461" y="11177"/>
                    <a:pt x="88461" y="19266"/>
                  </a:cubicBezTo>
                  <a:cubicBezTo>
                    <a:pt x="88461" y="38678"/>
                    <a:pt x="75785" y="65947"/>
                    <a:pt x="58290" y="83048"/>
                  </a:cubicBezTo>
                  <a:cubicBezTo>
                    <a:pt x="52205" y="89288"/>
                    <a:pt x="43585" y="93217"/>
                    <a:pt x="36233" y="93217"/>
                  </a:cubicBezTo>
                  <a:cubicBezTo>
                    <a:pt x="27359" y="93217"/>
                    <a:pt x="21527" y="86515"/>
                    <a:pt x="21527" y="75884"/>
                  </a:cubicBezTo>
                  <a:cubicBezTo>
                    <a:pt x="21527" y="63405"/>
                    <a:pt x="31162" y="39602"/>
                    <a:pt x="42064" y="25274"/>
                  </a:cubicBezTo>
                  <a:cubicBezTo>
                    <a:pt x="52205" y="11871"/>
                    <a:pt x="64122" y="4476"/>
                    <a:pt x="74263" y="5169"/>
                  </a:cubicBez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A46EBE7-5230-77D8-E919-EE4D0AE6A03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556977" y="4353849"/>
              <a:ext cx="60595" cy="160381"/>
            </a:xfrm>
            <a:custGeom>
              <a:avLst/>
              <a:gdLst>
                <a:gd name="connsiteX0" fmla="*/ 47900 w 60595"/>
                <a:gd name="connsiteY0" fmla="*/ 129499 h 160381"/>
                <a:gd name="connsiteX1" fmla="*/ 41055 w 60595"/>
                <a:gd name="connsiteY1" fmla="*/ 137356 h 160381"/>
                <a:gd name="connsiteX2" fmla="*/ 23561 w 60595"/>
                <a:gd name="connsiteY2" fmla="*/ 150529 h 160381"/>
                <a:gd name="connsiteX3" fmla="*/ 19758 w 60595"/>
                <a:gd name="connsiteY3" fmla="*/ 146369 h 160381"/>
                <a:gd name="connsiteX4" fmla="*/ 21786 w 60595"/>
                <a:gd name="connsiteY4" fmla="*/ 137356 h 160381"/>
                <a:gd name="connsiteX5" fmla="*/ 22547 w 60595"/>
                <a:gd name="connsiteY5" fmla="*/ 135045 h 160381"/>
                <a:gd name="connsiteX6" fmla="*/ 60831 w 60595"/>
                <a:gd name="connsiteY6" fmla="*/ 1240 h 160381"/>
                <a:gd name="connsiteX7" fmla="*/ 59563 w 60595"/>
                <a:gd name="connsiteY7" fmla="*/ 85 h 160381"/>
                <a:gd name="connsiteX8" fmla="*/ 20011 w 60595"/>
                <a:gd name="connsiteY8" fmla="*/ 6324 h 160381"/>
                <a:gd name="connsiteX9" fmla="*/ 20011 w 60595"/>
                <a:gd name="connsiteY9" fmla="*/ 10022 h 160381"/>
                <a:gd name="connsiteX10" fmla="*/ 37252 w 60595"/>
                <a:gd name="connsiteY10" fmla="*/ 15337 h 160381"/>
                <a:gd name="connsiteX11" fmla="*/ 36238 w 60595"/>
                <a:gd name="connsiteY11" fmla="*/ 19497 h 160381"/>
                <a:gd name="connsiteX12" fmla="*/ 1503 w 60595"/>
                <a:gd name="connsiteY12" fmla="*/ 141516 h 160381"/>
                <a:gd name="connsiteX13" fmla="*/ 235 w 60595"/>
                <a:gd name="connsiteY13" fmla="*/ 147524 h 160381"/>
                <a:gd name="connsiteX14" fmla="*/ 12659 w 60595"/>
                <a:gd name="connsiteY14" fmla="*/ 160466 h 160381"/>
                <a:gd name="connsiteX15" fmla="*/ 51196 w 60595"/>
                <a:gd name="connsiteY15" fmla="*/ 131579 h 160381"/>
                <a:gd name="connsiteX16" fmla="*/ 47900 w 60595"/>
                <a:gd name="connsiteY16" fmla="*/ 129499 h 16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595" h="160381">
                  <a:moveTo>
                    <a:pt x="47900" y="129499"/>
                  </a:moveTo>
                  <a:cubicBezTo>
                    <a:pt x="45618" y="132041"/>
                    <a:pt x="43337" y="134583"/>
                    <a:pt x="41055" y="137356"/>
                  </a:cubicBezTo>
                  <a:cubicBezTo>
                    <a:pt x="32942" y="147062"/>
                    <a:pt x="28124" y="150529"/>
                    <a:pt x="23561" y="150529"/>
                  </a:cubicBezTo>
                  <a:cubicBezTo>
                    <a:pt x="21025" y="150529"/>
                    <a:pt x="19758" y="148911"/>
                    <a:pt x="19758" y="146369"/>
                  </a:cubicBezTo>
                  <a:cubicBezTo>
                    <a:pt x="19758" y="144751"/>
                    <a:pt x="20518" y="141978"/>
                    <a:pt x="21786" y="137356"/>
                  </a:cubicBezTo>
                  <a:cubicBezTo>
                    <a:pt x="22039" y="136663"/>
                    <a:pt x="22293" y="135507"/>
                    <a:pt x="22547" y="135045"/>
                  </a:cubicBezTo>
                  <a:lnTo>
                    <a:pt x="60831" y="1240"/>
                  </a:lnTo>
                  <a:lnTo>
                    <a:pt x="59563" y="85"/>
                  </a:lnTo>
                  <a:cubicBezTo>
                    <a:pt x="44604" y="3089"/>
                    <a:pt x="34970" y="4707"/>
                    <a:pt x="20011" y="6324"/>
                  </a:cubicBezTo>
                  <a:lnTo>
                    <a:pt x="20011" y="10022"/>
                  </a:lnTo>
                  <a:cubicBezTo>
                    <a:pt x="32181" y="10022"/>
                    <a:pt x="37252" y="11640"/>
                    <a:pt x="37252" y="15337"/>
                  </a:cubicBezTo>
                  <a:cubicBezTo>
                    <a:pt x="37252" y="16030"/>
                    <a:pt x="36998" y="17417"/>
                    <a:pt x="36238" y="19497"/>
                  </a:cubicBezTo>
                  <a:lnTo>
                    <a:pt x="1503" y="141516"/>
                  </a:lnTo>
                  <a:cubicBezTo>
                    <a:pt x="742" y="144058"/>
                    <a:pt x="235" y="146369"/>
                    <a:pt x="235" y="147524"/>
                  </a:cubicBezTo>
                  <a:cubicBezTo>
                    <a:pt x="235" y="155844"/>
                    <a:pt x="4545" y="160466"/>
                    <a:pt x="12659" y="160466"/>
                  </a:cubicBezTo>
                  <a:cubicBezTo>
                    <a:pt x="25842" y="160466"/>
                    <a:pt x="34716" y="153764"/>
                    <a:pt x="51196" y="131579"/>
                  </a:cubicBezTo>
                  <a:lnTo>
                    <a:pt x="47900" y="129499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464BD98-1408-ED07-4B82-FC36C88C9D1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627722" y="4353849"/>
              <a:ext cx="60595" cy="160381"/>
            </a:xfrm>
            <a:custGeom>
              <a:avLst/>
              <a:gdLst>
                <a:gd name="connsiteX0" fmla="*/ 47903 w 60595"/>
                <a:gd name="connsiteY0" fmla="*/ 129499 h 160381"/>
                <a:gd name="connsiteX1" fmla="*/ 41058 w 60595"/>
                <a:gd name="connsiteY1" fmla="*/ 137356 h 160381"/>
                <a:gd name="connsiteX2" fmla="*/ 23563 w 60595"/>
                <a:gd name="connsiteY2" fmla="*/ 150529 h 160381"/>
                <a:gd name="connsiteX3" fmla="*/ 19760 w 60595"/>
                <a:gd name="connsiteY3" fmla="*/ 146369 h 160381"/>
                <a:gd name="connsiteX4" fmla="*/ 21789 w 60595"/>
                <a:gd name="connsiteY4" fmla="*/ 137356 h 160381"/>
                <a:gd name="connsiteX5" fmla="*/ 22549 w 60595"/>
                <a:gd name="connsiteY5" fmla="*/ 135045 h 160381"/>
                <a:gd name="connsiteX6" fmla="*/ 60834 w 60595"/>
                <a:gd name="connsiteY6" fmla="*/ 1240 h 160381"/>
                <a:gd name="connsiteX7" fmla="*/ 59566 w 60595"/>
                <a:gd name="connsiteY7" fmla="*/ 85 h 160381"/>
                <a:gd name="connsiteX8" fmla="*/ 20014 w 60595"/>
                <a:gd name="connsiteY8" fmla="*/ 6324 h 160381"/>
                <a:gd name="connsiteX9" fmla="*/ 20014 w 60595"/>
                <a:gd name="connsiteY9" fmla="*/ 10022 h 160381"/>
                <a:gd name="connsiteX10" fmla="*/ 37254 w 60595"/>
                <a:gd name="connsiteY10" fmla="*/ 15337 h 160381"/>
                <a:gd name="connsiteX11" fmla="*/ 36240 w 60595"/>
                <a:gd name="connsiteY11" fmla="*/ 19497 h 160381"/>
                <a:gd name="connsiteX12" fmla="*/ 1506 w 60595"/>
                <a:gd name="connsiteY12" fmla="*/ 141516 h 160381"/>
                <a:gd name="connsiteX13" fmla="*/ 238 w 60595"/>
                <a:gd name="connsiteY13" fmla="*/ 147524 h 160381"/>
                <a:gd name="connsiteX14" fmla="*/ 12661 w 60595"/>
                <a:gd name="connsiteY14" fmla="*/ 160466 h 160381"/>
                <a:gd name="connsiteX15" fmla="*/ 51199 w 60595"/>
                <a:gd name="connsiteY15" fmla="*/ 131579 h 160381"/>
                <a:gd name="connsiteX16" fmla="*/ 47903 w 60595"/>
                <a:gd name="connsiteY16" fmla="*/ 129499 h 16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595" h="160381">
                  <a:moveTo>
                    <a:pt x="47903" y="129499"/>
                  </a:moveTo>
                  <a:cubicBezTo>
                    <a:pt x="45621" y="132041"/>
                    <a:pt x="43339" y="134583"/>
                    <a:pt x="41058" y="137356"/>
                  </a:cubicBezTo>
                  <a:cubicBezTo>
                    <a:pt x="32944" y="147062"/>
                    <a:pt x="28127" y="150529"/>
                    <a:pt x="23563" y="150529"/>
                  </a:cubicBezTo>
                  <a:cubicBezTo>
                    <a:pt x="21028" y="150529"/>
                    <a:pt x="19760" y="148911"/>
                    <a:pt x="19760" y="146369"/>
                  </a:cubicBezTo>
                  <a:cubicBezTo>
                    <a:pt x="19760" y="144751"/>
                    <a:pt x="20521" y="141978"/>
                    <a:pt x="21789" y="137356"/>
                  </a:cubicBezTo>
                  <a:cubicBezTo>
                    <a:pt x="22042" y="136663"/>
                    <a:pt x="22296" y="135507"/>
                    <a:pt x="22549" y="135045"/>
                  </a:cubicBezTo>
                  <a:lnTo>
                    <a:pt x="60834" y="1240"/>
                  </a:lnTo>
                  <a:lnTo>
                    <a:pt x="59566" y="85"/>
                  </a:lnTo>
                  <a:cubicBezTo>
                    <a:pt x="44607" y="3089"/>
                    <a:pt x="34973" y="4707"/>
                    <a:pt x="20014" y="6324"/>
                  </a:cubicBezTo>
                  <a:lnTo>
                    <a:pt x="20014" y="10022"/>
                  </a:lnTo>
                  <a:cubicBezTo>
                    <a:pt x="32184" y="10022"/>
                    <a:pt x="37254" y="11640"/>
                    <a:pt x="37254" y="15337"/>
                  </a:cubicBezTo>
                  <a:cubicBezTo>
                    <a:pt x="37254" y="16030"/>
                    <a:pt x="37001" y="17417"/>
                    <a:pt x="36240" y="19497"/>
                  </a:cubicBezTo>
                  <a:lnTo>
                    <a:pt x="1506" y="141516"/>
                  </a:lnTo>
                  <a:cubicBezTo>
                    <a:pt x="745" y="144058"/>
                    <a:pt x="238" y="146369"/>
                    <a:pt x="238" y="147524"/>
                  </a:cubicBezTo>
                  <a:cubicBezTo>
                    <a:pt x="238" y="155844"/>
                    <a:pt x="4548" y="160466"/>
                    <a:pt x="12661" y="160466"/>
                  </a:cubicBezTo>
                  <a:cubicBezTo>
                    <a:pt x="25845" y="160466"/>
                    <a:pt x="34719" y="153764"/>
                    <a:pt x="51199" y="131579"/>
                  </a:cubicBezTo>
                  <a:lnTo>
                    <a:pt x="47903" y="129499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36566D3-BA13-7EB1-C9B4-FE03945F481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696186" y="4409774"/>
              <a:ext cx="96598" cy="104455"/>
            </a:xfrm>
            <a:custGeom>
              <a:avLst/>
              <a:gdLst>
                <a:gd name="connsiteX0" fmla="*/ 83148 w 96598"/>
                <a:gd name="connsiteY0" fmla="*/ 76809 h 104455"/>
                <a:gd name="connsiteX1" fmla="*/ 46131 w 96598"/>
                <a:gd name="connsiteY1" fmla="*/ 94141 h 104455"/>
                <a:gd name="connsiteX2" fmla="*/ 22299 w 96598"/>
                <a:gd name="connsiteY2" fmla="*/ 73342 h 104455"/>
                <a:gd name="connsiteX3" fmla="*/ 24834 w 96598"/>
                <a:gd name="connsiteY3" fmla="*/ 59014 h 104455"/>
                <a:gd name="connsiteX4" fmla="*/ 31933 w 96598"/>
                <a:gd name="connsiteY4" fmla="*/ 58090 h 104455"/>
                <a:gd name="connsiteX5" fmla="*/ 96839 w 96598"/>
                <a:gd name="connsiteY5" fmla="*/ 15799 h 104455"/>
                <a:gd name="connsiteX6" fmla="*/ 76556 w 96598"/>
                <a:gd name="connsiteY6" fmla="*/ 85 h 104455"/>
                <a:gd name="connsiteX7" fmla="*/ 241 w 96598"/>
                <a:gd name="connsiteY7" fmla="*/ 72880 h 104455"/>
                <a:gd name="connsiteX8" fmla="*/ 33708 w 96598"/>
                <a:gd name="connsiteY8" fmla="*/ 104540 h 104455"/>
                <a:gd name="connsiteX9" fmla="*/ 86190 w 96598"/>
                <a:gd name="connsiteY9" fmla="*/ 79582 h 104455"/>
                <a:gd name="connsiteX10" fmla="*/ 83148 w 96598"/>
                <a:gd name="connsiteY10" fmla="*/ 76809 h 104455"/>
                <a:gd name="connsiteX11" fmla="*/ 30919 w 96598"/>
                <a:gd name="connsiteY11" fmla="*/ 43762 h 104455"/>
                <a:gd name="connsiteX12" fmla="*/ 71231 w 96598"/>
                <a:gd name="connsiteY12" fmla="*/ 5400 h 104455"/>
                <a:gd name="connsiteX13" fmla="*/ 80105 w 96598"/>
                <a:gd name="connsiteY13" fmla="*/ 14413 h 104455"/>
                <a:gd name="connsiteX14" fmla="*/ 67428 w 96598"/>
                <a:gd name="connsiteY14" fmla="*/ 36829 h 104455"/>
                <a:gd name="connsiteX15" fmla="*/ 26609 w 96598"/>
                <a:gd name="connsiteY15" fmla="*/ 53930 h 104455"/>
                <a:gd name="connsiteX16" fmla="*/ 30919 w 96598"/>
                <a:gd name="connsiteY16" fmla="*/ 43762 h 10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6598" h="104455">
                  <a:moveTo>
                    <a:pt x="83148" y="76809"/>
                  </a:moveTo>
                  <a:cubicBezTo>
                    <a:pt x="64893" y="90444"/>
                    <a:pt x="57033" y="94141"/>
                    <a:pt x="46131" y="94141"/>
                  </a:cubicBezTo>
                  <a:cubicBezTo>
                    <a:pt x="31679" y="94141"/>
                    <a:pt x="22299" y="85822"/>
                    <a:pt x="22299" y="73342"/>
                  </a:cubicBezTo>
                  <a:cubicBezTo>
                    <a:pt x="22299" y="69876"/>
                    <a:pt x="22806" y="66409"/>
                    <a:pt x="24834" y="59014"/>
                  </a:cubicBezTo>
                  <a:lnTo>
                    <a:pt x="31933" y="58090"/>
                  </a:lnTo>
                  <a:cubicBezTo>
                    <a:pt x="69964" y="53237"/>
                    <a:pt x="96839" y="35674"/>
                    <a:pt x="96839" y="15799"/>
                  </a:cubicBezTo>
                  <a:cubicBezTo>
                    <a:pt x="96839" y="6093"/>
                    <a:pt x="89233" y="85"/>
                    <a:pt x="76556" y="85"/>
                  </a:cubicBezTo>
                  <a:cubicBezTo>
                    <a:pt x="40046" y="85"/>
                    <a:pt x="241" y="38216"/>
                    <a:pt x="241" y="72880"/>
                  </a:cubicBezTo>
                  <a:cubicBezTo>
                    <a:pt x="241" y="91599"/>
                    <a:pt x="13932" y="104540"/>
                    <a:pt x="33708" y="104540"/>
                  </a:cubicBezTo>
                  <a:cubicBezTo>
                    <a:pt x="51709" y="104540"/>
                    <a:pt x="71231" y="95065"/>
                    <a:pt x="86190" y="79582"/>
                  </a:cubicBezTo>
                  <a:lnTo>
                    <a:pt x="83148" y="76809"/>
                  </a:lnTo>
                  <a:close/>
                  <a:moveTo>
                    <a:pt x="30919" y="43762"/>
                  </a:moveTo>
                  <a:cubicBezTo>
                    <a:pt x="39539" y="23194"/>
                    <a:pt x="58301" y="5400"/>
                    <a:pt x="71231" y="5400"/>
                  </a:cubicBezTo>
                  <a:cubicBezTo>
                    <a:pt x="76556" y="5400"/>
                    <a:pt x="80105" y="9097"/>
                    <a:pt x="80105" y="14413"/>
                  </a:cubicBezTo>
                  <a:cubicBezTo>
                    <a:pt x="80105" y="21577"/>
                    <a:pt x="75288" y="29896"/>
                    <a:pt x="67428" y="36829"/>
                  </a:cubicBezTo>
                  <a:cubicBezTo>
                    <a:pt x="58047" y="44917"/>
                    <a:pt x="48413" y="49077"/>
                    <a:pt x="26609" y="53930"/>
                  </a:cubicBezTo>
                  <a:lnTo>
                    <a:pt x="30919" y="43762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25C21A1-4C98-C4C9-5EA5-10322E9D1A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812727" y="4409774"/>
              <a:ext cx="93048" cy="101913"/>
            </a:xfrm>
            <a:custGeom>
              <a:avLst/>
              <a:gdLst>
                <a:gd name="connsiteX0" fmla="*/ 19514 w 93048"/>
                <a:gd name="connsiteY0" fmla="*/ 101998 h 101913"/>
                <a:gd name="connsiteX1" fmla="*/ 48671 w 93048"/>
                <a:gd name="connsiteY1" fmla="*/ 35211 h 101913"/>
                <a:gd name="connsiteX2" fmla="*/ 68447 w 93048"/>
                <a:gd name="connsiteY2" fmla="*/ 15106 h 101913"/>
                <a:gd name="connsiteX3" fmla="*/ 72503 w 93048"/>
                <a:gd name="connsiteY3" fmla="*/ 18341 h 101913"/>
                <a:gd name="connsiteX4" fmla="*/ 81631 w 93048"/>
                <a:gd name="connsiteY4" fmla="*/ 23425 h 101913"/>
                <a:gd name="connsiteX5" fmla="*/ 93294 w 93048"/>
                <a:gd name="connsiteY5" fmla="*/ 12102 h 101913"/>
                <a:gd name="connsiteX6" fmla="*/ 81377 w 93048"/>
                <a:gd name="connsiteY6" fmla="*/ 85 h 101913"/>
                <a:gd name="connsiteX7" fmla="*/ 62108 w 93048"/>
                <a:gd name="connsiteY7" fmla="*/ 9791 h 101913"/>
                <a:gd name="connsiteX8" fmla="*/ 37515 w 93048"/>
                <a:gd name="connsiteY8" fmla="*/ 42375 h 101913"/>
                <a:gd name="connsiteX9" fmla="*/ 33966 w 93048"/>
                <a:gd name="connsiteY9" fmla="*/ 50695 h 101913"/>
                <a:gd name="connsiteX10" fmla="*/ 47403 w 93048"/>
                <a:gd name="connsiteY10" fmla="*/ 547 h 101913"/>
                <a:gd name="connsiteX11" fmla="*/ 46643 w 93048"/>
                <a:gd name="connsiteY11" fmla="*/ 85 h 101913"/>
                <a:gd name="connsiteX12" fmla="*/ 7344 w 93048"/>
                <a:gd name="connsiteY12" fmla="*/ 6324 h 101913"/>
                <a:gd name="connsiteX13" fmla="*/ 7344 w 93048"/>
                <a:gd name="connsiteY13" fmla="*/ 10253 h 101913"/>
                <a:gd name="connsiteX14" fmla="*/ 15964 w 93048"/>
                <a:gd name="connsiteY14" fmla="*/ 9097 h 101913"/>
                <a:gd name="connsiteX15" fmla="*/ 24838 w 93048"/>
                <a:gd name="connsiteY15" fmla="*/ 15568 h 101913"/>
                <a:gd name="connsiteX16" fmla="*/ 20782 w 93048"/>
                <a:gd name="connsiteY16" fmla="*/ 34518 h 101913"/>
                <a:gd name="connsiteX17" fmla="*/ 245 w 93048"/>
                <a:gd name="connsiteY17" fmla="*/ 101998 h 101913"/>
                <a:gd name="connsiteX18" fmla="*/ 19514 w 93048"/>
                <a:gd name="connsiteY18" fmla="*/ 101998 h 10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048" h="101913">
                  <a:moveTo>
                    <a:pt x="19514" y="101998"/>
                  </a:moveTo>
                  <a:cubicBezTo>
                    <a:pt x="32698" y="62712"/>
                    <a:pt x="37008" y="52775"/>
                    <a:pt x="48671" y="35211"/>
                  </a:cubicBezTo>
                  <a:cubicBezTo>
                    <a:pt x="57038" y="22270"/>
                    <a:pt x="64137" y="15106"/>
                    <a:pt x="68447" y="15106"/>
                  </a:cubicBezTo>
                  <a:cubicBezTo>
                    <a:pt x="69968" y="15106"/>
                    <a:pt x="71236" y="16030"/>
                    <a:pt x="72503" y="18341"/>
                  </a:cubicBezTo>
                  <a:cubicBezTo>
                    <a:pt x="74532" y="22270"/>
                    <a:pt x="76560" y="23425"/>
                    <a:pt x="81631" y="23425"/>
                  </a:cubicBezTo>
                  <a:cubicBezTo>
                    <a:pt x="88983" y="23425"/>
                    <a:pt x="93294" y="19266"/>
                    <a:pt x="93294" y="12102"/>
                  </a:cubicBezTo>
                  <a:cubicBezTo>
                    <a:pt x="93294" y="4938"/>
                    <a:pt x="88476" y="85"/>
                    <a:pt x="81377" y="85"/>
                  </a:cubicBezTo>
                  <a:cubicBezTo>
                    <a:pt x="75546" y="85"/>
                    <a:pt x="68700" y="3551"/>
                    <a:pt x="62108" y="9791"/>
                  </a:cubicBezTo>
                  <a:cubicBezTo>
                    <a:pt x="51713" y="19497"/>
                    <a:pt x="41572" y="33132"/>
                    <a:pt x="37515" y="42375"/>
                  </a:cubicBezTo>
                  <a:lnTo>
                    <a:pt x="33966" y="50695"/>
                  </a:lnTo>
                  <a:lnTo>
                    <a:pt x="47403" y="547"/>
                  </a:lnTo>
                  <a:lnTo>
                    <a:pt x="46643" y="85"/>
                  </a:lnTo>
                  <a:cubicBezTo>
                    <a:pt x="28134" y="3089"/>
                    <a:pt x="25852" y="3551"/>
                    <a:pt x="7344" y="6324"/>
                  </a:cubicBezTo>
                  <a:lnTo>
                    <a:pt x="7344" y="10253"/>
                  </a:lnTo>
                  <a:cubicBezTo>
                    <a:pt x="13429" y="9097"/>
                    <a:pt x="14190" y="9097"/>
                    <a:pt x="15964" y="9097"/>
                  </a:cubicBezTo>
                  <a:cubicBezTo>
                    <a:pt x="21542" y="9097"/>
                    <a:pt x="24838" y="11408"/>
                    <a:pt x="24838" y="15568"/>
                  </a:cubicBezTo>
                  <a:cubicBezTo>
                    <a:pt x="24838" y="18804"/>
                    <a:pt x="24838" y="18804"/>
                    <a:pt x="20782" y="34518"/>
                  </a:cubicBezTo>
                  <a:lnTo>
                    <a:pt x="245" y="101998"/>
                  </a:lnTo>
                  <a:lnTo>
                    <a:pt x="19514" y="101998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D8FFA51-08D0-BDA1-0E55-20BC505659B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971793" y="4409774"/>
              <a:ext cx="96598" cy="104455"/>
            </a:xfrm>
            <a:custGeom>
              <a:avLst/>
              <a:gdLst>
                <a:gd name="connsiteX0" fmla="*/ 83158 w 96598"/>
                <a:gd name="connsiteY0" fmla="*/ 76809 h 104455"/>
                <a:gd name="connsiteX1" fmla="*/ 46142 w 96598"/>
                <a:gd name="connsiteY1" fmla="*/ 94141 h 104455"/>
                <a:gd name="connsiteX2" fmla="*/ 22309 w 96598"/>
                <a:gd name="connsiteY2" fmla="*/ 73342 h 104455"/>
                <a:gd name="connsiteX3" fmla="*/ 24845 w 96598"/>
                <a:gd name="connsiteY3" fmla="*/ 59014 h 104455"/>
                <a:gd name="connsiteX4" fmla="*/ 31944 w 96598"/>
                <a:gd name="connsiteY4" fmla="*/ 58090 h 104455"/>
                <a:gd name="connsiteX5" fmla="*/ 96849 w 96598"/>
                <a:gd name="connsiteY5" fmla="*/ 15799 h 104455"/>
                <a:gd name="connsiteX6" fmla="*/ 76566 w 96598"/>
                <a:gd name="connsiteY6" fmla="*/ 85 h 104455"/>
                <a:gd name="connsiteX7" fmla="*/ 251 w 96598"/>
                <a:gd name="connsiteY7" fmla="*/ 72880 h 104455"/>
                <a:gd name="connsiteX8" fmla="*/ 33719 w 96598"/>
                <a:gd name="connsiteY8" fmla="*/ 104540 h 104455"/>
                <a:gd name="connsiteX9" fmla="*/ 86201 w 96598"/>
                <a:gd name="connsiteY9" fmla="*/ 79582 h 104455"/>
                <a:gd name="connsiteX10" fmla="*/ 83158 w 96598"/>
                <a:gd name="connsiteY10" fmla="*/ 76809 h 104455"/>
                <a:gd name="connsiteX11" fmla="*/ 30930 w 96598"/>
                <a:gd name="connsiteY11" fmla="*/ 43762 h 104455"/>
                <a:gd name="connsiteX12" fmla="*/ 71242 w 96598"/>
                <a:gd name="connsiteY12" fmla="*/ 5400 h 104455"/>
                <a:gd name="connsiteX13" fmla="*/ 80116 w 96598"/>
                <a:gd name="connsiteY13" fmla="*/ 14413 h 104455"/>
                <a:gd name="connsiteX14" fmla="*/ 67439 w 96598"/>
                <a:gd name="connsiteY14" fmla="*/ 36829 h 104455"/>
                <a:gd name="connsiteX15" fmla="*/ 26619 w 96598"/>
                <a:gd name="connsiteY15" fmla="*/ 53930 h 104455"/>
                <a:gd name="connsiteX16" fmla="*/ 30930 w 96598"/>
                <a:gd name="connsiteY16" fmla="*/ 43762 h 10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6598" h="104455">
                  <a:moveTo>
                    <a:pt x="83158" y="76809"/>
                  </a:moveTo>
                  <a:cubicBezTo>
                    <a:pt x="64904" y="90444"/>
                    <a:pt x="57044" y="94141"/>
                    <a:pt x="46142" y="94141"/>
                  </a:cubicBezTo>
                  <a:cubicBezTo>
                    <a:pt x="31690" y="94141"/>
                    <a:pt x="22309" y="85822"/>
                    <a:pt x="22309" y="73342"/>
                  </a:cubicBezTo>
                  <a:cubicBezTo>
                    <a:pt x="22309" y="69876"/>
                    <a:pt x="22816" y="66409"/>
                    <a:pt x="24845" y="59014"/>
                  </a:cubicBezTo>
                  <a:lnTo>
                    <a:pt x="31944" y="58090"/>
                  </a:lnTo>
                  <a:cubicBezTo>
                    <a:pt x="69974" y="53237"/>
                    <a:pt x="96849" y="35674"/>
                    <a:pt x="96849" y="15799"/>
                  </a:cubicBezTo>
                  <a:cubicBezTo>
                    <a:pt x="96849" y="6093"/>
                    <a:pt x="89243" y="85"/>
                    <a:pt x="76566" y="85"/>
                  </a:cubicBezTo>
                  <a:cubicBezTo>
                    <a:pt x="40057" y="85"/>
                    <a:pt x="251" y="38216"/>
                    <a:pt x="251" y="72880"/>
                  </a:cubicBezTo>
                  <a:cubicBezTo>
                    <a:pt x="251" y="91599"/>
                    <a:pt x="13943" y="104540"/>
                    <a:pt x="33719" y="104540"/>
                  </a:cubicBezTo>
                  <a:cubicBezTo>
                    <a:pt x="51720" y="104540"/>
                    <a:pt x="71242" y="95065"/>
                    <a:pt x="86201" y="79582"/>
                  </a:cubicBezTo>
                  <a:lnTo>
                    <a:pt x="83158" y="76809"/>
                  </a:lnTo>
                  <a:close/>
                  <a:moveTo>
                    <a:pt x="30930" y="43762"/>
                  </a:moveTo>
                  <a:cubicBezTo>
                    <a:pt x="39550" y="23194"/>
                    <a:pt x="58312" y="5400"/>
                    <a:pt x="71242" y="5400"/>
                  </a:cubicBezTo>
                  <a:cubicBezTo>
                    <a:pt x="76566" y="5400"/>
                    <a:pt x="80116" y="9097"/>
                    <a:pt x="80116" y="14413"/>
                  </a:cubicBezTo>
                  <a:cubicBezTo>
                    <a:pt x="80116" y="21577"/>
                    <a:pt x="75299" y="29896"/>
                    <a:pt x="67439" y="36829"/>
                  </a:cubicBezTo>
                  <a:cubicBezTo>
                    <a:pt x="58058" y="44917"/>
                    <a:pt x="48424" y="49077"/>
                    <a:pt x="26619" y="53930"/>
                  </a:cubicBezTo>
                  <a:lnTo>
                    <a:pt x="30930" y="43762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5FC86BA-C2C7-C3C9-F671-E1D27DBCF28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088335" y="4409774"/>
              <a:ext cx="93048" cy="101913"/>
            </a:xfrm>
            <a:custGeom>
              <a:avLst/>
              <a:gdLst>
                <a:gd name="connsiteX0" fmla="*/ 19525 w 93048"/>
                <a:gd name="connsiteY0" fmla="*/ 101998 h 101913"/>
                <a:gd name="connsiteX1" fmla="*/ 48682 w 93048"/>
                <a:gd name="connsiteY1" fmla="*/ 35211 h 101913"/>
                <a:gd name="connsiteX2" fmla="*/ 68458 w 93048"/>
                <a:gd name="connsiteY2" fmla="*/ 15106 h 101913"/>
                <a:gd name="connsiteX3" fmla="*/ 72514 w 93048"/>
                <a:gd name="connsiteY3" fmla="*/ 18341 h 101913"/>
                <a:gd name="connsiteX4" fmla="*/ 81642 w 93048"/>
                <a:gd name="connsiteY4" fmla="*/ 23425 h 101913"/>
                <a:gd name="connsiteX5" fmla="*/ 93304 w 93048"/>
                <a:gd name="connsiteY5" fmla="*/ 12102 h 101913"/>
                <a:gd name="connsiteX6" fmla="*/ 81388 w 93048"/>
                <a:gd name="connsiteY6" fmla="*/ 85 h 101913"/>
                <a:gd name="connsiteX7" fmla="*/ 62119 w 93048"/>
                <a:gd name="connsiteY7" fmla="*/ 9791 h 101913"/>
                <a:gd name="connsiteX8" fmla="*/ 37526 w 93048"/>
                <a:gd name="connsiteY8" fmla="*/ 42375 h 101913"/>
                <a:gd name="connsiteX9" fmla="*/ 33976 w 93048"/>
                <a:gd name="connsiteY9" fmla="*/ 50695 h 101913"/>
                <a:gd name="connsiteX10" fmla="*/ 47414 w 93048"/>
                <a:gd name="connsiteY10" fmla="*/ 547 h 101913"/>
                <a:gd name="connsiteX11" fmla="*/ 46653 w 93048"/>
                <a:gd name="connsiteY11" fmla="*/ 85 h 101913"/>
                <a:gd name="connsiteX12" fmla="*/ 7355 w 93048"/>
                <a:gd name="connsiteY12" fmla="*/ 6324 h 101913"/>
                <a:gd name="connsiteX13" fmla="*/ 7355 w 93048"/>
                <a:gd name="connsiteY13" fmla="*/ 10253 h 101913"/>
                <a:gd name="connsiteX14" fmla="*/ 15975 w 93048"/>
                <a:gd name="connsiteY14" fmla="*/ 9097 h 101913"/>
                <a:gd name="connsiteX15" fmla="*/ 24849 w 93048"/>
                <a:gd name="connsiteY15" fmla="*/ 15568 h 101913"/>
                <a:gd name="connsiteX16" fmla="*/ 20792 w 93048"/>
                <a:gd name="connsiteY16" fmla="*/ 34518 h 101913"/>
                <a:gd name="connsiteX17" fmla="*/ 256 w 93048"/>
                <a:gd name="connsiteY17" fmla="*/ 101998 h 101913"/>
                <a:gd name="connsiteX18" fmla="*/ 19525 w 93048"/>
                <a:gd name="connsiteY18" fmla="*/ 101998 h 10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048" h="101913">
                  <a:moveTo>
                    <a:pt x="19525" y="101998"/>
                  </a:moveTo>
                  <a:cubicBezTo>
                    <a:pt x="32709" y="62712"/>
                    <a:pt x="37019" y="52775"/>
                    <a:pt x="48682" y="35211"/>
                  </a:cubicBezTo>
                  <a:cubicBezTo>
                    <a:pt x="57048" y="22270"/>
                    <a:pt x="64148" y="15106"/>
                    <a:pt x="68458" y="15106"/>
                  </a:cubicBezTo>
                  <a:cubicBezTo>
                    <a:pt x="69979" y="15106"/>
                    <a:pt x="71247" y="16030"/>
                    <a:pt x="72514" y="18341"/>
                  </a:cubicBezTo>
                  <a:cubicBezTo>
                    <a:pt x="74543" y="22270"/>
                    <a:pt x="76571" y="23425"/>
                    <a:pt x="81642" y="23425"/>
                  </a:cubicBezTo>
                  <a:cubicBezTo>
                    <a:pt x="88994" y="23425"/>
                    <a:pt x="93304" y="19266"/>
                    <a:pt x="93304" y="12102"/>
                  </a:cubicBezTo>
                  <a:cubicBezTo>
                    <a:pt x="93304" y="4938"/>
                    <a:pt x="88487" y="85"/>
                    <a:pt x="81388" y="85"/>
                  </a:cubicBezTo>
                  <a:cubicBezTo>
                    <a:pt x="75557" y="85"/>
                    <a:pt x="68711" y="3551"/>
                    <a:pt x="62119" y="9791"/>
                  </a:cubicBezTo>
                  <a:cubicBezTo>
                    <a:pt x="51724" y="19497"/>
                    <a:pt x="41583" y="33132"/>
                    <a:pt x="37526" y="42375"/>
                  </a:cubicBezTo>
                  <a:lnTo>
                    <a:pt x="33976" y="50695"/>
                  </a:lnTo>
                  <a:lnTo>
                    <a:pt x="47414" y="547"/>
                  </a:lnTo>
                  <a:lnTo>
                    <a:pt x="46653" y="85"/>
                  </a:lnTo>
                  <a:cubicBezTo>
                    <a:pt x="28145" y="3089"/>
                    <a:pt x="25863" y="3551"/>
                    <a:pt x="7355" y="6324"/>
                  </a:cubicBezTo>
                  <a:lnTo>
                    <a:pt x="7355" y="10253"/>
                  </a:lnTo>
                  <a:cubicBezTo>
                    <a:pt x="13440" y="9097"/>
                    <a:pt x="14200" y="9097"/>
                    <a:pt x="15975" y="9097"/>
                  </a:cubicBezTo>
                  <a:cubicBezTo>
                    <a:pt x="21553" y="9097"/>
                    <a:pt x="24849" y="11408"/>
                    <a:pt x="24849" y="15568"/>
                  </a:cubicBezTo>
                  <a:cubicBezTo>
                    <a:pt x="24849" y="18804"/>
                    <a:pt x="24849" y="18804"/>
                    <a:pt x="20792" y="34518"/>
                  </a:cubicBezTo>
                  <a:lnTo>
                    <a:pt x="256" y="101998"/>
                  </a:lnTo>
                  <a:lnTo>
                    <a:pt x="19525" y="101998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6911B37-513C-BB76-94F9-20503959C4F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187328" y="4409774"/>
              <a:ext cx="93048" cy="101913"/>
            </a:xfrm>
            <a:custGeom>
              <a:avLst/>
              <a:gdLst>
                <a:gd name="connsiteX0" fmla="*/ 19529 w 93048"/>
                <a:gd name="connsiteY0" fmla="*/ 101998 h 101913"/>
                <a:gd name="connsiteX1" fmla="*/ 48686 w 93048"/>
                <a:gd name="connsiteY1" fmla="*/ 35211 h 101913"/>
                <a:gd name="connsiteX2" fmla="*/ 68462 w 93048"/>
                <a:gd name="connsiteY2" fmla="*/ 15106 h 101913"/>
                <a:gd name="connsiteX3" fmla="*/ 72518 w 93048"/>
                <a:gd name="connsiteY3" fmla="*/ 18341 h 101913"/>
                <a:gd name="connsiteX4" fmla="*/ 81646 w 93048"/>
                <a:gd name="connsiteY4" fmla="*/ 23425 h 101913"/>
                <a:gd name="connsiteX5" fmla="*/ 93308 w 93048"/>
                <a:gd name="connsiteY5" fmla="*/ 12102 h 101913"/>
                <a:gd name="connsiteX6" fmla="*/ 81392 w 93048"/>
                <a:gd name="connsiteY6" fmla="*/ 85 h 101913"/>
                <a:gd name="connsiteX7" fmla="*/ 62123 w 93048"/>
                <a:gd name="connsiteY7" fmla="*/ 9791 h 101913"/>
                <a:gd name="connsiteX8" fmla="*/ 37530 w 93048"/>
                <a:gd name="connsiteY8" fmla="*/ 42375 h 101913"/>
                <a:gd name="connsiteX9" fmla="*/ 33980 w 93048"/>
                <a:gd name="connsiteY9" fmla="*/ 50695 h 101913"/>
                <a:gd name="connsiteX10" fmla="*/ 47418 w 93048"/>
                <a:gd name="connsiteY10" fmla="*/ 547 h 101913"/>
                <a:gd name="connsiteX11" fmla="*/ 46657 w 93048"/>
                <a:gd name="connsiteY11" fmla="*/ 85 h 101913"/>
                <a:gd name="connsiteX12" fmla="*/ 7359 w 93048"/>
                <a:gd name="connsiteY12" fmla="*/ 6324 h 101913"/>
                <a:gd name="connsiteX13" fmla="*/ 7359 w 93048"/>
                <a:gd name="connsiteY13" fmla="*/ 10253 h 101913"/>
                <a:gd name="connsiteX14" fmla="*/ 15979 w 93048"/>
                <a:gd name="connsiteY14" fmla="*/ 9097 h 101913"/>
                <a:gd name="connsiteX15" fmla="*/ 24853 w 93048"/>
                <a:gd name="connsiteY15" fmla="*/ 15568 h 101913"/>
                <a:gd name="connsiteX16" fmla="*/ 20796 w 93048"/>
                <a:gd name="connsiteY16" fmla="*/ 34518 h 101913"/>
                <a:gd name="connsiteX17" fmla="*/ 260 w 93048"/>
                <a:gd name="connsiteY17" fmla="*/ 101998 h 101913"/>
                <a:gd name="connsiteX18" fmla="*/ 19529 w 93048"/>
                <a:gd name="connsiteY18" fmla="*/ 101998 h 10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048" h="101913">
                  <a:moveTo>
                    <a:pt x="19529" y="101998"/>
                  </a:moveTo>
                  <a:cubicBezTo>
                    <a:pt x="32713" y="62712"/>
                    <a:pt x="37023" y="52775"/>
                    <a:pt x="48686" y="35211"/>
                  </a:cubicBezTo>
                  <a:cubicBezTo>
                    <a:pt x="57052" y="22270"/>
                    <a:pt x="64151" y="15106"/>
                    <a:pt x="68462" y="15106"/>
                  </a:cubicBezTo>
                  <a:cubicBezTo>
                    <a:pt x="69983" y="15106"/>
                    <a:pt x="71250" y="16030"/>
                    <a:pt x="72518" y="18341"/>
                  </a:cubicBezTo>
                  <a:cubicBezTo>
                    <a:pt x="74546" y="22270"/>
                    <a:pt x="76575" y="23425"/>
                    <a:pt x="81646" y="23425"/>
                  </a:cubicBezTo>
                  <a:cubicBezTo>
                    <a:pt x="88998" y="23425"/>
                    <a:pt x="93308" y="19266"/>
                    <a:pt x="93308" y="12102"/>
                  </a:cubicBezTo>
                  <a:cubicBezTo>
                    <a:pt x="93308" y="4938"/>
                    <a:pt x="88491" y="85"/>
                    <a:pt x="81392" y="85"/>
                  </a:cubicBezTo>
                  <a:cubicBezTo>
                    <a:pt x="75561" y="85"/>
                    <a:pt x="68715" y="3551"/>
                    <a:pt x="62123" y="9791"/>
                  </a:cubicBezTo>
                  <a:cubicBezTo>
                    <a:pt x="51728" y="19497"/>
                    <a:pt x="41586" y="33132"/>
                    <a:pt x="37530" y="42375"/>
                  </a:cubicBezTo>
                  <a:lnTo>
                    <a:pt x="33980" y="50695"/>
                  </a:lnTo>
                  <a:lnTo>
                    <a:pt x="47418" y="547"/>
                  </a:lnTo>
                  <a:lnTo>
                    <a:pt x="46657" y="85"/>
                  </a:lnTo>
                  <a:cubicBezTo>
                    <a:pt x="28149" y="3089"/>
                    <a:pt x="25867" y="3551"/>
                    <a:pt x="7359" y="6324"/>
                  </a:cubicBezTo>
                  <a:lnTo>
                    <a:pt x="7359" y="10253"/>
                  </a:lnTo>
                  <a:cubicBezTo>
                    <a:pt x="13444" y="9097"/>
                    <a:pt x="14204" y="9097"/>
                    <a:pt x="15979" y="9097"/>
                  </a:cubicBezTo>
                  <a:cubicBezTo>
                    <a:pt x="21557" y="9097"/>
                    <a:pt x="24853" y="11408"/>
                    <a:pt x="24853" y="15568"/>
                  </a:cubicBezTo>
                  <a:cubicBezTo>
                    <a:pt x="24853" y="18804"/>
                    <a:pt x="24853" y="18804"/>
                    <a:pt x="20796" y="34518"/>
                  </a:cubicBezTo>
                  <a:lnTo>
                    <a:pt x="260" y="101998"/>
                  </a:lnTo>
                  <a:lnTo>
                    <a:pt x="19529" y="101998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2EF6F9D-AB57-5BB1-B9A7-FEE007C4A3E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270307" y="4409774"/>
              <a:ext cx="111810" cy="104455"/>
            </a:xfrm>
            <a:custGeom>
              <a:avLst/>
              <a:gdLst>
                <a:gd name="connsiteX0" fmla="*/ 75818 w 111810"/>
                <a:gd name="connsiteY0" fmla="*/ 85 h 104455"/>
                <a:gd name="connsiteX1" fmla="*/ 263 w 111810"/>
                <a:gd name="connsiteY1" fmla="*/ 72187 h 104455"/>
                <a:gd name="connsiteX2" fmla="*/ 37533 w 111810"/>
                <a:gd name="connsiteY2" fmla="*/ 104540 h 104455"/>
                <a:gd name="connsiteX3" fmla="*/ 85198 w 111810"/>
                <a:gd name="connsiteY3" fmla="*/ 84435 h 104455"/>
                <a:gd name="connsiteX4" fmla="*/ 112073 w 111810"/>
                <a:gd name="connsiteY4" fmla="*/ 32438 h 104455"/>
                <a:gd name="connsiteX5" fmla="*/ 75818 w 111810"/>
                <a:gd name="connsiteY5" fmla="*/ 85 h 104455"/>
                <a:gd name="connsiteX6" fmla="*/ 72775 w 111810"/>
                <a:gd name="connsiteY6" fmla="*/ 4938 h 104455"/>
                <a:gd name="connsiteX7" fmla="*/ 90776 w 111810"/>
                <a:gd name="connsiteY7" fmla="*/ 26661 h 104455"/>
                <a:gd name="connsiteX8" fmla="*/ 71254 w 111810"/>
                <a:gd name="connsiteY8" fmla="*/ 81662 h 104455"/>
                <a:gd name="connsiteX9" fmla="*/ 41336 w 111810"/>
                <a:gd name="connsiteY9" fmla="*/ 99687 h 104455"/>
                <a:gd name="connsiteX10" fmla="*/ 21560 w 111810"/>
                <a:gd name="connsiteY10" fmla="*/ 78658 h 104455"/>
                <a:gd name="connsiteX11" fmla="*/ 41336 w 111810"/>
                <a:gd name="connsiteY11" fmla="*/ 24812 h 104455"/>
                <a:gd name="connsiteX12" fmla="*/ 72775 w 111810"/>
                <a:gd name="connsiteY12" fmla="*/ 4938 h 10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810" h="104455">
                  <a:moveTo>
                    <a:pt x="75818" y="85"/>
                  </a:moveTo>
                  <a:cubicBezTo>
                    <a:pt x="37787" y="85"/>
                    <a:pt x="263" y="35905"/>
                    <a:pt x="263" y="72187"/>
                  </a:cubicBezTo>
                  <a:cubicBezTo>
                    <a:pt x="263" y="92061"/>
                    <a:pt x="14461" y="104540"/>
                    <a:pt x="37533" y="104540"/>
                  </a:cubicBezTo>
                  <a:cubicBezTo>
                    <a:pt x="54267" y="104540"/>
                    <a:pt x="70493" y="97608"/>
                    <a:pt x="85198" y="84435"/>
                  </a:cubicBezTo>
                  <a:cubicBezTo>
                    <a:pt x="101932" y="69414"/>
                    <a:pt x="112073" y="49771"/>
                    <a:pt x="112073" y="32438"/>
                  </a:cubicBezTo>
                  <a:cubicBezTo>
                    <a:pt x="112073" y="13257"/>
                    <a:pt x="97368" y="85"/>
                    <a:pt x="75818" y="85"/>
                  </a:cubicBezTo>
                  <a:close/>
                  <a:moveTo>
                    <a:pt x="72775" y="4938"/>
                  </a:moveTo>
                  <a:cubicBezTo>
                    <a:pt x="83677" y="4938"/>
                    <a:pt x="90776" y="13488"/>
                    <a:pt x="90776" y="26661"/>
                  </a:cubicBezTo>
                  <a:cubicBezTo>
                    <a:pt x="90776" y="43531"/>
                    <a:pt x="82410" y="66641"/>
                    <a:pt x="71254" y="81662"/>
                  </a:cubicBezTo>
                  <a:cubicBezTo>
                    <a:pt x="61873" y="93910"/>
                    <a:pt x="52239" y="99687"/>
                    <a:pt x="41336" y="99687"/>
                  </a:cubicBezTo>
                  <a:cubicBezTo>
                    <a:pt x="29420" y="99687"/>
                    <a:pt x="21560" y="91368"/>
                    <a:pt x="21560" y="78658"/>
                  </a:cubicBezTo>
                  <a:cubicBezTo>
                    <a:pt x="21560" y="61556"/>
                    <a:pt x="28913" y="41220"/>
                    <a:pt x="41336" y="24812"/>
                  </a:cubicBezTo>
                  <a:cubicBezTo>
                    <a:pt x="51224" y="11871"/>
                    <a:pt x="61873" y="4938"/>
                    <a:pt x="72775" y="4938"/>
                  </a:cubicBez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B301B8D-B7DD-4EF6-35BE-608C1878F74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402115" y="4409774"/>
              <a:ext cx="93048" cy="101913"/>
            </a:xfrm>
            <a:custGeom>
              <a:avLst/>
              <a:gdLst>
                <a:gd name="connsiteX0" fmla="*/ 19537 w 93048"/>
                <a:gd name="connsiteY0" fmla="*/ 101998 h 101913"/>
                <a:gd name="connsiteX1" fmla="*/ 48694 w 93048"/>
                <a:gd name="connsiteY1" fmla="*/ 35211 h 101913"/>
                <a:gd name="connsiteX2" fmla="*/ 68470 w 93048"/>
                <a:gd name="connsiteY2" fmla="*/ 15106 h 101913"/>
                <a:gd name="connsiteX3" fmla="*/ 72527 w 93048"/>
                <a:gd name="connsiteY3" fmla="*/ 18341 h 101913"/>
                <a:gd name="connsiteX4" fmla="*/ 81654 w 93048"/>
                <a:gd name="connsiteY4" fmla="*/ 23425 h 101913"/>
                <a:gd name="connsiteX5" fmla="*/ 93317 w 93048"/>
                <a:gd name="connsiteY5" fmla="*/ 12102 h 101913"/>
                <a:gd name="connsiteX6" fmla="*/ 81400 w 93048"/>
                <a:gd name="connsiteY6" fmla="*/ 85 h 101913"/>
                <a:gd name="connsiteX7" fmla="*/ 62131 w 93048"/>
                <a:gd name="connsiteY7" fmla="*/ 9791 h 101913"/>
                <a:gd name="connsiteX8" fmla="*/ 37538 w 93048"/>
                <a:gd name="connsiteY8" fmla="*/ 42375 h 101913"/>
                <a:gd name="connsiteX9" fmla="*/ 33989 w 93048"/>
                <a:gd name="connsiteY9" fmla="*/ 50695 h 101913"/>
                <a:gd name="connsiteX10" fmla="*/ 47426 w 93048"/>
                <a:gd name="connsiteY10" fmla="*/ 547 h 101913"/>
                <a:gd name="connsiteX11" fmla="*/ 46666 w 93048"/>
                <a:gd name="connsiteY11" fmla="*/ 85 h 101913"/>
                <a:gd name="connsiteX12" fmla="*/ 7367 w 93048"/>
                <a:gd name="connsiteY12" fmla="*/ 6324 h 101913"/>
                <a:gd name="connsiteX13" fmla="*/ 7367 w 93048"/>
                <a:gd name="connsiteY13" fmla="*/ 10253 h 101913"/>
                <a:gd name="connsiteX14" fmla="*/ 15988 w 93048"/>
                <a:gd name="connsiteY14" fmla="*/ 9097 h 101913"/>
                <a:gd name="connsiteX15" fmla="*/ 24861 w 93048"/>
                <a:gd name="connsiteY15" fmla="*/ 15568 h 101913"/>
                <a:gd name="connsiteX16" fmla="*/ 20805 w 93048"/>
                <a:gd name="connsiteY16" fmla="*/ 34518 h 101913"/>
                <a:gd name="connsiteX17" fmla="*/ 268 w 93048"/>
                <a:gd name="connsiteY17" fmla="*/ 101998 h 101913"/>
                <a:gd name="connsiteX18" fmla="*/ 19537 w 93048"/>
                <a:gd name="connsiteY18" fmla="*/ 101998 h 10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048" h="101913">
                  <a:moveTo>
                    <a:pt x="19537" y="101998"/>
                  </a:moveTo>
                  <a:cubicBezTo>
                    <a:pt x="32721" y="62712"/>
                    <a:pt x="37031" y="52775"/>
                    <a:pt x="48694" y="35211"/>
                  </a:cubicBezTo>
                  <a:cubicBezTo>
                    <a:pt x="57061" y="22270"/>
                    <a:pt x="64160" y="15106"/>
                    <a:pt x="68470" y="15106"/>
                  </a:cubicBezTo>
                  <a:cubicBezTo>
                    <a:pt x="69991" y="15106"/>
                    <a:pt x="71259" y="16030"/>
                    <a:pt x="72527" y="18341"/>
                  </a:cubicBezTo>
                  <a:cubicBezTo>
                    <a:pt x="74555" y="22270"/>
                    <a:pt x="76583" y="23425"/>
                    <a:pt x="81654" y="23425"/>
                  </a:cubicBezTo>
                  <a:cubicBezTo>
                    <a:pt x="89007" y="23425"/>
                    <a:pt x="93317" y="19266"/>
                    <a:pt x="93317" y="12102"/>
                  </a:cubicBezTo>
                  <a:cubicBezTo>
                    <a:pt x="93317" y="4938"/>
                    <a:pt x="88499" y="85"/>
                    <a:pt x="81400" y="85"/>
                  </a:cubicBezTo>
                  <a:cubicBezTo>
                    <a:pt x="75569" y="85"/>
                    <a:pt x="68723" y="3551"/>
                    <a:pt x="62131" y="9791"/>
                  </a:cubicBezTo>
                  <a:cubicBezTo>
                    <a:pt x="51736" y="19497"/>
                    <a:pt x="41595" y="33132"/>
                    <a:pt x="37538" y="42375"/>
                  </a:cubicBezTo>
                  <a:lnTo>
                    <a:pt x="33989" y="50695"/>
                  </a:lnTo>
                  <a:lnTo>
                    <a:pt x="47426" y="547"/>
                  </a:lnTo>
                  <a:lnTo>
                    <a:pt x="46666" y="85"/>
                  </a:lnTo>
                  <a:cubicBezTo>
                    <a:pt x="28157" y="3089"/>
                    <a:pt x="25876" y="3551"/>
                    <a:pt x="7367" y="6324"/>
                  </a:cubicBezTo>
                  <a:lnTo>
                    <a:pt x="7367" y="10253"/>
                  </a:lnTo>
                  <a:cubicBezTo>
                    <a:pt x="13452" y="9097"/>
                    <a:pt x="14213" y="9097"/>
                    <a:pt x="15988" y="9097"/>
                  </a:cubicBezTo>
                  <a:cubicBezTo>
                    <a:pt x="21565" y="9097"/>
                    <a:pt x="24861" y="11408"/>
                    <a:pt x="24861" y="15568"/>
                  </a:cubicBezTo>
                  <a:cubicBezTo>
                    <a:pt x="24861" y="18804"/>
                    <a:pt x="24861" y="18804"/>
                    <a:pt x="20805" y="34518"/>
                  </a:cubicBezTo>
                  <a:lnTo>
                    <a:pt x="268" y="101998"/>
                  </a:lnTo>
                  <a:lnTo>
                    <a:pt x="19537" y="101998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3216831-2F7A-C4AA-2339-5F4A42D1C82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557379" y="4357084"/>
              <a:ext cx="69215" cy="196201"/>
            </a:xfrm>
            <a:custGeom>
              <a:avLst/>
              <a:gdLst>
                <a:gd name="connsiteX0" fmla="*/ 3571 w 69215"/>
                <a:gd name="connsiteY0" fmla="*/ 196286 h 196201"/>
                <a:gd name="connsiteX1" fmla="*/ 59349 w 69215"/>
                <a:gd name="connsiteY1" fmla="*/ 131348 h 196201"/>
                <a:gd name="connsiteX2" fmla="*/ 69490 w 69215"/>
                <a:gd name="connsiteY2" fmla="*/ 84435 h 196201"/>
                <a:gd name="connsiteX3" fmla="*/ 63913 w 69215"/>
                <a:gd name="connsiteY3" fmla="*/ 42607 h 196201"/>
                <a:gd name="connsiteX4" fmla="*/ 44390 w 69215"/>
                <a:gd name="connsiteY4" fmla="*/ 85 h 196201"/>
                <a:gd name="connsiteX5" fmla="*/ 39573 w 69215"/>
                <a:gd name="connsiteY5" fmla="*/ 1240 h 196201"/>
                <a:gd name="connsiteX6" fmla="*/ 51996 w 69215"/>
                <a:gd name="connsiteY6" fmla="*/ 61788 h 196201"/>
                <a:gd name="connsiteX7" fmla="*/ 30699 w 69215"/>
                <a:gd name="connsiteY7" fmla="*/ 153302 h 196201"/>
                <a:gd name="connsiteX8" fmla="*/ 275 w 69215"/>
                <a:gd name="connsiteY8" fmla="*/ 192819 h 196201"/>
                <a:gd name="connsiteX9" fmla="*/ 3571 w 69215"/>
                <a:gd name="connsiteY9" fmla="*/ 196286 h 196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215" h="196201">
                  <a:moveTo>
                    <a:pt x="3571" y="196286"/>
                  </a:moveTo>
                  <a:cubicBezTo>
                    <a:pt x="35009" y="171327"/>
                    <a:pt x="47940" y="156537"/>
                    <a:pt x="59349" y="131348"/>
                  </a:cubicBezTo>
                  <a:cubicBezTo>
                    <a:pt x="66448" y="116095"/>
                    <a:pt x="69490" y="101536"/>
                    <a:pt x="69490" y="84435"/>
                  </a:cubicBezTo>
                  <a:cubicBezTo>
                    <a:pt x="69490" y="71263"/>
                    <a:pt x="67462" y="56472"/>
                    <a:pt x="63913" y="42607"/>
                  </a:cubicBezTo>
                  <a:cubicBezTo>
                    <a:pt x="59602" y="26892"/>
                    <a:pt x="55799" y="18572"/>
                    <a:pt x="44390" y="85"/>
                  </a:cubicBezTo>
                  <a:lnTo>
                    <a:pt x="39573" y="1240"/>
                  </a:lnTo>
                  <a:cubicBezTo>
                    <a:pt x="48193" y="19959"/>
                    <a:pt x="51996" y="38678"/>
                    <a:pt x="51996" y="61788"/>
                  </a:cubicBezTo>
                  <a:cubicBezTo>
                    <a:pt x="51996" y="91137"/>
                    <a:pt x="43376" y="128575"/>
                    <a:pt x="30699" y="153302"/>
                  </a:cubicBezTo>
                  <a:cubicBezTo>
                    <a:pt x="23347" y="168323"/>
                    <a:pt x="15740" y="178029"/>
                    <a:pt x="275" y="192819"/>
                  </a:cubicBezTo>
                  <a:lnTo>
                    <a:pt x="3571" y="196286"/>
                  </a:lnTo>
                  <a:close/>
                </a:path>
              </a:pathLst>
            </a:custGeom>
            <a:grpFill/>
            <a:ln w="25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968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673A-1BD2-A02C-5E8D-DE97C1777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5EFD-7633-86DC-B0FF-B862C715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3564-1D8D-E260-E79D-C29C600F6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8D0B3-4403-6160-BD28-497AAFDA9D09}"/>
              </a:ext>
            </a:extLst>
          </p:cNvPr>
          <p:cNvSpPr txBox="1"/>
          <p:nvPr/>
        </p:nvSpPr>
        <p:spPr>
          <a:xfrm>
            <a:off x="1795064" y="632758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Newton’s Difference formulae</a:t>
            </a:r>
            <a:endParaRPr lang="en-PK" sz="3600" dirty="0"/>
          </a:p>
        </p:txBody>
      </p:sp>
      <p:grpSp>
        <p:nvGrpSpPr>
          <p:cNvPr id="1012" name="Group 101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'(x_i) = &#10;\begin{cases}&#10;&amp; (y_{i}-y_{i-1})/h; \quad \textit{Error:} O(h) \quad \textbf{(Backward)}\\[0.4cm]&#10;&amp; (y_{i+1}-y_i)/h; \quad \textit{Error:} O(h) \quad \textbf{(Foward)}\\[0.4cm]&#10;&amp; (y_{i+1}-y_{i-1})/(2\,h); \quad  \textit{Error:} O(h^2) \quad \textbf{(Centeral)}&#10;\end{cases}&#10;\end{align*}&#10;}&#10;\end{document}" title="IguanaTex Shape Display">
            <a:extLst>
              <a:ext uri="{FF2B5EF4-FFF2-40B4-BE49-F238E27FC236}">
                <a16:creationId xmlns:a16="http://schemas.microsoft.com/office/drawing/2014/main" id="{76B97B55-A287-0A6B-CDA8-6034529C74B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348881" y="1999673"/>
            <a:ext cx="7494237" cy="2002537"/>
            <a:chOff x="5903454" y="4787395"/>
            <a:chExt cx="7494237" cy="2002537"/>
          </a:xfrm>
        </p:grpSpPr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F581A71B-5117-592A-9B17-48A4F2355A7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03454" y="5659977"/>
              <a:ext cx="173096" cy="267736"/>
            </a:xfrm>
            <a:custGeom>
              <a:avLst/>
              <a:gdLst>
                <a:gd name="connsiteX0" fmla="*/ 55284 w 173096"/>
                <a:gd name="connsiteY0" fmla="*/ 85422 h 267736"/>
                <a:gd name="connsiteX1" fmla="*/ 82567 w 173096"/>
                <a:gd name="connsiteY1" fmla="*/ 85422 h 267736"/>
                <a:gd name="connsiteX2" fmla="*/ 55891 w 173096"/>
                <a:gd name="connsiteY2" fmla="*/ 212483 h 267736"/>
                <a:gd name="connsiteX3" fmla="*/ 26485 w 173096"/>
                <a:gd name="connsiteY3" fmla="*/ 261492 h 267736"/>
                <a:gd name="connsiteX4" fmla="*/ 20422 w 173096"/>
                <a:gd name="connsiteY4" fmla="*/ 256652 h 267736"/>
                <a:gd name="connsiteX5" fmla="*/ 21635 w 173096"/>
                <a:gd name="connsiteY5" fmla="*/ 253324 h 267736"/>
                <a:gd name="connsiteX6" fmla="*/ 23151 w 173096"/>
                <a:gd name="connsiteY6" fmla="*/ 248484 h 267736"/>
                <a:gd name="connsiteX7" fmla="*/ 11328 w 173096"/>
                <a:gd name="connsiteY7" fmla="*/ 236988 h 267736"/>
                <a:gd name="connsiteX8" fmla="*/ 112 w 173096"/>
                <a:gd name="connsiteY8" fmla="*/ 249391 h 267736"/>
                <a:gd name="connsiteX9" fmla="*/ 24060 w 173096"/>
                <a:gd name="connsiteY9" fmla="*/ 267845 h 267736"/>
                <a:gd name="connsiteX10" fmla="*/ 84690 w 173096"/>
                <a:gd name="connsiteY10" fmla="*/ 182230 h 267736"/>
                <a:gd name="connsiteX11" fmla="*/ 106516 w 173096"/>
                <a:gd name="connsiteY11" fmla="*/ 85422 h 267736"/>
                <a:gd name="connsiteX12" fmla="*/ 139559 w 173096"/>
                <a:gd name="connsiteY12" fmla="*/ 85422 h 267736"/>
                <a:gd name="connsiteX13" fmla="*/ 141378 w 173096"/>
                <a:gd name="connsiteY13" fmla="*/ 75741 h 267736"/>
                <a:gd name="connsiteX14" fmla="*/ 108638 w 173096"/>
                <a:gd name="connsiteY14" fmla="*/ 75741 h 267736"/>
                <a:gd name="connsiteX15" fmla="*/ 145622 w 173096"/>
                <a:gd name="connsiteY15" fmla="*/ 6765 h 267736"/>
                <a:gd name="connsiteX16" fmla="*/ 152291 w 173096"/>
                <a:gd name="connsiteY16" fmla="*/ 10395 h 267736"/>
                <a:gd name="connsiteX17" fmla="*/ 151079 w 173096"/>
                <a:gd name="connsiteY17" fmla="*/ 13420 h 267736"/>
                <a:gd name="connsiteX18" fmla="*/ 149260 w 173096"/>
                <a:gd name="connsiteY18" fmla="*/ 19773 h 267736"/>
                <a:gd name="connsiteX19" fmla="*/ 160476 w 173096"/>
                <a:gd name="connsiteY19" fmla="*/ 31874 h 267736"/>
                <a:gd name="connsiteX20" fmla="*/ 173208 w 173096"/>
                <a:gd name="connsiteY20" fmla="*/ 19773 h 267736"/>
                <a:gd name="connsiteX21" fmla="*/ 147138 w 173096"/>
                <a:gd name="connsiteY21" fmla="*/ 109 h 267736"/>
                <a:gd name="connsiteX22" fmla="*/ 109548 w 173096"/>
                <a:gd name="connsiteY22" fmla="*/ 20983 h 267736"/>
                <a:gd name="connsiteX23" fmla="*/ 85296 w 173096"/>
                <a:gd name="connsiteY23" fmla="*/ 75741 h 267736"/>
                <a:gd name="connsiteX24" fmla="*/ 57406 w 173096"/>
                <a:gd name="connsiteY24" fmla="*/ 75741 h 267736"/>
                <a:gd name="connsiteX25" fmla="*/ 55284 w 173096"/>
                <a:gd name="connsiteY25" fmla="*/ 85422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096" h="267736">
                  <a:moveTo>
                    <a:pt x="55284" y="85422"/>
                  </a:moveTo>
                  <a:lnTo>
                    <a:pt x="82567" y="85422"/>
                  </a:lnTo>
                  <a:lnTo>
                    <a:pt x="55891" y="212483"/>
                  </a:lnTo>
                  <a:cubicBezTo>
                    <a:pt x="49221" y="244853"/>
                    <a:pt x="39218" y="261492"/>
                    <a:pt x="26485" y="261492"/>
                  </a:cubicBezTo>
                  <a:cubicBezTo>
                    <a:pt x="22848" y="261492"/>
                    <a:pt x="20422" y="259375"/>
                    <a:pt x="20422" y="256652"/>
                  </a:cubicBezTo>
                  <a:cubicBezTo>
                    <a:pt x="20422" y="255744"/>
                    <a:pt x="20726" y="254837"/>
                    <a:pt x="21635" y="253324"/>
                  </a:cubicBezTo>
                  <a:cubicBezTo>
                    <a:pt x="22848" y="251509"/>
                    <a:pt x="23151" y="250299"/>
                    <a:pt x="23151" y="248484"/>
                  </a:cubicBezTo>
                  <a:cubicBezTo>
                    <a:pt x="23151" y="242131"/>
                    <a:pt x="17694" y="236988"/>
                    <a:pt x="11328" y="236988"/>
                  </a:cubicBezTo>
                  <a:cubicBezTo>
                    <a:pt x="4962" y="236988"/>
                    <a:pt x="112" y="242433"/>
                    <a:pt x="112" y="249391"/>
                  </a:cubicBezTo>
                  <a:cubicBezTo>
                    <a:pt x="112" y="259677"/>
                    <a:pt x="10722" y="267845"/>
                    <a:pt x="24060" y="267845"/>
                  </a:cubicBezTo>
                  <a:cubicBezTo>
                    <a:pt x="51040" y="267845"/>
                    <a:pt x="72261" y="237895"/>
                    <a:pt x="84690" y="182230"/>
                  </a:cubicBezTo>
                  <a:lnTo>
                    <a:pt x="106516" y="85422"/>
                  </a:lnTo>
                  <a:lnTo>
                    <a:pt x="139559" y="85422"/>
                  </a:lnTo>
                  <a:lnTo>
                    <a:pt x="141378" y="75741"/>
                  </a:lnTo>
                  <a:lnTo>
                    <a:pt x="108638" y="75741"/>
                  </a:lnTo>
                  <a:cubicBezTo>
                    <a:pt x="117429" y="28244"/>
                    <a:pt x="128646" y="6765"/>
                    <a:pt x="145622" y="6765"/>
                  </a:cubicBezTo>
                  <a:cubicBezTo>
                    <a:pt x="149563" y="6765"/>
                    <a:pt x="152291" y="8277"/>
                    <a:pt x="152291" y="10395"/>
                  </a:cubicBezTo>
                  <a:cubicBezTo>
                    <a:pt x="152291" y="11303"/>
                    <a:pt x="151988" y="11908"/>
                    <a:pt x="151079" y="13420"/>
                  </a:cubicBezTo>
                  <a:cubicBezTo>
                    <a:pt x="149866" y="16143"/>
                    <a:pt x="149260" y="17656"/>
                    <a:pt x="149260" y="19773"/>
                  </a:cubicBezTo>
                  <a:cubicBezTo>
                    <a:pt x="149260" y="27034"/>
                    <a:pt x="153807" y="31874"/>
                    <a:pt x="160476" y="31874"/>
                  </a:cubicBezTo>
                  <a:cubicBezTo>
                    <a:pt x="167449" y="31874"/>
                    <a:pt x="173208" y="26429"/>
                    <a:pt x="173208" y="19773"/>
                  </a:cubicBezTo>
                  <a:cubicBezTo>
                    <a:pt x="173208" y="8580"/>
                    <a:pt x="161992" y="109"/>
                    <a:pt x="147138" y="109"/>
                  </a:cubicBezTo>
                  <a:cubicBezTo>
                    <a:pt x="132284" y="109"/>
                    <a:pt x="120461" y="6765"/>
                    <a:pt x="109548" y="20983"/>
                  </a:cubicBezTo>
                  <a:cubicBezTo>
                    <a:pt x="100453" y="32782"/>
                    <a:pt x="94390" y="46698"/>
                    <a:pt x="85296" y="75741"/>
                  </a:cubicBezTo>
                  <a:lnTo>
                    <a:pt x="57406" y="75741"/>
                  </a:lnTo>
                  <a:lnTo>
                    <a:pt x="55284" y="85422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5004B0EB-7A46-EAAC-4996-A0B1109DC70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083534" y="5614539"/>
              <a:ext cx="52268" cy="115069"/>
            </a:xfrm>
            <a:custGeom>
              <a:avLst/>
              <a:gdLst>
                <a:gd name="connsiteX0" fmla="*/ 50365 w 52268"/>
                <a:gd name="connsiteY0" fmla="*/ 18910 h 115069"/>
                <a:gd name="connsiteX1" fmla="*/ 52384 w 52268"/>
                <a:gd name="connsiteY1" fmla="*/ 11970 h 115069"/>
                <a:gd name="connsiteX2" fmla="*/ 39598 w 52268"/>
                <a:gd name="connsiteY2" fmla="*/ 105 h 115069"/>
                <a:gd name="connsiteX3" fmla="*/ 27708 w 52268"/>
                <a:gd name="connsiteY3" fmla="*/ 10179 h 115069"/>
                <a:gd name="connsiteX4" fmla="*/ 1013 w 52268"/>
                <a:gd name="connsiteY4" fmla="*/ 108010 h 115069"/>
                <a:gd name="connsiteX5" fmla="*/ 116 w 52268"/>
                <a:gd name="connsiteY5" fmla="*/ 111144 h 115069"/>
                <a:gd name="connsiteX6" fmla="*/ 7743 w 52268"/>
                <a:gd name="connsiteY6" fmla="*/ 115174 h 115069"/>
                <a:gd name="connsiteX7" fmla="*/ 10659 w 52268"/>
                <a:gd name="connsiteY7" fmla="*/ 111592 h 115069"/>
                <a:gd name="connsiteX8" fmla="*/ 50365 w 52268"/>
                <a:gd name="connsiteY8" fmla="*/ 18910 h 11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268" h="115069">
                  <a:moveTo>
                    <a:pt x="50365" y="18910"/>
                  </a:moveTo>
                  <a:cubicBezTo>
                    <a:pt x="51487" y="16224"/>
                    <a:pt x="52384" y="14209"/>
                    <a:pt x="52384" y="11970"/>
                  </a:cubicBezTo>
                  <a:cubicBezTo>
                    <a:pt x="52384" y="5478"/>
                    <a:pt x="46552" y="105"/>
                    <a:pt x="39598" y="105"/>
                  </a:cubicBezTo>
                  <a:cubicBezTo>
                    <a:pt x="33316" y="105"/>
                    <a:pt x="29279" y="4359"/>
                    <a:pt x="27708" y="10179"/>
                  </a:cubicBezTo>
                  <a:lnTo>
                    <a:pt x="1013" y="108010"/>
                  </a:lnTo>
                  <a:cubicBezTo>
                    <a:pt x="1013" y="108458"/>
                    <a:pt x="116" y="110920"/>
                    <a:pt x="116" y="111144"/>
                  </a:cubicBezTo>
                  <a:cubicBezTo>
                    <a:pt x="116" y="113607"/>
                    <a:pt x="5948" y="115174"/>
                    <a:pt x="7743" y="115174"/>
                  </a:cubicBezTo>
                  <a:cubicBezTo>
                    <a:pt x="9089" y="115174"/>
                    <a:pt x="9313" y="114502"/>
                    <a:pt x="10659" y="111592"/>
                  </a:cubicBezTo>
                  <a:lnTo>
                    <a:pt x="50365" y="1891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21434962-10B9-8842-437C-B66100EDFDA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184176" y="5638195"/>
              <a:ext cx="70329" cy="302526"/>
            </a:xfrm>
            <a:custGeom>
              <a:avLst/>
              <a:gdLst>
                <a:gd name="connsiteX0" fmla="*/ 70449 w 70329"/>
                <a:gd name="connsiteY0" fmla="*/ 299610 h 302526"/>
                <a:gd name="connsiteX1" fmla="*/ 65295 w 70329"/>
                <a:gd name="connsiteY1" fmla="*/ 292954 h 302526"/>
                <a:gd name="connsiteX2" fmla="*/ 17701 w 70329"/>
                <a:gd name="connsiteY2" fmla="*/ 151372 h 302526"/>
                <a:gd name="connsiteX3" fmla="*/ 66508 w 70329"/>
                <a:gd name="connsiteY3" fmla="*/ 8277 h 302526"/>
                <a:gd name="connsiteX4" fmla="*/ 70449 w 70329"/>
                <a:gd name="connsiteY4" fmla="*/ 3134 h 302526"/>
                <a:gd name="connsiteX5" fmla="*/ 67417 w 70329"/>
                <a:gd name="connsiteY5" fmla="*/ 108 h 302526"/>
                <a:gd name="connsiteX6" fmla="*/ 19217 w 70329"/>
                <a:gd name="connsiteY6" fmla="*/ 59101 h 302526"/>
                <a:gd name="connsiteX7" fmla="*/ 119 w 70329"/>
                <a:gd name="connsiteY7" fmla="*/ 151372 h 302526"/>
                <a:gd name="connsiteX8" fmla="*/ 20127 w 70329"/>
                <a:gd name="connsiteY8" fmla="*/ 245760 h 302526"/>
                <a:gd name="connsiteX9" fmla="*/ 67417 w 70329"/>
                <a:gd name="connsiteY9" fmla="*/ 302635 h 302526"/>
                <a:gd name="connsiteX10" fmla="*/ 70449 w 70329"/>
                <a:gd name="connsiteY10" fmla="*/ 29961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449" y="299610"/>
                  </a:moveTo>
                  <a:cubicBezTo>
                    <a:pt x="70449" y="298702"/>
                    <a:pt x="70449" y="298097"/>
                    <a:pt x="65295" y="292954"/>
                  </a:cubicBezTo>
                  <a:cubicBezTo>
                    <a:pt x="27402" y="254836"/>
                    <a:pt x="17701" y="197658"/>
                    <a:pt x="17701" y="151372"/>
                  </a:cubicBezTo>
                  <a:cubicBezTo>
                    <a:pt x="17701" y="98732"/>
                    <a:pt x="29221" y="46093"/>
                    <a:pt x="66508" y="8277"/>
                  </a:cubicBezTo>
                  <a:cubicBezTo>
                    <a:pt x="70449" y="4646"/>
                    <a:pt x="70449" y="4041"/>
                    <a:pt x="70449" y="3134"/>
                  </a:cubicBezTo>
                  <a:cubicBezTo>
                    <a:pt x="70449" y="1016"/>
                    <a:pt x="69236" y="108"/>
                    <a:pt x="67417" y="108"/>
                  </a:cubicBezTo>
                  <a:cubicBezTo>
                    <a:pt x="64386" y="108"/>
                    <a:pt x="37103" y="20680"/>
                    <a:pt x="19217" y="59101"/>
                  </a:cubicBezTo>
                  <a:cubicBezTo>
                    <a:pt x="3757" y="92379"/>
                    <a:pt x="119" y="125960"/>
                    <a:pt x="119" y="151372"/>
                  </a:cubicBezTo>
                  <a:cubicBezTo>
                    <a:pt x="119" y="174969"/>
                    <a:pt x="3454" y="211575"/>
                    <a:pt x="20127" y="245760"/>
                  </a:cubicBezTo>
                  <a:cubicBezTo>
                    <a:pt x="38315" y="282971"/>
                    <a:pt x="64386" y="302635"/>
                    <a:pt x="67417" y="302635"/>
                  </a:cubicBezTo>
                  <a:cubicBezTo>
                    <a:pt x="69236" y="302635"/>
                    <a:pt x="70449" y="301728"/>
                    <a:pt x="70449" y="299610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0F45BB80-B78D-D5C4-D3CE-2F0C04F11C8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264038" y="5731676"/>
              <a:ext cx="143691" cy="136742"/>
            </a:xfrm>
            <a:custGeom>
              <a:avLst/>
              <a:gdLst>
                <a:gd name="connsiteX0" fmla="*/ 130172 w 143691"/>
                <a:gd name="connsiteY0" fmla="*/ 99943 h 136742"/>
                <a:gd name="connsiteX1" fmla="*/ 123503 w 143691"/>
                <a:gd name="connsiteY1" fmla="*/ 108111 h 136742"/>
                <a:gd name="connsiteX2" fmla="*/ 109558 w 143691"/>
                <a:gd name="connsiteY2" fmla="*/ 120212 h 136742"/>
                <a:gd name="connsiteX3" fmla="*/ 100161 w 143691"/>
                <a:gd name="connsiteY3" fmla="*/ 107809 h 136742"/>
                <a:gd name="connsiteX4" fmla="*/ 98948 w 143691"/>
                <a:gd name="connsiteY4" fmla="*/ 102666 h 136742"/>
                <a:gd name="connsiteX5" fmla="*/ 88035 w 143691"/>
                <a:gd name="connsiteY5" fmla="*/ 53656 h 136742"/>
                <a:gd name="connsiteX6" fmla="*/ 117743 w 143691"/>
                <a:gd name="connsiteY6" fmla="*/ 17051 h 136742"/>
                <a:gd name="connsiteX7" fmla="*/ 125019 w 143691"/>
                <a:gd name="connsiteY7" fmla="*/ 19471 h 136742"/>
                <a:gd name="connsiteX8" fmla="*/ 133204 w 143691"/>
                <a:gd name="connsiteY8" fmla="*/ 22194 h 136742"/>
                <a:gd name="connsiteX9" fmla="*/ 143814 w 143691"/>
                <a:gd name="connsiteY9" fmla="*/ 11303 h 136742"/>
                <a:gd name="connsiteX10" fmla="*/ 131385 w 143691"/>
                <a:gd name="connsiteY10" fmla="*/ 109 h 136742"/>
                <a:gd name="connsiteX11" fmla="*/ 85610 w 143691"/>
                <a:gd name="connsiteY11" fmla="*/ 43370 h 136742"/>
                <a:gd name="connsiteX12" fmla="*/ 82275 w 143691"/>
                <a:gd name="connsiteY12" fmla="*/ 26731 h 136742"/>
                <a:gd name="connsiteX13" fmla="*/ 66511 w 143691"/>
                <a:gd name="connsiteY13" fmla="*/ 109 h 136742"/>
                <a:gd name="connsiteX14" fmla="*/ 31043 w 143691"/>
                <a:gd name="connsiteY14" fmla="*/ 8882 h 136742"/>
                <a:gd name="connsiteX15" fmla="*/ 27709 w 143691"/>
                <a:gd name="connsiteY15" fmla="*/ 10092 h 136742"/>
                <a:gd name="connsiteX16" fmla="*/ 28921 w 143691"/>
                <a:gd name="connsiteY16" fmla="*/ 14630 h 136742"/>
                <a:gd name="connsiteX17" fmla="*/ 45897 w 143691"/>
                <a:gd name="connsiteY17" fmla="*/ 11303 h 136742"/>
                <a:gd name="connsiteX18" fmla="*/ 59539 w 143691"/>
                <a:gd name="connsiteY18" fmla="*/ 32177 h 136742"/>
                <a:gd name="connsiteX19" fmla="*/ 68330 w 143691"/>
                <a:gd name="connsiteY19" fmla="*/ 69388 h 136742"/>
                <a:gd name="connsiteX20" fmla="*/ 43472 w 143691"/>
                <a:gd name="connsiteY20" fmla="*/ 104783 h 136742"/>
                <a:gd name="connsiteX21" fmla="*/ 28012 w 143691"/>
                <a:gd name="connsiteY21" fmla="*/ 119305 h 136742"/>
                <a:gd name="connsiteX22" fmla="*/ 20130 w 143691"/>
                <a:gd name="connsiteY22" fmla="*/ 116582 h 136742"/>
                <a:gd name="connsiteX23" fmla="*/ 10429 w 143691"/>
                <a:gd name="connsiteY23" fmla="*/ 113557 h 136742"/>
                <a:gd name="connsiteX24" fmla="*/ 122 w 143691"/>
                <a:gd name="connsiteY24" fmla="*/ 124145 h 136742"/>
                <a:gd name="connsiteX25" fmla="*/ 15280 w 143691"/>
                <a:gd name="connsiteY25" fmla="*/ 136851 h 136742"/>
                <a:gd name="connsiteX26" fmla="*/ 43472 w 143691"/>
                <a:gd name="connsiteY26" fmla="*/ 115674 h 136742"/>
                <a:gd name="connsiteX27" fmla="*/ 70755 w 143691"/>
                <a:gd name="connsiteY27" fmla="*/ 80279 h 136742"/>
                <a:gd name="connsiteX28" fmla="*/ 79850 w 143691"/>
                <a:gd name="connsiteY28" fmla="*/ 116582 h 136742"/>
                <a:gd name="connsiteX29" fmla="*/ 97432 w 143691"/>
                <a:gd name="connsiteY29" fmla="*/ 136851 h 136742"/>
                <a:gd name="connsiteX30" fmla="*/ 134416 w 143691"/>
                <a:gd name="connsiteY30" fmla="*/ 102363 h 136742"/>
                <a:gd name="connsiteX31" fmla="*/ 130172 w 143691"/>
                <a:gd name="connsiteY31" fmla="*/ 9994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172" y="99943"/>
                  </a:moveTo>
                  <a:cubicBezTo>
                    <a:pt x="127747" y="102666"/>
                    <a:pt x="126231" y="104481"/>
                    <a:pt x="123503" y="108111"/>
                  </a:cubicBezTo>
                  <a:cubicBezTo>
                    <a:pt x="116531" y="117187"/>
                    <a:pt x="112893" y="120212"/>
                    <a:pt x="109558" y="120212"/>
                  </a:cubicBezTo>
                  <a:cubicBezTo>
                    <a:pt x="105011" y="120212"/>
                    <a:pt x="102283" y="116279"/>
                    <a:pt x="100161" y="107809"/>
                  </a:cubicBezTo>
                  <a:cubicBezTo>
                    <a:pt x="99554" y="105388"/>
                    <a:pt x="99251" y="103573"/>
                    <a:pt x="98948" y="102666"/>
                  </a:cubicBezTo>
                  <a:cubicBezTo>
                    <a:pt x="91369" y="72110"/>
                    <a:pt x="88035" y="58194"/>
                    <a:pt x="88035" y="53656"/>
                  </a:cubicBezTo>
                  <a:cubicBezTo>
                    <a:pt x="101373" y="30362"/>
                    <a:pt x="112286" y="17051"/>
                    <a:pt x="117743" y="17051"/>
                  </a:cubicBezTo>
                  <a:cubicBezTo>
                    <a:pt x="119562" y="17051"/>
                    <a:pt x="121987" y="17958"/>
                    <a:pt x="125019" y="19471"/>
                  </a:cubicBezTo>
                  <a:cubicBezTo>
                    <a:pt x="128656" y="21589"/>
                    <a:pt x="130778" y="22194"/>
                    <a:pt x="133204" y="22194"/>
                  </a:cubicBezTo>
                  <a:cubicBezTo>
                    <a:pt x="139570" y="22194"/>
                    <a:pt x="143814" y="17656"/>
                    <a:pt x="143814" y="11303"/>
                  </a:cubicBezTo>
                  <a:cubicBezTo>
                    <a:pt x="143814" y="4949"/>
                    <a:pt x="138660" y="109"/>
                    <a:pt x="131385" y="109"/>
                  </a:cubicBezTo>
                  <a:cubicBezTo>
                    <a:pt x="118046" y="109"/>
                    <a:pt x="106527" y="11000"/>
                    <a:pt x="85610" y="43370"/>
                  </a:cubicBezTo>
                  <a:lnTo>
                    <a:pt x="82275" y="26731"/>
                  </a:lnTo>
                  <a:cubicBezTo>
                    <a:pt x="78031" y="6160"/>
                    <a:pt x="74696" y="109"/>
                    <a:pt x="66511" y="109"/>
                  </a:cubicBezTo>
                  <a:cubicBezTo>
                    <a:pt x="59842" y="109"/>
                    <a:pt x="49535" y="2832"/>
                    <a:pt x="31043" y="8882"/>
                  </a:cubicBezTo>
                  <a:lnTo>
                    <a:pt x="27709" y="10092"/>
                  </a:lnTo>
                  <a:lnTo>
                    <a:pt x="28921" y="14630"/>
                  </a:lnTo>
                  <a:cubicBezTo>
                    <a:pt x="40441" y="11908"/>
                    <a:pt x="43169" y="11303"/>
                    <a:pt x="45897" y="11303"/>
                  </a:cubicBezTo>
                  <a:cubicBezTo>
                    <a:pt x="53476" y="11303"/>
                    <a:pt x="55295" y="14025"/>
                    <a:pt x="59539" y="32177"/>
                  </a:cubicBezTo>
                  <a:lnTo>
                    <a:pt x="68330" y="69388"/>
                  </a:lnTo>
                  <a:lnTo>
                    <a:pt x="43472" y="104783"/>
                  </a:lnTo>
                  <a:cubicBezTo>
                    <a:pt x="37409" y="113859"/>
                    <a:pt x="31346" y="119305"/>
                    <a:pt x="28012" y="119305"/>
                  </a:cubicBezTo>
                  <a:cubicBezTo>
                    <a:pt x="26193" y="119305"/>
                    <a:pt x="23161" y="118397"/>
                    <a:pt x="20130" y="116582"/>
                  </a:cubicBezTo>
                  <a:cubicBezTo>
                    <a:pt x="16189" y="114464"/>
                    <a:pt x="12854" y="113557"/>
                    <a:pt x="10429" y="113557"/>
                  </a:cubicBezTo>
                  <a:cubicBezTo>
                    <a:pt x="4669" y="113557"/>
                    <a:pt x="122" y="118095"/>
                    <a:pt x="122" y="124145"/>
                  </a:cubicBezTo>
                  <a:cubicBezTo>
                    <a:pt x="122" y="132011"/>
                    <a:pt x="6185" y="136851"/>
                    <a:pt x="15280" y="136851"/>
                  </a:cubicBezTo>
                  <a:cubicBezTo>
                    <a:pt x="24677" y="136851"/>
                    <a:pt x="28315" y="134128"/>
                    <a:pt x="43472" y="115674"/>
                  </a:cubicBezTo>
                  <a:cubicBezTo>
                    <a:pt x="51657" y="105993"/>
                    <a:pt x="58023" y="97825"/>
                    <a:pt x="70755" y="80279"/>
                  </a:cubicBezTo>
                  <a:lnTo>
                    <a:pt x="79850" y="116582"/>
                  </a:lnTo>
                  <a:cubicBezTo>
                    <a:pt x="83791" y="132011"/>
                    <a:pt x="87732" y="136851"/>
                    <a:pt x="97432" y="136851"/>
                  </a:cubicBezTo>
                  <a:cubicBezTo>
                    <a:pt x="108952" y="136851"/>
                    <a:pt x="116834" y="129591"/>
                    <a:pt x="134416" y="102363"/>
                  </a:cubicBezTo>
                  <a:lnTo>
                    <a:pt x="130172" y="9994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6D88962D-982A-473F-A7E5-89DA948CDB7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18315" y="5764228"/>
              <a:ext cx="48230" cy="148873"/>
            </a:xfrm>
            <a:custGeom>
              <a:avLst/>
              <a:gdLst>
                <a:gd name="connsiteX0" fmla="*/ 38935 w 48230"/>
                <a:gd name="connsiteY0" fmla="*/ 121001 h 148873"/>
                <a:gd name="connsiteX1" fmla="*/ 29738 w 48230"/>
                <a:gd name="connsiteY1" fmla="*/ 132418 h 148873"/>
                <a:gd name="connsiteX2" fmla="*/ 20540 w 48230"/>
                <a:gd name="connsiteY2" fmla="*/ 138463 h 148873"/>
                <a:gd name="connsiteX3" fmla="*/ 16951 w 48230"/>
                <a:gd name="connsiteY3" fmla="*/ 135105 h 148873"/>
                <a:gd name="connsiteX4" fmla="*/ 19194 w 48230"/>
                <a:gd name="connsiteY4" fmla="*/ 125254 h 148873"/>
                <a:gd name="connsiteX5" fmla="*/ 20316 w 48230"/>
                <a:gd name="connsiteY5" fmla="*/ 121225 h 148873"/>
                <a:gd name="connsiteX6" fmla="*/ 20316 w 48230"/>
                <a:gd name="connsiteY6" fmla="*/ 120777 h 148873"/>
                <a:gd name="connsiteX7" fmla="*/ 20540 w 48230"/>
                <a:gd name="connsiteY7" fmla="*/ 120329 h 148873"/>
                <a:gd name="connsiteX8" fmla="*/ 40281 w 48230"/>
                <a:gd name="connsiteY8" fmla="*/ 48243 h 148873"/>
                <a:gd name="connsiteX9" fmla="*/ 39608 w 48230"/>
                <a:gd name="connsiteY9" fmla="*/ 47796 h 148873"/>
                <a:gd name="connsiteX10" fmla="*/ 3715 w 48230"/>
                <a:gd name="connsiteY10" fmla="*/ 53392 h 148873"/>
                <a:gd name="connsiteX11" fmla="*/ 3715 w 48230"/>
                <a:gd name="connsiteY11" fmla="*/ 56974 h 148873"/>
                <a:gd name="connsiteX12" fmla="*/ 17848 w 48230"/>
                <a:gd name="connsiteY12" fmla="*/ 62347 h 148873"/>
                <a:gd name="connsiteX13" fmla="*/ 15829 w 48230"/>
                <a:gd name="connsiteY13" fmla="*/ 72197 h 148873"/>
                <a:gd name="connsiteX14" fmla="*/ 5061 w 48230"/>
                <a:gd name="connsiteY14" fmla="*/ 111822 h 148873"/>
                <a:gd name="connsiteX15" fmla="*/ 126 w 48230"/>
                <a:gd name="connsiteY15" fmla="*/ 136224 h 148873"/>
                <a:gd name="connsiteX16" fmla="*/ 10445 w 48230"/>
                <a:gd name="connsiteY16" fmla="*/ 148985 h 148873"/>
                <a:gd name="connsiteX17" fmla="*/ 41851 w 48230"/>
                <a:gd name="connsiteY17" fmla="*/ 123464 h 148873"/>
                <a:gd name="connsiteX18" fmla="*/ 38935 w 48230"/>
                <a:gd name="connsiteY18" fmla="*/ 121001 h 148873"/>
                <a:gd name="connsiteX19" fmla="*/ 37140 w 48230"/>
                <a:gd name="connsiteY19" fmla="*/ 111 h 148873"/>
                <a:gd name="connsiteX20" fmla="*/ 26597 w 48230"/>
                <a:gd name="connsiteY20" fmla="*/ 11977 h 148873"/>
                <a:gd name="connsiteX21" fmla="*/ 37365 w 48230"/>
                <a:gd name="connsiteY21" fmla="*/ 23842 h 148873"/>
                <a:gd name="connsiteX22" fmla="*/ 48357 w 48230"/>
                <a:gd name="connsiteY22" fmla="*/ 12424 h 148873"/>
                <a:gd name="connsiteX23" fmla="*/ 37140 w 48230"/>
                <a:gd name="connsiteY23" fmla="*/ 111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8935" y="121001"/>
                  </a:moveTo>
                  <a:cubicBezTo>
                    <a:pt x="33551" y="128165"/>
                    <a:pt x="31981" y="129956"/>
                    <a:pt x="29738" y="132418"/>
                  </a:cubicBezTo>
                  <a:cubicBezTo>
                    <a:pt x="25924" y="136224"/>
                    <a:pt x="22559" y="138463"/>
                    <a:pt x="20540" y="138463"/>
                  </a:cubicBezTo>
                  <a:cubicBezTo>
                    <a:pt x="18745" y="138463"/>
                    <a:pt x="16951" y="136672"/>
                    <a:pt x="16951" y="135105"/>
                  </a:cubicBezTo>
                  <a:cubicBezTo>
                    <a:pt x="16951" y="132866"/>
                    <a:pt x="17624" y="129508"/>
                    <a:pt x="19194" y="125254"/>
                  </a:cubicBezTo>
                  <a:cubicBezTo>
                    <a:pt x="19194" y="124583"/>
                    <a:pt x="19867" y="123016"/>
                    <a:pt x="20316" y="121225"/>
                  </a:cubicBezTo>
                  <a:lnTo>
                    <a:pt x="20316" y="120777"/>
                  </a:lnTo>
                  <a:lnTo>
                    <a:pt x="20540" y="120329"/>
                  </a:lnTo>
                  <a:lnTo>
                    <a:pt x="40281" y="48243"/>
                  </a:lnTo>
                  <a:lnTo>
                    <a:pt x="39608" y="47796"/>
                  </a:lnTo>
                  <a:cubicBezTo>
                    <a:pt x="16951" y="52049"/>
                    <a:pt x="12464" y="52721"/>
                    <a:pt x="3715" y="53392"/>
                  </a:cubicBezTo>
                  <a:lnTo>
                    <a:pt x="3715" y="56974"/>
                  </a:lnTo>
                  <a:cubicBezTo>
                    <a:pt x="15605" y="57198"/>
                    <a:pt x="17848" y="57870"/>
                    <a:pt x="17848" y="62347"/>
                  </a:cubicBezTo>
                  <a:cubicBezTo>
                    <a:pt x="17848" y="64138"/>
                    <a:pt x="17175" y="67720"/>
                    <a:pt x="15829" y="72197"/>
                  </a:cubicBezTo>
                  <a:lnTo>
                    <a:pt x="5061" y="111822"/>
                  </a:lnTo>
                  <a:cubicBezTo>
                    <a:pt x="1472" y="124807"/>
                    <a:pt x="126" y="131747"/>
                    <a:pt x="126" y="136224"/>
                  </a:cubicBezTo>
                  <a:cubicBezTo>
                    <a:pt x="126" y="144507"/>
                    <a:pt x="3715" y="148985"/>
                    <a:pt x="10445" y="148985"/>
                  </a:cubicBezTo>
                  <a:cubicBezTo>
                    <a:pt x="20764" y="148985"/>
                    <a:pt x="29065" y="142269"/>
                    <a:pt x="41851" y="123464"/>
                  </a:cubicBezTo>
                  <a:lnTo>
                    <a:pt x="38935" y="121001"/>
                  </a:lnTo>
                  <a:close/>
                  <a:moveTo>
                    <a:pt x="37140" y="111"/>
                  </a:moveTo>
                  <a:cubicBezTo>
                    <a:pt x="31083" y="111"/>
                    <a:pt x="26597" y="5260"/>
                    <a:pt x="26597" y="11977"/>
                  </a:cubicBezTo>
                  <a:cubicBezTo>
                    <a:pt x="26597" y="19140"/>
                    <a:pt x="30859" y="23842"/>
                    <a:pt x="37365" y="23842"/>
                  </a:cubicBezTo>
                  <a:cubicBezTo>
                    <a:pt x="43197" y="23842"/>
                    <a:pt x="48357" y="18693"/>
                    <a:pt x="48357" y="12424"/>
                  </a:cubicBezTo>
                  <a:cubicBezTo>
                    <a:pt x="48357" y="5932"/>
                    <a:pt x="43197" y="111"/>
                    <a:pt x="37140" y="111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8A6A58E-EE35-0CB1-D37E-DEC3306CCBB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502411" y="5638195"/>
              <a:ext cx="70330" cy="302526"/>
            </a:xfrm>
            <a:custGeom>
              <a:avLst/>
              <a:gdLst>
                <a:gd name="connsiteX0" fmla="*/ 70460 w 70330"/>
                <a:gd name="connsiteY0" fmla="*/ 151372 h 302526"/>
                <a:gd name="connsiteX1" fmla="*/ 50452 w 70330"/>
                <a:gd name="connsiteY1" fmla="*/ 56983 h 302526"/>
                <a:gd name="connsiteX2" fmla="*/ 3161 w 70330"/>
                <a:gd name="connsiteY2" fmla="*/ 108 h 302526"/>
                <a:gd name="connsiteX3" fmla="*/ 130 w 70330"/>
                <a:gd name="connsiteY3" fmla="*/ 3134 h 302526"/>
                <a:gd name="connsiteX4" fmla="*/ 5889 w 70330"/>
                <a:gd name="connsiteY4" fmla="*/ 10092 h 302526"/>
                <a:gd name="connsiteX5" fmla="*/ 52877 w 70330"/>
                <a:gd name="connsiteY5" fmla="*/ 151372 h 302526"/>
                <a:gd name="connsiteX6" fmla="*/ 4071 w 70330"/>
                <a:gd name="connsiteY6" fmla="*/ 294467 h 302526"/>
                <a:gd name="connsiteX7" fmla="*/ 130 w 70330"/>
                <a:gd name="connsiteY7" fmla="*/ 299610 h 302526"/>
                <a:gd name="connsiteX8" fmla="*/ 3161 w 70330"/>
                <a:gd name="connsiteY8" fmla="*/ 302635 h 302526"/>
                <a:gd name="connsiteX9" fmla="*/ 51361 w 70330"/>
                <a:gd name="connsiteY9" fmla="*/ 243642 h 302526"/>
                <a:gd name="connsiteX10" fmla="*/ 70460 w 70330"/>
                <a:gd name="connsiteY10" fmla="*/ 1513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460" y="151372"/>
                  </a:moveTo>
                  <a:cubicBezTo>
                    <a:pt x="70460" y="127775"/>
                    <a:pt x="67125" y="91169"/>
                    <a:pt x="50452" y="56983"/>
                  </a:cubicBezTo>
                  <a:cubicBezTo>
                    <a:pt x="32263" y="19773"/>
                    <a:pt x="6193" y="108"/>
                    <a:pt x="3161" y="108"/>
                  </a:cubicBezTo>
                  <a:cubicBezTo>
                    <a:pt x="1342" y="108"/>
                    <a:pt x="130" y="1319"/>
                    <a:pt x="130" y="3134"/>
                  </a:cubicBezTo>
                  <a:cubicBezTo>
                    <a:pt x="130" y="4041"/>
                    <a:pt x="130" y="4646"/>
                    <a:pt x="5889" y="10092"/>
                  </a:cubicBezTo>
                  <a:cubicBezTo>
                    <a:pt x="35598" y="40042"/>
                    <a:pt x="52877" y="88144"/>
                    <a:pt x="52877" y="151372"/>
                  </a:cubicBezTo>
                  <a:cubicBezTo>
                    <a:pt x="52877" y="203104"/>
                    <a:pt x="41661" y="256349"/>
                    <a:pt x="4071" y="294467"/>
                  </a:cubicBezTo>
                  <a:cubicBezTo>
                    <a:pt x="130" y="298097"/>
                    <a:pt x="130" y="298702"/>
                    <a:pt x="130" y="299610"/>
                  </a:cubicBezTo>
                  <a:cubicBezTo>
                    <a:pt x="130" y="301425"/>
                    <a:pt x="1342" y="302635"/>
                    <a:pt x="3161" y="302635"/>
                  </a:cubicBezTo>
                  <a:cubicBezTo>
                    <a:pt x="6193" y="302635"/>
                    <a:pt x="33476" y="282063"/>
                    <a:pt x="51361" y="243642"/>
                  </a:cubicBezTo>
                  <a:cubicBezTo>
                    <a:pt x="66822" y="210364"/>
                    <a:pt x="70460" y="176784"/>
                    <a:pt x="70460" y="151372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EFAE1674-6AFD-A6F1-57B9-63A2D6AEB59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687783" y="5754063"/>
              <a:ext cx="201592" cy="70791"/>
            </a:xfrm>
            <a:custGeom>
              <a:avLst/>
              <a:gdLst>
                <a:gd name="connsiteX0" fmla="*/ 191422 w 201592"/>
                <a:gd name="connsiteY0" fmla="*/ 12210 h 70791"/>
                <a:gd name="connsiteX1" fmla="*/ 201729 w 201592"/>
                <a:gd name="connsiteY1" fmla="*/ 6159 h 70791"/>
                <a:gd name="connsiteX2" fmla="*/ 191725 w 201592"/>
                <a:gd name="connsiteY2" fmla="*/ 108 h 70791"/>
                <a:gd name="connsiteX3" fmla="*/ 10140 w 201592"/>
                <a:gd name="connsiteY3" fmla="*/ 108 h 70791"/>
                <a:gd name="connsiteX4" fmla="*/ 136 w 201592"/>
                <a:gd name="connsiteY4" fmla="*/ 6159 h 70791"/>
                <a:gd name="connsiteX5" fmla="*/ 10443 w 201592"/>
                <a:gd name="connsiteY5" fmla="*/ 12210 h 70791"/>
                <a:gd name="connsiteX6" fmla="*/ 191422 w 201592"/>
                <a:gd name="connsiteY6" fmla="*/ 12210 h 70791"/>
                <a:gd name="connsiteX7" fmla="*/ 191725 w 201592"/>
                <a:gd name="connsiteY7" fmla="*/ 70900 h 70791"/>
                <a:gd name="connsiteX8" fmla="*/ 201729 w 201592"/>
                <a:gd name="connsiteY8" fmla="*/ 64849 h 70791"/>
                <a:gd name="connsiteX9" fmla="*/ 191422 w 201592"/>
                <a:gd name="connsiteY9" fmla="*/ 58799 h 70791"/>
                <a:gd name="connsiteX10" fmla="*/ 10443 w 201592"/>
                <a:gd name="connsiteY10" fmla="*/ 58799 h 70791"/>
                <a:gd name="connsiteX11" fmla="*/ 136 w 201592"/>
                <a:gd name="connsiteY11" fmla="*/ 64849 h 70791"/>
                <a:gd name="connsiteX12" fmla="*/ 10140 w 201592"/>
                <a:gd name="connsiteY12" fmla="*/ 70900 h 70791"/>
                <a:gd name="connsiteX13" fmla="*/ 191725 w 201592"/>
                <a:gd name="connsiteY13" fmla="*/ 70900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592" h="70791">
                  <a:moveTo>
                    <a:pt x="191422" y="12210"/>
                  </a:moveTo>
                  <a:cubicBezTo>
                    <a:pt x="195969" y="12210"/>
                    <a:pt x="201729" y="12210"/>
                    <a:pt x="201729" y="6159"/>
                  </a:cubicBezTo>
                  <a:cubicBezTo>
                    <a:pt x="201729" y="108"/>
                    <a:pt x="195969" y="108"/>
                    <a:pt x="191725" y="108"/>
                  </a:cubicBezTo>
                  <a:lnTo>
                    <a:pt x="10140" y="108"/>
                  </a:lnTo>
                  <a:cubicBezTo>
                    <a:pt x="5896" y="108"/>
                    <a:pt x="136" y="108"/>
                    <a:pt x="136" y="6159"/>
                  </a:cubicBezTo>
                  <a:cubicBezTo>
                    <a:pt x="136" y="12210"/>
                    <a:pt x="5896" y="12210"/>
                    <a:pt x="10443" y="12210"/>
                  </a:cubicBezTo>
                  <a:lnTo>
                    <a:pt x="191422" y="12210"/>
                  </a:lnTo>
                  <a:close/>
                  <a:moveTo>
                    <a:pt x="191725" y="70900"/>
                  </a:moveTo>
                  <a:cubicBezTo>
                    <a:pt x="195969" y="70900"/>
                    <a:pt x="201729" y="70900"/>
                    <a:pt x="201729" y="64849"/>
                  </a:cubicBezTo>
                  <a:cubicBezTo>
                    <a:pt x="201729" y="58799"/>
                    <a:pt x="195969" y="58799"/>
                    <a:pt x="191422" y="58799"/>
                  </a:cubicBezTo>
                  <a:lnTo>
                    <a:pt x="10443" y="58799"/>
                  </a:lnTo>
                  <a:cubicBezTo>
                    <a:pt x="5896" y="58799"/>
                    <a:pt x="136" y="58799"/>
                    <a:pt x="136" y="64849"/>
                  </a:cubicBezTo>
                  <a:cubicBezTo>
                    <a:pt x="136" y="70900"/>
                    <a:pt x="5896" y="70900"/>
                    <a:pt x="10140" y="70900"/>
                  </a:cubicBezTo>
                  <a:lnTo>
                    <a:pt x="191725" y="7090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EFAD1AD2-5032-0F57-64F2-131A9FA6388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091257" y="4787395"/>
              <a:ext cx="101250" cy="274996"/>
            </a:xfrm>
            <a:custGeom>
              <a:avLst/>
              <a:gdLst>
                <a:gd name="connsiteX0" fmla="*/ 36523 w 101250"/>
                <a:gd name="connsiteY0" fmla="*/ 136816 h 274996"/>
                <a:gd name="connsiteX1" fmla="*/ 97152 w 101250"/>
                <a:gd name="connsiteY1" fmla="*/ 16108 h 274996"/>
                <a:gd name="connsiteX2" fmla="*/ 101396 w 101250"/>
                <a:gd name="connsiteY2" fmla="*/ 7334 h 274996"/>
                <a:gd name="connsiteX3" fmla="*/ 93514 w 101250"/>
                <a:gd name="connsiteY3" fmla="*/ 74 h 274996"/>
                <a:gd name="connsiteX4" fmla="*/ 88664 w 101250"/>
                <a:gd name="connsiteY4" fmla="*/ 74 h 274996"/>
                <a:gd name="connsiteX5" fmla="*/ 145 w 101250"/>
                <a:gd name="connsiteY5" fmla="*/ 136816 h 274996"/>
                <a:gd name="connsiteX6" fmla="*/ 145 w 101250"/>
                <a:gd name="connsiteY6" fmla="*/ 266902 h 274996"/>
                <a:gd name="connsiteX7" fmla="*/ 8633 w 101250"/>
                <a:gd name="connsiteY7" fmla="*/ 275071 h 274996"/>
                <a:gd name="connsiteX8" fmla="*/ 28035 w 101250"/>
                <a:gd name="connsiteY8" fmla="*/ 275071 h 274996"/>
                <a:gd name="connsiteX9" fmla="*/ 36523 w 101250"/>
                <a:gd name="connsiteY9" fmla="*/ 266902 h 274996"/>
                <a:gd name="connsiteX10" fmla="*/ 36523 w 101250"/>
                <a:gd name="connsiteY10" fmla="*/ 136816 h 27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250" h="274996">
                  <a:moveTo>
                    <a:pt x="36523" y="136816"/>
                  </a:moveTo>
                  <a:cubicBezTo>
                    <a:pt x="36523" y="112009"/>
                    <a:pt x="43192" y="54226"/>
                    <a:pt x="97152" y="16108"/>
                  </a:cubicBezTo>
                  <a:cubicBezTo>
                    <a:pt x="101093" y="13082"/>
                    <a:pt x="101396" y="12780"/>
                    <a:pt x="101396" y="7334"/>
                  </a:cubicBezTo>
                  <a:cubicBezTo>
                    <a:pt x="101396" y="376"/>
                    <a:pt x="101093" y="74"/>
                    <a:pt x="93514" y="74"/>
                  </a:cubicBezTo>
                  <a:lnTo>
                    <a:pt x="88664" y="74"/>
                  </a:lnTo>
                  <a:cubicBezTo>
                    <a:pt x="23488" y="35167"/>
                    <a:pt x="145" y="92344"/>
                    <a:pt x="145" y="136816"/>
                  </a:cubicBezTo>
                  <a:lnTo>
                    <a:pt x="145" y="266902"/>
                  </a:lnTo>
                  <a:cubicBezTo>
                    <a:pt x="145" y="274768"/>
                    <a:pt x="448" y="275071"/>
                    <a:pt x="8633" y="275071"/>
                  </a:cubicBezTo>
                  <a:lnTo>
                    <a:pt x="28035" y="275071"/>
                  </a:lnTo>
                  <a:cubicBezTo>
                    <a:pt x="36220" y="275071"/>
                    <a:pt x="36523" y="274768"/>
                    <a:pt x="36523" y="266902"/>
                  </a:cubicBezTo>
                  <a:lnTo>
                    <a:pt x="36523" y="136816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6CEC65FA-261B-0FDF-D6DB-9B04E15929A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91257" y="5057362"/>
              <a:ext cx="36377" cy="96808"/>
            </a:xfrm>
            <a:custGeom>
              <a:avLst/>
              <a:gdLst>
                <a:gd name="connsiteX0" fmla="*/ 36523 w 36377"/>
                <a:gd name="connsiteY0" fmla="*/ 8251 h 96808"/>
                <a:gd name="connsiteX1" fmla="*/ 28035 w 36377"/>
                <a:gd name="connsiteY1" fmla="*/ 83 h 96808"/>
                <a:gd name="connsiteX2" fmla="*/ 8633 w 36377"/>
                <a:gd name="connsiteY2" fmla="*/ 83 h 96808"/>
                <a:gd name="connsiteX3" fmla="*/ 145 w 36377"/>
                <a:gd name="connsiteY3" fmla="*/ 8251 h 96808"/>
                <a:gd name="connsiteX4" fmla="*/ 145 w 36377"/>
                <a:gd name="connsiteY4" fmla="*/ 88723 h 96808"/>
                <a:gd name="connsiteX5" fmla="*/ 8633 w 36377"/>
                <a:gd name="connsiteY5" fmla="*/ 96891 h 96808"/>
                <a:gd name="connsiteX6" fmla="*/ 28035 w 36377"/>
                <a:gd name="connsiteY6" fmla="*/ 96891 h 96808"/>
                <a:gd name="connsiteX7" fmla="*/ 36523 w 36377"/>
                <a:gd name="connsiteY7" fmla="*/ 88723 h 96808"/>
                <a:gd name="connsiteX8" fmla="*/ 36523 w 36377"/>
                <a:gd name="connsiteY8" fmla="*/ 8251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51"/>
                  </a:moveTo>
                  <a:cubicBezTo>
                    <a:pt x="36523" y="385"/>
                    <a:pt x="36220" y="83"/>
                    <a:pt x="28035" y="83"/>
                  </a:cubicBezTo>
                  <a:lnTo>
                    <a:pt x="8633" y="83"/>
                  </a:lnTo>
                  <a:cubicBezTo>
                    <a:pt x="448" y="83"/>
                    <a:pt x="145" y="385"/>
                    <a:pt x="145" y="8251"/>
                  </a:cubicBezTo>
                  <a:lnTo>
                    <a:pt x="145" y="88723"/>
                  </a:lnTo>
                  <a:cubicBezTo>
                    <a:pt x="145" y="96589"/>
                    <a:pt x="448" y="96891"/>
                    <a:pt x="8633" y="96891"/>
                  </a:cubicBezTo>
                  <a:lnTo>
                    <a:pt x="28035" y="96891"/>
                  </a:lnTo>
                  <a:cubicBezTo>
                    <a:pt x="36220" y="96891"/>
                    <a:pt x="36523" y="96589"/>
                    <a:pt x="36523" y="88723"/>
                  </a:cubicBezTo>
                  <a:lnTo>
                    <a:pt x="36523" y="8251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3480C528-0094-6840-1FB1-000FAB658CD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091257" y="5148461"/>
              <a:ext cx="36377" cy="96808"/>
            </a:xfrm>
            <a:custGeom>
              <a:avLst/>
              <a:gdLst>
                <a:gd name="connsiteX0" fmla="*/ 36523 w 36377"/>
                <a:gd name="connsiteY0" fmla="*/ 8254 h 96808"/>
                <a:gd name="connsiteX1" fmla="*/ 28035 w 36377"/>
                <a:gd name="connsiteY1" fmla="*/ 86 h 96808"/>
                <a:gd name="connsiteX2" fmla="*/ 8633 w 36377"/>
                <a:gd name="connsiteY2" fmla="*/ 86 h 96808"/>
                <a:gd name="connsiteX3" fmla="*/ 145 w 36377"/>
                <a:gd name="connsiteY3" fmla="*/ 8254 h 96808"/>
                <a:gd name="connsiteX4" fmla="*/ 145 w 36377"/>
                <a:gd name="connsiteY4" fmla="*/ 88726 h 96808"/>
                <a:gd name="connsiteX5" fmla="*/ 8633 w 36377"/>
                <a:gd name="connsiteY5" fmla="*/ 96894 h 96808"/>
                <a:gd name="connsiteX6" fmla="*/ 28035 w 36377"/>
                <a:gd name="connsiteY6" fmla="*/ 96894 h 96808"/>
                <a:gd name="connsiteX7" fmla="*/ 36523 w 36377"/>
                <a:gd name="connsiteY7" fmla="*/ 88726 h 96808"/>
                <a:gd name="connsiteX8" fmla="*/ 36523 w 36377"/>
                <a:gd name="connsiteY8" fmla="*/ 8254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54"/>
                  </a:moveTo>
                  <a:cubicBezTo>
                    <a:pt x="36523" y="388"/>
                    <a:pt x="36220" y="86"/>
                    <a:pt x="28035" y="86"/>
                  </a:cubicBezTo>
                  <a:lnTo>
                    <a:pt x="8633" y="86"/>
                  </a:lnTo>
                  <a:cubicBezTo>
                    <a:pt x="448" y="86"/>
                    <a:pt x="145" y="388"/>
                    <a:pt x="145" y="8254"/>
                  </a:cubicBezTo>
                  <a:lnTo>
                    <a:pt x="145" y="88726"/>
                  </a:lnTo>
                  <a:cubicBezTo>
                    <a:pt x="145" y="96592"/>
                    <a:pt x="448" y="96894"/>
                    <a:pt x="8633" y="96894"/>
                  </a:cubicBezTo>
                  <a:lnTo>
                    <a:pt x="28035" y="96894"/>
                  </a:lnTo>
                  <a:cubicBezTo>
                    <a:pt x="36220" y="96894"/>
                    <a:pt x="36523" y="96592"/>
                    <a:pt x="36523" y="88726"/>
                  </a:cubicBezTo>
                  <a:lnTo>
                    <a:pt x="36523" y="825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BC35716E-C927-A500-C114-C79EF2EBCA1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091257" y="5239559"/>
              <a:ext cx="36377" cy="96808"/>
            </a:xfrm>
            <a:custGeom>
              <a:avLst/>
              <a:gdLst>
                <a:gd name="connsiteX0" fmla="*/ 36523 w 36377"/>
                <a:gd name="connsiteY0" fmla="*/ 8257 h 96808"/>
                <a:gd name="connsiteX1" fmla="*/ 28035 w 36377"/>
                <a:gd name="connsiteY1" fmla="*/ 89 h 96808"/>
                <a:gd name="connsiteX2" fmla="*/ 8633 w 36377"/>
                <a:gd name="connsiteY2" fmla="*/ 89 h 96808"/>
                <a:gd name="connsiteX3" fmla="*/ 145 w 36377"/>
                <a:gd name="connsiteY3" fmla="*/ 8257 h 96808"/>
                <a:gd name="connsiteX4" fmla="*/ 145 w 36377"/>
                <a:gd name="connsiteY4" fmla="*/ 88729 h 96808"/>
                <a:gd name="connsiteX5" fmla="*/ 8633 w 36377"/>
                <a:gd name="connsiteY5" fmla="*/ 96897 h 96808"/>
                <a:gd name="connsiteX6" fmla="*/ 28035 w 36377"/>
                <a:gd name="connsiteY6" fmla="*/ 96897 h 96808"/>
                <a:gd name="connsiteX7" fmla="*/ 36523 w 36377"/>
                <a:gd name="connsiteY7" fmla="*/ 88729 h 96808"/>
                <a:gd name="connsiteX8" fmla="*/ 36523 w 36377"/>
                <a:gd name="connsiteY8" fmla="*/ 8257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57"/>
                  </a:moveTo>
                  <a:cubicBezTo>
                    <a:pt x="36523" y="391"/>
                    <a:pt x="36220" y="89"/>
                    <a:pt x="28035" y="89"/>
                  </a:cubicBezTo>
                  <a:lnTo>
                    <a:pt x="8633" y="89"/>
                  </a:lnTo>
                  <a:cubicBezTo>
                    <a:pt x="448" y="89"/>
                    <a:pt x="145" y="391"/>
                    <a:pt x="145" y="8257"/>
                  </a:cubicBezTo>
                  <a:lnTo>
                    <a:pt x="145" y="88729"/>
                  </a:lnTo>
                  <a:cubicBezTo>
                    <a:pt x="145" y="96595"/>
                    <a:pt x="448" y="96897"/>
                    <a:pt x="8633" y="96897"/>
                  </a:cubicBezTo>
                  <a:lnTo>
                    <a:pt x="28035" y="96897"/>
                  </a:lnTo>
                  <a:cubicBezTo>
                    <a:pt x="36220" y="96897"/>
                    <a:pt x="36523" y="96595"/>
                    <a:pt x="36523" y="88729"/>
                  </a:cubicBezTo>
                  <a:lnTo>
                    <a:pt x="36523" y="825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0F0E6CA1-D729-2A2E-C5EF-D040BD639F5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091257" y="5330657"/>
              <a:ext cx="36377" cy="96808"/>
            </a:xfrm>
            <a:custGeom>
              <a:avLst/>
              <a:gdLst>
                <a:gd name="connsiteX0" fmla="*/ 36523 w 36377"/>
                <a:gd name="connsiteY0" fmla="*/ 8260 h 96808"/>
                <a:gd name="connsiteX1" fmla="*/ 28035 w 36377"/>
                <a:gd name="connsiteY1" fmla="*/ 92 h 96808"/>
                <a:gd name="connsiteX2" fmla="*/ 8633 w 36377"/>
                <a:gd name="connsiteY2" fmla="*/ 92 h 96808"/>
                <a:gd name="connsiteX3" fmla="*/ 145 w 36377"/>
                <a:gd name="connsiteY3" fmla="*/ 8260 h 96808"/>
                <a:gd name="connsiteX4" fmla="*/ 145 w 36377"/>
                <a:gd name="connsiteY4" fmla="*/ 88732 h 96808"/>
                <a:gd name="connsiteX5" fmla="*/ 8633 w 36377"/>
                <a:gd name="connsiteY5" fmla="*/ 96900 h 96808"/>
                <a:gd name="connsiteX6" fmla="*/ 28035 w 36377"/>
                <a:gd name="connsiteY6" fmla="*/ 96900 h 96808"/>
                <a:gd name="connsiteX7" fmla="*/ 36523 w 36377"/>
                <a:gd name="connsiteY7" fmla="*/ 88732 h 96808"/>
                <a:gd name="connsiteX8" fmla="*/ 36523 w 36377"/>
                <a:gd name="connsiteY8" fmla="*/ 8260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60"/>
                  </a:moveTo>
                  <a:cubicBezTo>
                    <a:pt x="36523" y="394"/>
                    <a:pt x="36220" y="92"/>
                    <a:pt x="28035" y="92"/>
                  </a:cubicBezTo>
                  <a:lnTo>
                    <a:pt x="8633" y="92"/>
                  </a:lnTo>
                  <a:cubicBezTo>
                    <a:pt x="448" y="92"/>
                    <a:pt x="145" y="394"/>
                    <a:pt x="145" y="8260"/>
                  </a:cubicBezTo>
                  <a:lnTo>
                    <a:pt x="145" y="88732"/>
                  </a:lnTo>
                  <a:cubicBezTo>
                    <a:pt x="145" y="96598"/>
                    <a:pt x="448" y="96900"/>
                    <a:pt x="8633" y="96900"/>
                  </a:cubicBezTo>
                  <a:lnTo>
                    <a:pt x="28035" y="96900"/>
                  </a:lnTo>
                  <a:cubicBezTo>
                    <a:pt x="36220" y="96900"/>
                    <a:pt x="36523" y="96598"/>
                    <a:pt x="36523" y="88732"/>
                  </a:cubicBezTo>
                  <a:lnTo>
                    <a:pt x="36523" y="826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4A675DD5-2D27-642C-C3BD-C77AA5D5F67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091257" y="5421756"/>
              <a:ext cx="36377" cy="96808"/>
            </a:xfrm>
            <a:custGeom>
              <a:avLst/>
              <a:gdLst>
                <a:gd name="connsiteX0" fmla="*/ 36523 w 36377"/>
                <a:gd name="connsiteY0" fmla="*/ 8263 h 96808"/>
                <a:gd name="connsiteX1" fmla="*/ 28035 w 36377"/>
                <a:gd name="connsiteY1" fmla="*/ 95 h 96808"/>
                <a:gd name="connsiteX2" fmla="*/ 8633 w 36377"/>
                <a:gd name="connsiteY2" fmla="*/ 95 h 96808"/>
                <a:gd name="connsiteX3" fmla="*/ 145 w 36377"/>
                <a:gd name="connsiteY3" fmla="*/ 8263 h 96808"/>
                <a:gd name="connsiteX4" fmla="*/ 145 w 36377"/>
                <a:gd name="connsiteY4" fmla="*/ 88735 h 96808"/>
                <a:gd name="connsiteX5" fmla="*/ 8633 w 36377"/>
                <a:gd name="connsiteY5" fmla="*/ 96903 h 96808"/>
                <a:gd name="connsiteX6" fmla="*/ 28035 w 36377"/>
                <a:gd name="connsiteY6" fmla="*/ 96903 h 96808"/>
                <a:gd name="connsiteX7" fmla="*/ 36523 w 36377"/>
                <a:gd name="connsiteY7" fmla="*/ 88735 h 96808"/>
                <a:gd name="connsiteX8" fmla="*/ 36523 w 36377"/>
                <a:gd name="connsiteY8" fmla="*/ 8263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63"/>
                  </a:moveTo>
                  <a:cubicBezTo>
                    <a:pt x="36523" y="397"/>
                    <a:pt x="36220" y="95"/>
                    <a:pt x="28035" y="95"/>
                  </a:cubicBezTo>
                  <a:lnTo>
                    <a:pt x="8633" y="95"/>
                  </a:lnTo>
                  <a:cubicBezTo>
                    <a:pt x="448" y="95"/>
                    <a:pt x="145" y="397"/>
                    <a:pt x="145" y="8263"/>
                  </a:cubicBezTo>
                  <a:lnTo>
                    <a:pt x="145" y="88735"/>
                  </a:lnTo>
                  <a:cubicBezTo>
                    <a:pt x="145" y="96601"/>
                    <a:pt x="448" y="96903"/>
                    <a:pt x="8633" y="96903"/>
                  </a:cubicBezTo>
                  <a:lnTo>
                    <a:pt x="28035" y="96903"/>
                  </a:lnTo>
                  <a:cubicBezTo>
                    <a:pt x="36220" y="96903"/>
                    <a:pt x="36523" y="96601"/>
                    <a:pt x="36523" y="88735"/>
                  </a:cubicBezTo>
                  <a:lnTo>
                    <a:pt x="36523" y="826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1957704C-DD25-B46B-C6A7-98D7C2D1D1C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026384" y="5512854"/>
              <a:ext cx="101251" cy="550598"/>
            </a:xfrm>
            <a:custGeom>
              <a:avLst/>
              <a:gdLst>
                <a:gd name="connsiteX0" fmla="*/ 65019 w 101251"/>
                <a:gd name="connsiteY0" fmla="*/ 542528 h 550598"/>
                <a:gd name="connsiteX1" fmla="*/ 73507 w 101251"/>
                <a:gd name="connsiteY1" fmla="*/ 550696 h 550598"/>
                <a:gd name="connsiteX2" fmla="*/ 92908 w 101251"/>
                <a:gd name="connsiteY2" fmla="*/ 550696 h 550598"/>
                <a:gd name="connsiteX3" fmla="*/ 101396 w 101251"/>
                <a:gd name="connsiteY3" fmla="*/ 542528 h 550598"/>
                <a:gd name="connsiteX4" fmla="*/ 101396 w 101251"/>
                <a:gd name="connsiteY4" fmla="*/ 414862 h 550598"/>
                <a:gd name="connsiteX5" fmla="*/ 18031 w 101251"/>
                <a:gd name="connsiteY5" fmla="*/ 275397 h 550598"/>
                <a:gd name="connsiteX6" fmla="*/ 101396 w 101251"/>
                <a:gd name="connsiteY6" fmla="*/ 135932 h 550598"/>
                <a:gd name="connsiteX7" fmla="*/ 101396 w 101251"/>
                <a:gd name="connsiteY7" fmla="*/ 8266 h 550598"/>
                <a:gd name="connsiteX8" fmla="*/ 92908 w 101251"/>
                <a:gd name="connsiteY8" fmla="*/ 98 h 550598"/>
                <a:gd name="connsiteX9" fmla="*/ 73507 w 101251"/>
                <a:gd name="connsiteY9" fmla="*/ 98 h 550598"/>
                <a:gd name="connsiteX10" fmla="*/ 65019 w 101251"/>
                <a:gd name="connsiteY10" fmla="*/ 8266 h 550598"/>
                <a:gd name="connsiteX11" fmla="*/ 65019 w 101251"/>
                <a:gd name="connsiteY11" fmla="*/ 136235 h 550598"/>
                <a:gd name="connsiteX12" fmla="*/ 3783 w 101251"/>
                <a:gd name="connsiteY12" fmla="*/ 266926 h 550598"/>
                <a:gd name="connsiteX13" fmla="*/ 145 w 101251"/>
                <a:gd name="connsiteY13" fmla="*/ 275397 h 550598"/>
                <a:gd name="connsiteX14" fmla="*/ 3783 w 101251"/>
                <a:gd name="connsiteY14" fmla="*/ 283868 h 550598"/>
                <a:gd name="connsiteX15" fmla="*/ 47133 w 101251"/>
                <a:gd name="connsiteY15" fmla="*/ 336507 h 550598"/>
                <a:gd name="connsiteX16" fmla="*/ 65019 w 101251"/>
                <a:gd name="connsiteY16" fmla="*/ 414559 h 550598"/>
                <a:gd name="connsiteX17" fmla="*/ 65019 w 101251"/>
                <a:gd name="connsiteY17" fmla="*/ 542528 h 550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1251" h="550598">
                  <a:moveTo>
                    <a:pt x="65019" y="542528"/>
                  </a:moveTo>
                  <a:cubicBezTo>
                    <a:pt x="65019" y="550394"/>
                    <a:pt x="65322" y="550696"/>
                    <a:pt x="73507" y="550696"/>
                  </a:cubicBezTo>
                  <a:lnTo>
                    <a:pt x="92908" y="550696"/>
                  </a:lnTo>
                  <a:cubicBezTo>
                    <a:pt x="101093" y="550696"/>
                    <a:pt x="101396" y="550394"/>
                    <a:pt x="101396" y="542528"/>
                  </a:cubicBezTo>
                  <a:lnTo>
                    <a:pt x="101396" y="414862"/>
                  </a:lnTo>
                  <a:cubicBezTo>
                    <a:pt x="101396" y="378256"/>
                    <a:pt x="85936" y="316541"/>
                    <a:pt x="18031" y="275397"/>
                  </a:cubicBezTo>
                  <a:cubicBezTo>
                    <a:pt x="86542" y="233951"/>
                    <a:pt x="101396" y="171630"/>
                    <a:pt x="101396" y="135932"/>
                  </a:cubicBezTo>
                  <a:lnTo>
                    <a:pt x="101396" y="8266"/>
                  </a:lnTo>
                  <a:cubicBezTo>
                    <a:pt x="101396" y="400"/>
                    <a:pt x="101093" y="98"/>
                    <a:pt x="92908" y="98"/>
                  </a:cubicBezTo>
                  <a:lnTo>
                    <a:pt x="73507" y="98"/>
                  </a:lnTo>
                  <a:cubicBezTo>
                    <a:pt x="65322" y="98"/>
                    <a:pt x="65019" y="400"/>
                    <a:pt x="65019" y="8266"/>
                  </a:cubicBezTo>
                  <a:lnTo>
                    <a:pt x="65019" y="136235"/>
                  </a:lnTo>
                  <a:cubicBezTo>
                    <a:pt x="65019" y="161647"/>
                    <a:pt x="59562" y="224573"/>
                    <a:pt x="3783" y="266926"/>
                  </a:cubicBezTo>
                  <a:cubicBezTo>
                    <a:pt x="448" y="269649"/>
                    <a:pt x="145" y="269952"/>
                    <a:pt x="145" y="275397"/>
                  </a:cubicBezTo>
                  <a:cubicBezTo>
                    <a:pt x="145" y="280843"/>
                    <a:pt x="448" y="281145"/>
                    <a:pt x="3783" y="283868"/>
                  </a:cubicBezTo>
                  <a:cubicBezTo>
                    <a:pt x="11665" y="289918"/>
                    <a:pt x="32582" y="305952"/>
                    <a:pt x="47133" y="336507"/>
                  </a:cubicBezTo>
                  <a:cubicBezTo>
                    <a:pt x="58956" y="360710"/>
                    <a:pt x="65019" y="387634"/>
                    <a:pt x="65019" y="414559"/>
                  </a:cubicBezTo>
                  <a:lnTo>
                    <a:pt x="65019" y="54252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D56915DD-4A4A-255E-75CC-E8B59017902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091257" y="6059445"/>
              <a:ext cx="36377" cy="96808"/>
            </a:xfrm>
            <a:custGeom>
              <a:avLst/>
              <a:gdLst>
                <a:gd name="connsiteX0" fmla="*/ 36523 w 36377"/>
                <a:gd name="connsiteY0" fmla="*/ 8284 h 96808"/>
                <a:gd name="connsiteX1" fmla="*/ 28035 w 36377"/>
                <a:gd name="connsiteY1" fmla="*/ 116 h 96808"/>
                <a:gd name="connsiteX2" fmla="*/ 8633 w 36377"/>
                <a:gd name="connsiteY2" fmla="*/ 116 h 96808"/>
                <a:gd name="connsiteX3" fmla="*/ 145 w 36377"/>
                <a:gd name="connsiteY3" fmla="*/ 8284 h 96808"/>
                <a:gd name="connsiteX4" fmla="*/ 145 w 36377"/>
                <a:gd name="connsiteY4" fmla="*/ 88756 h 96808"/>
                <a:gd name="connsiteX5" fmla="*/ 8633 w 36377"/>
                <a:gd name="connsiteY5" fmla="*/ 96924 h 96808"/>
                <a:gd name="connsiteX6" fmla="*/ 28035 w 36377"/>
                <a:gd name="connsiteY6" fmla="*/ 96924 h 96808"/>
                <a:gd name="connsiteX7" fmla="*/ 36523 w 36377"/>
                <a:gd name="connsiteY7" fmla="*/ 88756 h 96808"/>
                <a:gd name="connsiteX8" fmla="*/ 36523 w 36377"/>
                <a:gd name="connsiteY8" fmla="*/ 8284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84"/>
                  </a:moveTo>
                  <a:cubicBezTo>
                    <a:pt x="36523" y="418"/>
                    <a:pt x="36220" y="116"/>
                    <a:pt x="28035" y="116"/>
                  </a:cubicBezTo>
                  <a:lnTo>
                    <a:pt x="8633" y="116"/>
                  </a:lnTo>
                  <a:cubicBezTo>
                    <a:pt x="448" y="116"/>
                    <a:pt x="145" y="418"/>
                    <a:pt x="145" y="8284"/>
                  </a:cubicBezTo>
                  <a:lnTo>
                    <a:pt x="145" y="88756"/>
                  </a:lnTo>
                  <a:cubicBezTo>
                    <a:pt x="145" y="96622"/>
                    <a:pt x="448" y="96924"/>
                    <a:pt x="8633" y="96924"/>
                  </a:cubicBezTo>
                  <a:lnTo>
                    <a:pt x="28035" y="96924"/>
                  </a:lnTo>
                  <a:cubicBezTo>
                    <a:pt x="36220" y="96924"/>
                    <a:pt x="36523" y="96622"/>
                    <a:pt x="36523" y="88756"/>
                  </a:cubicBezTo>
                  <a:lnTo>
                    <a:pt x="36523" y="828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2C4B5986-52BF-58FD-EEF2-C14FF579CF5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091257" y="6150543"/>
              <a:ext cx="36377" cy="96808"/>
            </a:xfrm>
            <a:custGeom>
              <a:avLst/>
              <a:gdLst>
                <a:gd name="connsiteX0" fmla="*/ 36523 w 36377"/>
                <a:gd name="connsiteY0" fmla="*/ 8287 h 96808"/>
                <a:gd name="connsiteX1" fmla="*/ 28035 w 36377"/>
                <a:gd name="connsiteY1" fmla="*/ 119 h 96808"/>
                <a:gd name="connsiteX2" fmla="*/ 8633 w 36377"/>
                <a:gd name="connsiteY2" fmla="*/ 119 h 96808"/>
                <a:gd name="connsiteX3" fmla="*/ 145 w 36377"/>
                <a:gd name="connsiteY3" fmla="*/ 8287 h 96808"/>
                <a:gd name="connsiteX4" fmla="*/ 145 w 36377"/>
                <a:gd name="connsiteY4" fmla="*/ 88759 h 96808"/>
                <a:gd name="connsiteX5" fmla="*/ 8633 w 36377"/>
                <a:gd name="connsiteY5" fmla="*/ 96927 h 96808"/>
                <a:gd name="connsiteX6" fmla="*/ 28035 w 36377"/>
                <a:gd name="connsiteY6" fmla="*/ 96927 h 96808"/>
                <a:gd name="connsiteX7" fmla="*/ 36523 w 36377"/>
                <a:gd name="connsiteY7" fmla="*/ 88759 h 96808"/>
                <a:gd name="connsiteX8" fmla="*/ 36523 w 36377"/>
                <a:gd name="connsiteY8" fmla="*/ 8287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87"/>
                  </a:moveTo>
                  <a:cubicBezTo>
                    <a:pt x="36523" y="421"/>
                    <a:pt x="36220" y="119"/>
                    <a:pt x="28035" y="119"/>
                  </a:cubicBezTo>
                  <a:lnTo>
                    <a:pt x="8633" y="119"/>
                  </a:lnTo>
                  <a:cubicBezTo>
                    <a:pt x="448" y="119"/>
                    <a:pt x="145" y="421"/>
                    <a:pt x="145" y="8287"/>
                  </a:cubicBezTo>
                  <a:lnTo>
                    <a:pt x="145" y="88759"/>
                  </a:lnTo>
                  <a:cubicBezTo>
                    <a:pt x="145" y="96625"/>
                    <a:pt x="448" y="96927"/>
                    <a:pt x="8633" y="96927"/>
                  </a:cubicBezTo>
                  <a:lnTo>
                    <a:pt x="28035" y="96927"/>
                  </a:lnTo>
                  <a:cubicBezTo>
                    <a:pt x="36220" y="96927"/>
                    <a:pt x="36523" y="96625"/>
                    <a:pt x="36523" y="88759"/>
                  </a:cubicBezTo>
                  <a:lnTo>
                    <a:pt x="36523" y="828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6E26FE58-2653-DCB6-D847-15B07A0A0DE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091257" y="6241641"/>
              <a:ext cx="36377" cy="96808"/>
            </a:xfrm>
            <a:custGeom>
              <a:avLst/>
              <a:gdLst>
                <a:gd name="connsiteX0" fmla="*/ 36523 w 36377"/>
                <a:gd name="connsiteY0" fmla="*/ 8290 h 96808"/>
                <a:gd name="connsiteX1" fmla="*/ 28035 w 36377"/>
                <a:gd name="connsiteY1" fmla="*/ 122 h 96808"/>
                <a:gd name="connsiteX2" fmla="*/ 8633 w 36377"/>
                <a:gd name="connsiteY2" fmla="*/ 122 h 96808"/>
                <a:gd name="connsiteX3" fmla="*/ 145 w 36377"/>
                <a:gd name="connsiteY3" fmla="*/ 8290 h 96808"/>
                <a:gd name="connsiteX4" fmla="*/ 145 w 36377"/>
                <a:gd name="connsiteY4" fmla="*/ 88762 h 96808"/>
                <a:gd name="connsiteX5" fmla="*/ 8633 w 36377"/>
                <a:gd name="connsiteY5" fmla="*/ 96930 h 96808"/>
                <a:gd name="connsiteX6" fmla="*/ 28035 w 36377"/>
                <a:gd name="connsiteY6" fmla="*/ 96930 h 96808"/>
                <a:gd name="connsiteX7" fmla="*/ 36523 w 36377"/>
                <a:gd name="connsiteY7" fmla="*/ 88762 h 96808"/>
                <a:gd name="connsiteX8" fmla="*/ 36523 w 36377"/>
                <a:gd name="connsiteY8" fmla="*/ 8290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90"/>
                  </a:moveTo>
                  <a:cubicBezTo>
                    <a:pt x="36523" y="424"/>
                    <a:pt x="36220" y="122"/>
                    <a:pt x="28035" y="122"/>
                  </a:cubicBezTo>
                  <a:lnTo>
                    <a:pt x="8633" y="122"/>
                  </a:lnTo>
                  <a:cubicBezTo>
                    <a:pt x="448" y="122"/>
                    <a:pt x="145" y="424"/>
                    <a:pt x="145" y="8290"/>
                  </a:cubicBezTo>
                  <a:lnTo>
                    <a:pt x="145" y="88762"/>
                  </a:lnTo>
                  <a:cubicBezTo>
                    <a:pt x="145" y="96628"/>
                    <a:pt x="448" y="96930"/>
                    <a:pt x="8633" y="96930"/>
                  </a:cubicBezTo>
                  <a:lnTo>
                    <a:pt x="28035" y="96930"/>
                  </a:lnTo>
                  <a:cubicBezTo>
                    <a:pt x="36220" y="96930"/>
                    <a:pt x="36523" y="96628"/>
                    <a:pt x="36523" y="88762"/>
                  </a:cubicBezTo>
                  <a:lnTo>
                    <a:pt x="36523" y="829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99D4900B-0497-2DE7-B0A1-DCDC27401D2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091257" y="6332740"/>
              <a:ext cx="36377" cy="96808"/>
            </a:xfrm>
            <a:custGeom>
              <a:avLst/>
              <a:gdLst>
                <a:gd name="connsiteX0" fmla="*/ 36523 w 36377"/>
                <a:gd name="connsiteY0" fmla="*/ 8293 h 96808"/>
                <a:gd name="connsiteX1" fmla="*/ 28035 w 36377"/>
                <a:gd name="connsiteY1" fmla="*/ 125 h 96808"/>
                <a:gd name="connsiteX2" fmla="*/ 8633 w 36377"/>
                <a:gd name="connsiteY2" fmla="*/ 125 h 96808"/>
                <a:gd name="connsiteX3" fmla="*/ 145 w 36377"/>
                <a:gd name="connsiteY3" fmla="*/ 8293 h 96808"/>
                <a:gd name="connsiteX4" fmla="*/ 145 w 36377"/>
                <a:gd name="connsiteY4" fmla="*/ 88765 h 96808"/>
                <a:gd name="connsiteX5" fmla="*/ 8633 w 36377"/>
                <a:gd name="connsiteY5" fmla="*/ 96933 h 96808"/>
                <a:gd name="connsiteX6" fmla="*/ 28035 w 36377"/>
                <a:gd name="connsiteY6" fmla="*/ 96933 h 96808"/>
                <a:gd name="connsiteX7" fmla="*/ 36523 w 36377"/>
                <a:gd name="connsiteY7" fmla="*/ 88765 h 96808"/>
                <a:gd name="connsiteX8" fmla="*/ 36523 w 36377"/>
                <a:gd name="connsiteY8" fmla="*/ 8293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93"/>
                  </a:moveTo>
                  <a:cubicBezTo>
                    <a:pt x="36523" y="427"/>
                    <a:pt x="36220" y="125"/>
                    <a:pt x="28035" y="125"/>
                  </a:cubicBezTo>
                  <a:lnTo>
                    <a:pt x="8633" y="125"/>
                  </a:lnTo>
                  <a:cubicBezTo>
                    <a:pt x="448" y="125"/>
                    <a:pt x="145" y="427"/>
                    <a:pt x="145" y="8293"/>
                  </a:cubicBezTo>
                  <a:lnTo>
                    <a:pt x="145" y="88765"/>
                  </a:lnTo>
                  <a:cubicBezTo>
                    <a:pt x="145" y="96631"/>
                    <a:pt x="448" y="96933"/>
                    <a:pt x="8633" y="96933"/>
                  </a:cubicBezTo>
                  <a:lnTo>
                    <a:pt x="28035" y="96933"/>
                  </a:lnTo>
                  <a:cubicBezTo>
                    <a:pt x="36220" y="96933"/>
                    <a:pt x="36523" y="96631"/>
                    <a:pt x="36523" y="88765"/>
                  </a:cubicBezTo>
                  <a:lnTo>
                    <a:pt x="36523" y="829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E7453747-31DB-E5FA-8C51-BF5D5F1EC09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091257" y="6423838"/>
              <a:ext cx="36377" cy="96808"/>
            </a:xfrm>
            <a:custGeom>
              <a:avLst/>
              <a:gdLst>
                <a:gd name="connsiteX0" fmla="*/ 36523 w 36377"/>
                <a:gd name="connsiteY0" fmla="*/ 8296 h 96808"/>
                <a:gd name="connsiteX1" fmla="*/ 28035 w 36377"/>
                <a:gd name="connsiteY1" fmla="*/ 128 h 96808"/>
                <a:gd name="connsiteX2" fmla="*/ 8633 w 36377"/>
                <a:gd name="connsiteY2" fmla="*/ 128 h 96808"/>
                <a:gd name="connsiteX3" fmla="*/ 145 w 36377"/>
                <a:gd name="connsiteY3" fmla="*/ 8296 h 96808"/>
                <a:gd name="connsiteX4" fmla="*/ 145 w 36377"/>
                <a:gd name="connsiteY4" fmla="*/ 88768 h 96808"/>
                <a:gd name="connsiteX5" fmla="*/ 8633 w 36377"/>
                <a:gd name="connsiteY5" fmla="*/ 96936 h 96808"/>
                <a:gd name="connsiteX6" fmla="*/ 28035 w 36377"/>
                <a:gd name="connsiteY6" fmla="*/ 96936 h 96808"/>
                <a:gd name="connsiteX7" fmla="*/ 36523 w 36377"/>
                <a:gd name="connsiteY7" fmla="*/ 88768 h 96808"/>
                <a:gd name="connsiteX8" fmla="*/ 36523 w 36377"/>
                <a:gd name="connsiteY8" fmla="*/ 8296 h 9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77" h="96808">
                  <a:moveTo>
                    <a:pt x="36523" y="8296"/>
                  </a:moveTo>
                  <a:cubicBezTo>
                    <a:pt x="36523" y="430"/>
                    <a:pt x="36220" y="128"/>
                    <a:pt x="28035" y="128"/>
                  </a:cubicBezTo>
                  <a:lnTo>
                    <a:pt x="8633" y="128"/>
                  </a:lnTo>
                  <a:cubicBezTo>
                    <a:pt x="448" y="128"/>
                    <a:pt x="145" y="430"/>
                    <a:pt x="145" y="8296"/>
                  </a:cubicBezTo>
                  <a:lnTo>
                    <a:pt x="145" y="88768"/>
                  </a:lnTo>
                  <a:cubicBezTo>
                    <a:pt x="145" y="96634"/>
                    <a:pt x="448" y="96936"/>
                    <a:pt x="8633" y="96936"/>
                  </a:cubicBezTo>
                  <a:lnTo>
                    <a:pt x="28035" y="96936"/>
                  </a:lnTo>
                  <a:cubicBezTo>
                    <a:pt x="36220" y="96936"/>
                    <a:pt x="36523" y="96634"/>
                    <a:pt x="36523" y="88768"/>
                  </a:cubicBezTo>
                  <a:lnTo>
                    <a:pt x="36523" y="8296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92553CF0-461C-F5AB-C568-73DCE564151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091257" y="6514936"/>
              <a:ext cx="101250" cy="274996"/>
            </a:xfrm>
            <a:custGeom>
              <a:avLst/>
              <a:gdLst>
                <a:gd name="connsiteX0" fmla="*/ 93514 w 101250"/>
                <a:gd name="connsiteY0" fmla="*/ 275127 h 274996"/>
                <a:gd name="connsiteX1" fmla="*/ 101396 w 101250"/>
                <a:gd name="connsiteY1" fmla="*/ 267867 h 274996"/>
                <a:gd name="connsiteX2" fmla="*/ 99880 w 101250"/>
                <a:gd name="connsiteY2" fmla="*/ 261211 h 274996"/>
                <a:gd name="connsiteX3" fmla="*/ 54408 w 101250"/>
                <a:gd name="connsiteY3" fmla="*/ 210992 h 274996"/>
                <a:gd name="connsiteX4" fmla="*/ 36523 w 101250"/>
                <a:gd name="connsiteY4" fmla="*/ 138385 h 274996"/>
                <a:gd name="connsiteX5" fmla="*/ 36523 w 101250"/>
                <a:gd name="connsiteY5" fmla="*/ 8299 h 274996"/>
                <a:gd name="connsiteX6" fmla="*/ 28035 w 101250"/>
                <a:gd name="connsiteY6" fmla="*/ 131 h 274996"/>
                <a:gd name="connsiteX7" fmla="*/ 8633 w 101250"/>
                <a:gd name="connsiteY7" fmla="*/ 131 h 274996"/>
                <a:gd name="connsiteX8" fmla="*/ 145 w 101250"/>
                <a:gd name="connsiteY8" fmla="*/ 8299 h 274996"/>
                <a:gd name="connsiteX9" fmla="*/ 145 w 101250"/>
                <a:gd name="connsiteY9" fmla="*/ 138385 h 274996"/>
                <a:gd name="connsiteX10" fmla="*/ 88664 w 101250"/>
                <a:gd name="connsiteY10" fmla="*/ 275127 h 274996"/>
                <a:gd name="connsiteX11" fmla="*/ 93514 w 101250"/>
                <a:gd name="connsiteY11" fmla="*/ 275127 h 27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250" h="274996">
                  <a:moveTo>
                    <a:pt x="93514" y="275127"/>
                  </a:moveTo>
                  <a:cubicBezTo>
                    <a:pt x="101093" y="275127"/>
                    <a:pt x="101396" y="274825"/>
                    <a:pt x="101396" y="267867"/>
                  </a:cubicBezTo>
                  <a:cubicBezTo>
                    <a:pt x="101396" y="262421"/>
                    <a:pt x="101093" y="262119"/>
                    <a:pt x="99880" y="261211"/>
                  </a:cubicBezTo>
                  <a:cubicBezTo>
                    <a:pt x="90483" y="254253"/>
                    <a:pt x="68656" y="238824"/>
                    <a:pt x="54408" y="210992"/>
                  </a:cubicBezTo>
                  <a:cubicBezTo>
                    <a:pt x="42586" y="188000"/>
                    <a:pt x="36523" y="164705"/>
                    <a:pt x="36523" y="138385"/>
                  </a:cubicBezTo>
                  <a:lnTo>
                    <a:pt x="36523" y="8299"/>
                  </a:lnTo>
                  <a:cubicBezTo>
                    <a:pt x="36523" y="433"/>
                    <a:pt x="36220" y="131"/>
                    <a:pt x="28035" y="131"/>
                  </a:cubicBezTo>
                  <a:lnTo>
                    <a:pt x="8633" y="131"/>
                  </a:lnTo>
                  <a:cubicBezTo>
                    <a:pt x="448" y="131"/>
                    <a:pt x="145" y="433"/>
                    <a:pt x="145" y="8299"/>
                  </a:cubicBezTo>
                  <a:lnTo>
                    <a:pt x="145" y="138385"/>
                  </a:lnTo>
                  <a:cubicBezTo>
                    <a:pt x="145" y="183159"/>
                    <a:pt x="23488" y="240337"/>
                    <a:pt x="88664" y="275127"/>
                  </a:cubicBezTo>
                  <a:lnTo>
                    <a:pt x="93514" y="27512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713A3758-8424-96D7-95A0-D744A66E111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579344" y="4866867"/>
              <a:ext cx="70329" cy="302526"/>
            </a:xfrm>
            <a:custGeom>
              <a:avLst/>
              <a:gdLst>
                <a:gd name="connsiteX0" fmla="*/ 70495 w 70329"/>
                <a:gd name="connsiteY0" fmla="*/ 299585 h 302526"/>
                <a:gd name="connsiteX1" fmla="*/ 65341 w 70329"/>
                <a:gd name="connsiteY1" fmla="*/ 292929 h 302526"/>
                <a:gd name="connsiteX2" fmla="*/ 17747 w 70329"/>
                <a:gd name="connsiteY2" fmla="*/ 151346 h 302526"/>
                <a:gd name="connsiteX3" fmla="*/ 66554 w 70329"/>
                <a:gd name="connsiteY3" fmla="*/ 8251 h 302526"/>
                <a:gd name="connsiteX4" fmla="*/ 70495 w 70329"/>
                <a:gd name="connsiteY4" fmla="*/ 3108 h 302526"/>
                <a:gd name="connsiteX5" fmla="*/ 67463 w 70329"/>
                <a:gd name="connsiteY5" fmla="*/ 83 h 302526"/>
                <a:gd name="connsiteX6" fmla="*/ 19263 w 70329"/>
                <a:gd name="connsiteY6" fmla="*/ 59076 h 302526"/>
                <a:gd name="connsiteX7" fmla="*/ 165 w 70329"/>
                <a:gd name="connsiteY7" fmla="*/ 151346 h 302526"/>
                <a:gd name="connsiteX8" fmla="*/ 20172 w 70329"/>
                <a:gd name="connsiteY8" fmla="*/ 245735 h 302526"/>
                <a:gd name="connsiteX9" fmla="*/ 67463 w 70329"/>
                <a:gd name="connsiteY9" fmla="*/ 302610 h 302526"/>
                <a:gd name="connsiteX10" fmla="*/ 70495 w 70329"/>
                <a:gd name="connsiteY10" fmla="*/ 29958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495" y="299585"/>
                  </a:moveTo>
                  <a:cubicBezTo>
                    <a:pt x="70495" y="298677"/>
                    <a:pt x="70495" y="298072"/>
                    <a:pt x="65341" y="292929"/>
                  </a:cubicBezTo>
                  <a:cubicBezTo>
                    <a:pt x="27448" y="254811"/>
                    <a:pt x="17747" y="197633"/>
                    <a:pt x="17747" y="151346"/>
                  </a:cubicBezTo>
                  <a:cubicBezTo>
                    <a:pt x="17747" y="98707"/>
                    <a:pt x="29267" y="46067"/>
                    <a:pt x="66554" y="8251"/>
                  </a:cubicBezTo>
                  <a:cubicBezTo>
                    <a:pt x="70495" y="4621"/>
                    <a:pt x="70495" y="4016"/>
                    <a:pt x="70495" y="3108"/>
                  </a:cubicBezTo>
                  <a:cubicBezTo>
                    <a:pt x="70495" y="991"/>
                    <a:pt x="69282" y="83"/>
                    <a:pt x="67463" y="83"/>
                  </a:cubicBezTo>
                  <a:cubicBezTo>
                    <a:pt x="64432" y="83"/>
                    <a:pt x="37148" y="20655"/>
                    <a:pt x="19263" y="59076"/>
                  </a:cubicBezTo>
                  <a:cubicBezTo>
                    <a:pt x="3802" y="92354"/>
                    <a:pt x="165" y="125934"/>
                    <a:pt x="165" y="151346"/>
                  </a:cubicBezTo>
                  <a:cubicBezTo>
                    <a:pt x="165" y="174944"/>
                    <a:pt x="3499" y="211549"/>
                    <a:pt x="20172" y="245735"/>
                  </a:cubicBezTo>
                  <a:cubicBezTo>
                    <a:pt x="38361" y="282946"/>
                    <a:pt x="64432" y="302610"/>
                    <a:pt x="67463" y="302610"/>
                  </a:cubicBezTo>
                  <a:cubicBezTo>
                    <a:pt x="69282" y="302610"/>
                    <a:pt x="70495" y="301702"/>
                    <a:pt x="70495" y="299585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2C62D595-E55B-3F4C-62F0-45CEE3E1D94A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660115" y="4960348"/>
              <a:ext cx="136416" cy="195734"/>
            </a:xfrm>
            <a:custGeom>
              <a:avLst/>
              <a:gdLst>
                <a:gd name="connsiteX0" fmla="*/ 11991 w 136416"/>
                <a:gd name="connsiteY0" fmla="*/ 12487 h 195734"/>
                <a:gd name="connsiteX1" fmla="*/ 21388 w 136416"/>
                <a:gd name="connsiteY1" fmla="*/ 11277 h 195734"/>
                <a:gd name="connsiteX2" fmla="*/ 57159 w 136416"/>
                <a:gd name="connsiteY2" fmla="*/ 70875 h 195734"/>
                <a:gd name="connsiteX3" fmla="*/ 69588 w 136416"/>
                <a:gd name="connsiteY3" fmla="*/ 131078 h 195734"/>
                <a:gd name="connsiteX4" fmla="*/ 63222 w 136416"/>
                <a:gd name="connsiteY4" fmla="*/ 146204 h 195734"/>
                <a:gd name="connsiteX5" fmla="*/ 44427 w 136416"/>
                <a:gd name="connsiteY5" fmla="*/ 170104 h 195734"/>
                <a:gd name="connsiteX6" fmla="*/ 30483 w 136416"/>
                <a:gd name="connsiteY6" fmla="*/ 179180 h 195734"/>
                <a:gd name="connsiteX7" fmla="*/ 23207 w 136416"/>
                <a:gd name="connsiteY7" fmla="*/ 175852 h 195734"/>
                <a:gd name="connsiteX8" fmla="*/ 11991 w 136416"/>
                <a:gd name="connsiteY8" fmla="*/ 170709 h 195734"/>
                <a:gd name="connsiteX9" fmla="*/ 168 w 136416"/>
                <a:gd name="connsiteY9" fmla="*/ 182507 h 195734"/>
                <a:gd name="connsiteX10" fmla="*/ 15628 w 136416"/>
                <a:gd name="connsiteY10" fmla="*/ 195819 h 195734"/>
                <a:gd name="connsiteX11" fmla="*/ 107482 w 136416"/>
                <a:gd name="connsiteY11" fmla="*/ 90539 h 195734"/>
                <a:gd name="connsiteX12" fmla="*/ 136584 w 136416"/>
                <a:gd name="connsiteY12" fmla="*/ 16723 h 195734"/>
                <a:gd name="connsiteX13" fmla="*/ 119911 w 136416"/>
                <a:gd name="connsiteY13" fmla="*/ 84 h 195734"/>
                <a:gd name="connsiteX14" fmla="*/ 108088 w 136416"/>
                <a:gd name="connsiteY14" fmla="*/ 11277 h 195734"/>
                <a:gd name="connsiteX15" fmla="*/ 116576 w 136416"/>
                <a:gd name="connsiteY15" fmla="*/ 23076 h 195734"/>
                <a:gd name="connsiteX16" fmla="*/ 124458 w 136416"/>
                <a:gd name="connsiteY16" fmla="*/ 33362 h 195734"/>
                <a:gd name="connsiteX17" fmla="*/ 87474 w 136416"/>
                <a:gd name="connsiteY17" fmla="*/ 111716 h 195734"/>
                <a:gd name="connsiteX18" fmla="*/ 81411 w 136416"/>
                <a:gd name="connsiteY18" fmla="*/ 76623 h 195734"/>
                <a:gd name="connsiteX19" fmla="*/ 55341 w 136416"/>
                <a:gd name="connsiteY19" fmla="*/ 84 h 195734"/>
                <a:gd name="connsiteX20" fmla="*/ 54128 w 136416"/>
                <a:gd name="connsiteY20" fmla="*/ 84 h 195734"/>
                <a:gd name="connsiteX21" fmla="*/ 51400 w 136416"/>
                <a:gd name="connsiteY21" fmla="*/ 386 h 195734"/>
                <a:gd name="connsiteX22" fmla="*/ 21691 w 136416"/>
                <a:gd name="connsiteY22" fmla="*/ 5529 h 195734"/>
                <a:gd name="connsiteX23" fmla="*/ 11991 w 136416"/>
                <a:gd name="connsiteY23" fmla="*/ 7344 h 195734"/>
                <a:gd name="connsiteX24" fmla="*/ 11991 w 136416"/>
                <a:gd name="connsiteY24" fmla="*/ 12487 h 19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416" h="195734">
                  <a:moveTo>
                    <a:pt x="11991" y="12487"/>
                  </a:moveTo>
                  <a:cubicBezTo>
                    <a:pt x="15932" y="11580"/>
                    <a:pt x="18054" y="11277"/>
                    <a:pt x="21388" y="11277"/>
                  </a:cubicBezTo>
                  <a:cubicBezTo>
                    <a:pt x="38668" y="11277"/>
                    <a:pt x="43215" y="18840"/>
                    <a:pt x="57159" y="70875"/>
                  </a:cubicBezTo>
                  <a:cubicBezTo>
                    <a:pt x="62313" y="90539"/>
                    <a:pt x="69588" y="125935"/>
                    <a:pt x="69588" y="131078"/>
                  </a:cubicBezTo>
                  <a:cubicBezTo>
                    <a:pt x="69588" y="135918"/>
                    <a:pt x="67770" y="140759"/>
                    <a:pt x="63222" y="146204"/>
                  </a:cubicBezTo>
                  <a:cubicBezTo>
                    <a:pt x="53825" y="158608"/>
                    <a:pt x="47762" y="166474"/>
                    <a:pt x="44427" y="170104"/>
                  </a:cubicBezTo>
                  <a:cubicBezTo>
                    <a:pt x="38061" y="176759"/>
                    <a:pt x="34423" y="179180"/>
                    <a:pt x="30483" y="179180"/>
                  </a:cubicBezTo>
                  <a:cubicBezTo>
                    <a:pt x="28664" y="179180"/>
                    <a:pt x="26542" y="178272"/>
                    <a:pt x="23207" y="175852"/>
                  </a:cubicBezTo>
                  <a:cubicBezTo>
                    <a:pt x="18660" y="172222"/>
                    <a:pt x="15325" y="170709"/>
                    <a:pt x="11991" y="170709"/>
                  </a:cubicBezTo>
                  <a:cubicBezTo>
                    <a:pt x="5321" y="170709"/>
                    <a:pt x="168" y="175852"/>
                    <a:pt x="168" y="182507"/>
                  </a:cubicBezTo>
                  <a:cubicBezTo>
                    <a:pt x="168" y="190071"/>
                    <a:pt x="6837" y="195819"/>
                    <a:pt x="15628" y="195819"/>
                  </a:cubicBezTo>
                  <a:cubicBezTo>
                    <a:pt x="35030" y="195819"/>
                    <a:pt x="74742" y="150440"/>
                    <a:pt x="107482" y="90539"/>
                  </a:cubicBezTo>
                  <a:cubicBezTo>
                    <a:pt x="128096" y="53329"/>
                    <a:pt x="136584" y="31547"/>
                    <a:pt x="136584" y="16723"/>
                  </a:cubicBezTo>
                  <a:cubicBezTo>
                    <a:pt x="136584" y="7647"/>
                    <a:pt x="129005" y="84"/>
                    <a:pt x="119911" y="84"/>
                  </a:cubicBezTo>
                  <a:cubicBezTo>
                    <a:pt x="112938" y="84"/>
                    <a:pt x="108088" y="4622"/>
                    <a:pt x="108088" y="11277"/>
                  </a:cubicBezTo>
                  <a:cubicBezTo>
                    <a:pt x="108088" y="15815"/>
                    <a:pt x="110513" y="19143"/>
                    <a:pt x="116576" y="23076"/>
                  </a:cubicBezTo>
                  <a:cubicBezTo>
                    <a:pt x="122336" y="26404"/>
                    <a:pt x="124458" y="29126"/>
                    <a:pt x="124458" y="33362"/>
                  </a:cubicBezTo>
                  <a:cubicBezTo>
                    <a:pt x="124458" y="45463"/>
                    <a:pt x="113242" y="69060"/>
                    <a:pt x="87474" y="111716"/>
                  </a:cubicBezTo>
                  <a:lnTo>
                    <a:pt x="81411" y="76623"/>
                  </a:lnTo>
                  <a:cubicBezTo>
                    <a:pt x="76864" y="50001"/>
                    <a:pt x="59888" y="84"/>
                    <a:pt x="55341" y="84"/>
                  </a:cubicBezTo>
                  <a:lnTo>
                    <a:pt x="54128" y="84"/>
                  </a:lnTo>
                  <a:cubicBezTo>
                    <a:pt x="53825" y="386"/>
                    <a:pt x="52612" y="386"/>
                    <a:pt x="51400" y="386"/>
                  </a:cubicBezTo>
                  <a:cubicBezTo>
                    <a:pt x="48671" y="689"/>
                    <a:pt x="37758" y="2504"/>
                    <a:pt x="21691" y="5529"/>
                  </a:cubicBezTo>
                  <a:cubicBezTo>
                    <a:pt x="20176" y="5832"/>
                    <a:pt x="16235" y="6739"/>
                    <a:pt x="11991" y="7344"/>
                  </a:cubicBezTo>
                  <a:lnTo>
                    <a:pt x="11991" y="1248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32BC5073-E4D0-A9F0-777D-D0B2F8E4FF6C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813483" y="4992900"/>
              <a:ext cx="48230" cy="148873"/>
            </a:xfrm>
            <a:custGeom>
              <a:avLst/>
              <a:gdLst>
                <a:gd name="connsiteX0" fmla="*/ 38981 w 48230"/>
                <a:gd name="connsiteY0" fmla="*/ 120976 h 148873"/>
                <a:gd name="connsiteX1" fmla="*/ 29783 w 48230"/>
                <a:gd name="connsiteY1" fmla="*/ 132393 h 148873"/>
                <a:gd name="connsiteX2" fmla="*/ 20586 w 48230"/>
                <a:gd name="connsiteY2" fmla="*/ 138437 h 148873"/>
                <a:gd name="connsiteX3" fmla="*/ 16997 w 48230"/>
                <a:gd name="connsiteY3" fmla="*/ 135079 h 148873"/>
                <a:gd name="connsiteX4" fmla="*/ 19240 w 48230"/>
                <a:gd name="connsiteY4" fmla="*/ 125229 h 148873"/>
                <a:gd name="connsiteX5" fmla="*/ 20361 w 48230"/>
                <a:gd name="connsiteY5" fmla="*/ 121200 h 148873"/>
                <a:gd name="connsiteX6" fmla="*/ 20361 w 48230"/>
                <a:gd name="connsiteY6" fmla="*/ 120752 h 148873"/>
                <a:gd name="connsiteX7" fmla="*/ 20586 w 48230"/>
                <a:gd name="connsiteY7" fmla="*/ 120304 h 148873"/>
                <a:gd name="connsiteX8" fmla="*/ 40327 w 48230"/>
                <a:gd name="connsiteY8" fmla="*/ 48218 h 148873"/>
                <a:gd name="connsiteX9" fmla="*/ 39654 w 48230"/>
                <a:gd name="connsiteY9" fmla="*/ 47770 h 148873"/>
                <a:gd name="connsiteX10" fmla="*/ 3761 w 48230"/>
                <a:gd name="connsiteY10" fmla="*/ 53367 h 148873"/>
                <a:gd name="connsiteX11" fmla="*/ 3761 w 48230"/>
                <a:gd name="connsiteY11" fmla="*/ 56949 h 148873"/>
                <a:gd name="connsiteX12" fmla="*/ 17894 w 48230"/>
                <a:gd name="connsiteY12" fmla="*/ 62322 h 148873"/>
                <a:gd name="connsiteX13" fmla="*/ 15875 w 48230"/>
                <a:gd name="connsiteY13" fmla="*/ 72172 h 148873"/>
                <a:gd name="connsiteX14" fmla="*/ 5107 w 48230"/>
                <a:gd name="connsiteY14" fmla="*/ 111797 h 148873"/>
                <a:gd name="connsiteX15" fmla="*/ 172 w 48230"/>
                <a:gd name="connsiteY15" fmla="*/ 136199 h 148873"/>
                <a:gd name="connsiteX16" fmla="*/ 10491 w 48230"/>
                <a:gd name="connsiteY16" fmla="*/ 148959 h 148873"/>
                <a:gd name="connsiteX17" fmla="*/ 41897 w 48230"/>
                <a:gd name="connsiteY17" fmla="*/ 123438 h 148873"/>
                <a:gd name="connsiteX18" fmla="*/ 38981 w 48230"/>
                <a:gd name="connsiteY18" fmla="*/ 120976 h 148873"/>
                <a:gd name="connsiteX19" fmla="*/ 37186 w 48230"/>
                <a:gd name="connsiteY19" fmla="*/ 86 h 148873"/>
                <a:gd name="connsiteX20" fmla="*/ 26643 w 48230"/>
                <a:gd name="connsiteY20" fmla="*/ 11951 h 148873"/>
                <a:gd name="connsiteX21" fmla="*/ 37410 w 48230"/>
                <a:gd name="connsiteY21" fmla="*/ 23816 h 148873"/>
                <a:gd name="connsiteX22" fmla="*/ 48402 w 48230"/>
                <a:gd name="connsiteY22" fmla="*/ 12399 h 148873"/>
                <a:gd name="connsiteX23" fmla="*/ 37186 w 48230"/>
                <a:gd name="connsiteY23" fmla="*/ 86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8981" y="120976"/>
                  </a:moveTo>
                  <a:cubicBezTo>
                    <a:pt x="33597" y="128139"/>
                    <a:pt x="32027" y="129930"/>
                    <a:pt x="29783" y="132393"/>
                  </a:cubicBezTo>
                  <a:cubicBezTo>
                    <a:pt x="25970" y="136199"/>
                    <a:pt x="22605" y="138437"/>
                    <a:pt x="20586" y="138437"/>
                  </a:cubicBezTo>
                  <a:cubicBezTo>
                    <a:pt x="18791" y="138437"/>
                    <a:pt x="16997" y="136647"/>
                    <a:pt x="16997" y="135079"/>
                  </a:cubicBezTo>
                  <a:cubicBezTo>
                    <a:pt x="16997" y="132841"/>
                    <a:pt x="17669" y="129483"/>
                    <a:pt x="19240" y="125229"/>
                  </a:cubicBezTo>
                  <a:cubicBezTo>
                    <a:pt x="19240" y="124558"/>
                    <a:pt x="19913" y="122990"/>
                    <a:pt x="20361" y="121200"/>
                  </a:cubicBezTo>
                  <a:lnTo>
                    <a:pt x="20361" y="120752"/>
                  </a:lnTo>
                  <a:lnTo>
                    <a:pt x="20586" y="120304"/>
                  </a:lnTo>
                  <a:lnTo>
                    <a:pt x="40327" y="48218"/>
                  </a:lnTo>
                  <a:lnTo>
                    <a:pt x="39654" y="47770"/>
                  </a:lnTo>
                  <a:cubicBezTo>
                    <a:pt x="16997" y="52024"/>
                    <a:pt x="12510" y="52695"/>
                    <a:pt x="3761" y="53367"/>
                  </a:cubicBezTo>
                  <a:lnTo>
                    <a:pt x="3761" y="56949"/>
                  </a:lnTo>
                  <a:cubicBezTo>
                    <a:pt x="15651" y="57173"/>
                    <a:pt x="17894" y="57844"/>
                    <a:pt x="17894" y="62322"/>
                  </a:cubicBezTo>
                  <a:cubicBezTo>
                    <a:pt x="17894" y="64113"/>
                    <a:pt x="17221" y="67695"/>
                    <a:pt x="15875" y="72172"/>
                  </a:cubicBezTo>
                  <a:lnTo>
                    <a:pt x="5107" y="111797"/>
                  </a:lnTo>
                  <a:cubicBezTo>
                    <a:pt x="1518" y="124781"/>
                    <a:pt x="172" y="131721"/>
                    <a:pt x="172" y="136199"/>
                  </a:cubicBezTo>
                  <a:cubicBezTo>
                    <a:pt x="172" y="144482"/>
                    <a:pt x="3761" y="148959"/>
                    <a:pt x="10491" y="148959"/>
                  </a:cubicBezTo>
                  <a:cubicBezTo>
                    <a:pt x="20810" y="148959"/>
                    <a:pt x="29110" y="142243"/>
                    <a:pt x="41897" y="123438"/>
                  </a:cubicBezTo>
                  <a:lnTo>
                    <a:pt x="38981" y="120976"/>
                  </a:lnTo>
                  <a:close/>
                  <a:moveTo>
                    <a:pt x="37186" y="86"/>
                  </a:moveTo>
                  <a:cubicBezTo>
                    <a:pt x="31129" y="86"/>
                    <a:pt x="26643" y="5235"/>
                    <a:pt x="26643" y="11951"/>
                  </a:cubicBezTo>
                  <a:cubicBezTo>
                    <a:pt x="26643" y="19115"/>
                    <a:pt x="30905" y="23816"/>
                    <a:pt x="37410" y="23816"/>
                  </a:cubicBezTo>
                  <a:cubicBezTo>
                    <a:pt x="43243" y="23816"/>
                    <a:pt x="48402" y="18667"/>
                    <a:pt x="48402" y="12399"/>
                  </a:cubicBezTo>
                  <a:cubicBezTo>
                    <a:pt x="48402" y="5907"/>
                    <a:pt x="43243" y="86"/>
                    <a:pt x="37186" y="8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15BB722-5C31-182C-94E3-A8C820FC87B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947721" y="5012080"/>
              <a:ext cx="185222" cy="12101"/>
            </a:xfrm>
            <a:custGeom>
              <a:avLst/>
              <a:gdLst>
                <a:gd name="connsiteX0" fmla="*/ 174790 w 185222"/>
                <a:gd name="connsiteY0" fmla="*/ 12184 h 12101"/>
                <a:gd name="connsiteX1" fmla="*/ 185400 w 185222"/>
                <a:gd name="connsiteY1" fmla="*/ 6134 h 12101"/>
                <a:gd name="connsiteX2" fmla="*/ 174790 w 185222"/>
                <a:gd name="connsiteY2" fmla="*/ 83 h 12101"/>
                <a:gd name="connsiteX3" fmla="*/ 10787 w 185222"/>
                <a:gd name="connsiteY3" fmla="*/ 83 h 12101"/>
                <a:gd name="connsiteX4" fmla="*/ 177 w 185222"/>
                <a:gd name="connsiteY4" fmla="*/ 6134 h 12101"/>
                <a:gd name="connsiteX5" fmla="*/ 10787 w 185222"/>
                <a:gd name="connsiteY5" fmla="*/ 12184 h 12101"/>
                <a:gd name="connsiteX6" fmla="*/ 174790 w 185222"/>
                <a:gd name="connsiteY6" fmla="*/ 12184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22" h="12101">
                  <a:moveTo>
                    <a:pt x="174790" y="12184"/>
                  </a:moveTo>
                  <a:cubicBezTo>
                    <a:pt x="179943" y="12184"/>
                    <a:pt x="185400" y="12184"/>
                    <a:pt x="185400" y="6134"/>
                  </a:cubicBezTo>
                  <a:cubicBezTo>
                    <a:pt x="185400" y="83"/>
                    <a:pt x="179943" y="83"/>
                    <a:pt x="174790" y="83"/>
                  </a:cubicBezTo>
                  <a:lnTo>
                    <a:pt x="10787" y="83"/>
                  </a:lnTo>
                  <a:cubicBezTo>
                    <a:pt x="5634" y="83"/>
                    <a:pt x="177" y="83"/>
                    <a:pt x="177" y="6134"/>
                  </a:cubicBezTo>
                  <a:cubicBezTo>
                    <a:pt x="177" y="12184"/>
                    <a:pt x="5634" y="12184"/>
                    <a:pt x="10787" y="12184"/>
                  </a:cubicBezTo>
                  <a:lnTo>
                    <a:pt x="174790" y="1218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CCE3114-3E4F-A1E2-F788-8CB08546C9D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193970" y="4960348"/>
              <a:ext cx="136416" cy="195734"/>
            </a:xfrm>
            <a:custGeom>
              <a:avLst/>
              <a:gdLst>
                <a:gd name="connsiteX0" fmla="*/ 12008 w 136416"/>
                <a:gd name="connsiteY0" fmla="*/ 12487 h 195734"/>
                <a:gd name="connsiteX1" fmla="*/ 21406 w 136416"/>
                <a:gd name="connsiteY1" fmla="*/ 11277 h 195734"/>
                <a:gd name="connsiteX2" fmla="*/ 57177 w 136416"/>
                <a:gd name="connsiteY2" fmla="*/ 70875 h 195734"/>
                <a:gd name="connsiteX3" fmla="*/ 69606 w 136416"/>
                <a:gd name="connsiteY3" fmla="*/ 131078 h 195734"/>
                <a:gd name="connsiteX4" fmla="*/ 63240 w 136416"/>
                <a:gd name="connsiteY4" fmla="*/ 146204 h 195734"/>
                <a:gd name="connsiteX5" fmla="*/ 44445 w 136416"/>
                <a:gd name="connsiteY5" fmla="*/ 170104 h 195734"/>
                <a:gd name="connsiteX6" fmla="*/ 30500 w 136416"/>
                <a:gd name="connsiteY6" fmla="*/ 179180 h 195734"/>
                <a:gd name="connsiteX7" fmla="*/ 23225 w 136416"/>
                <a:gd name="connsiteY7" fmla="*/ 175852 h 195734"/>
                <a:gd name="connsiteX8" fmla="*/ 12008 w 136416"/>
                <a:gd name="connsiteY8" fmla="*/ 170709 h 195734"/>
                <a:gd name="connsiteX9" fmla="*/ 185 w 136416"/>
                <a:gd name="connsiteY9" fmla="*/ 182507 h 195734"/>
                <a:gd name="connsiteX10" fmla="*/ 15646 w 136416"/>
                <a:gd name="connsiteY10" fmla="*/ 195819 h 195734"/>
                <a:gd name="connsiteX11" fmla="*/ 107499 w 136416"/>
                <a:gd name="connsiteY11" fmla="*/ 90539 h 195734"/>
                <a:gd name="connsiteX12" fmla="*/ 136601 w 136416"/>
                <a:gd name="connsiteY12" fmla="*/ 16723 h 195734"/>
                <a:gd name="connsiteX13" fmla="*/ 119928 w 136416"/>
                <a:gd name="connsiteY13" fmla="*/ 84 h 195734"/>
                <a:gd name="connsiteX14" fmla="*/ 108106 w 136416"/>
                <a:gd name="connsiteY14" fmla="*/ 11277 h 195734"/>
                <a:gd name="connsiteX15" fmla="*/ 116594 w 136416"/>
                <a:gd name="connsiteY15" fmla="*/ 23076 h 195734"/>
                <a:gd name="connsiteX16" fmla="*/ 124476 w 136416"/>
                <a:gd name="connsiteY16" fmla="*/ 33362 h 195734"/>
                <a:gd name="connsiteX17" fmla="*/ 87492 w 136416"/>
                <a:gd name="connsiteY17" fmla="*/ 111716 h 195734"/>
                <a:gd name="connsiteX18" fmla="*/ 81429 w 136416"/>
                <a:gd name="connsiteY18" fmla="*/ 76623 h 195734"/>
                <a:gd name="connsiteX19" fmla="*/ 55358 w 136416"/>
                <a:gd name="connsiteY19" fmla="*/ 84 h 195734"/>
                <a:gd name="connsiteX20" fmla="*/ 54145 w 136416"/>
                <a:gd name="connsiteY20" fmla="*/ 84 h 195734"/>
                <a:gd name="connsiteX21" fmla="*/ 51417 w 136416"/>
                <a:gd name="connsiteY21" fmla="*/ 386 h 195734"/>
                <a:gd name="connsiteX22" fmla="*/ 21709 w 136416"/>
                <a:gd name="connsiteY22" fmla="*/ 5529 h 195734"/>
                <a:gd name="connsiteX23" fmla="*/ 12008 w 136416"/>
                <a:gd name="connsiteY23" fmla="*/ 7344 h 195734"/>
                <a:gd name="connsiteX24" fmla="*/ 12008 w 136416"/>
                <a:gd name="connsiteY24" fmla="*/ 12487 h 19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416" h="195734">
                  <a:moveTo>
                    <a:pt x="12008" y="12487"/>
                  </a:moveTo>
                  <a:cubicBezTo>
                    <a:pt x="15949" y="11580"/>
                    <a:pt x="18071" y="11277"/>
                    <a:pt x="21406" y="11277"/>
                  </a:cubicBezTo>
                  <a:cubicBezTo>
                    <a:pt x="38685" y="11277"/>
                    <a:pt x="43232" y="18840"/>
                    <a:pt x="57177" y="70875"/>
                  </a:cubicBezTo>
                  <a:cubicBezTo>
                    <a:pt x="62330" y="90539"/>
                    <a:pt x="69606" y="125935"/>
                    <a:pt x="69606" y="131078"/>
                  </a:cubicBezTo>
                  <a:cubicBezTo>
                    <a:pt x="69606" y="135918"/>
                    <a:pt x="67787" y="140759"/>
                    <a:pt x="63240" y="146204"/>
                  </a:cubicBezTo>
                  <a:cubicBezTo>
                    <a:pt x="53842" y="158608"/>
                    <a:pt x="47779" y="166474"/>
                    <a:pt x="44445" y="170104"/>
                  </a:cubicBezTo>
                  <a:cubicBezTo>
                    <a:pt x="38079" y="176759"/>
                    <a:pt x="34441" y="179180"/>
                    <a:pt x="30500" y="179180"/>
                  </a:cubicBezTo>
                  <a:cubicBezTo>
                    <a:pt x="28681" y="179180"/>
                    <a:pt x="26559" y="178272"/>
                    <a:pt x="23225" y="175852"/>
                  </a:cubicBezTo>
                  <a:cubicBezTo>
                    <a:pt x="18677" y="172222"/>
                    <a:pt x="15343" y="170709"/>
                    <a:pt x="12008" y="170709"/>
                  </a:cubicBezTo>
                  <a:cubicBezTo>
                    <a:pt x="5339" y="170709"/>
                    <a:pt x="185" y="175852"/>
                    <a:pt x="185" y="182507"/>
                  </a:cubicBezTo>
                  <a:cubicBezTo>
                    <a:pt x="185" y="190071"/>
                    <a:pt x="6855" y="195819"/>
                    <a:pt x="15646" y="195819"/>
                  </a:cubicBezTo>
                  <a:cubicBezTo>
                    <a:pt x="35047" y="195819"/>
                    <a:pt x="74759" y="150440"/>
                    <a:pt x="107499" y="90539"/>
                  </a:cubicBezTo>
                  <a:cubicBezTo>
                    <a:pt x="128113" y="53329"/>
                    <a:pt x="136601" y="31547"/>
                    <a:pt x="136601" y="16723"/>
                  </a:cubicBezTo>
                  <a:cubicBezTo>
                    <a:pt x="136601" y="7647"/>
                    <a:pt x="129023" y="84"/>
                    <a:pt x="119928" y="84"/>
                  </a:cubicBezTo>
                  <a:cubicBezTo>
                    <a:pt x="112956" y="84"/>
                    <a:pt x="108106" y="4622"/>
                    <a:pt x="108106" y="11277"/>
                  </a:cubicBezTo>
                  <a:cubicBezTo>
                    <a:pt x="108106" y="15815"/>
                    <a:pt x="110531" y="19143"/>
                    <a:pt x="116594" y="23076"/>
                  </a:cubicBezTo>
                  <a:cubicBezTo>
                    <a:pt x="122353" y="26404"/>
                    <a:pt x="124476" y="29126"/>
                    <a:pt x="124476" y="33362"/>
                  </a:cubicBezTo>
                  <a:cubicBezTo>
                    <a:pt x="124476" y="45463"/>
                    <a:pt x="113259" y="69060"/>
                    <a:pt x="87492" y="111716"/>
                  </a:cubicBezTo>
                  <a:lnTo>
                    <a:pt x="81429" y="76623"/>
                  </a:lnTo>
                  <a:cubicBezTo>
                    <a:pt x="76881" y="50001"/>
                    <a:pt x="59905" y="84"/>
                    <a:pt x="55358" y="84"/>
                  </a:cubicBezTo>
                  <a:lnTo>
                    <a:pt x="54145" y="84"/>
                  </a:lnTo>
                  <a:cubicBezTo>
                    <a:pt x="53842" y="386"/>
                    <a:pt x="52630" y="386"/>
                    <a:pt x="51417" y="386"/>
                  </a:cubicBezTo>
                  <a:cubicBezTo>
                    <a:pt x="48689" y="689"/>
                    <a:pt x="37776" y="2504"/>
                    <a:pt x="21709" y="5529"/>
                  </a:cubicBezTo>
                  <a:cubicBezTo>
                    <a:pt x="20193" y="5832"/>
                    <a:pt x="16252" y="6739"/>
                    <a:pt x="12008" y="7344"/>
                  </a:cubicBezTo>
                  <a:lnTo>
                    <a:pt x="12008" y="1248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E9B509A5-BC1D-0D04-97A4-E9C09EA50B7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347338" y="4993223"/>
              <a:ext cx="48230" cy="148873"/>
            </a:xfrm>
            <a:custGeom>
              <a:avLst/>
              <a:gdLst>
                <a:gd name="connsiteX0" fmla="*/ 38998 w 48230"/>
                <a:gd name="connsiteY0" fmla="*/ 120976 h 148873"/>
                <a:gd name="connsiteX1" fmla="*/ 29801 w 48230"/>
                <a:gd name="connsiteY1" fmla="*/ 132393 h 148873"/>
                <a:gd name="connsiteX2" fmla="*/ 20603 w 48230"/>
                <a:gd name="connsiteY2" fmla="*/ 138438 h 148873"/>
                <a:gd name="connsiteX3" fmla="*/ 17014 w 48230"/>
                <a:gd name="connsiteY3" fmla="*/ 135079 h 148873"/>
                <a:gd name="connsiteX4" fmla="*/ 19257 w 48230"/>
                <a:gd name="connsiteY4" fmla="*/ 125229 h 148873"/>
                <a:gd name="connsiteX5" fmla="*/ 20379 w 48230"/>
                <a:gd name="connsiteY5" fmla="*/ 121200 h 148873"/>
                <a:gd name="connsiteX6" fmla="*/ 20379 w 48230"/>
                <a:gd name="connsiteY6" fmla="*/ 120752 h 148873"/>
                <a:gd name="connsiteX7" fmla="*/ 20603 w 48230"/>
                <a:gd name="connsiteY7" fmla="*/ 120304 h 148873"/>
                <a:gd name="connsiteX8" fmla="*/ 40344 w 48230"/>
                <a:gd name="connsiteY8" fmla="*/ 48218 h 148873"/>
                <a:gd name="connsiteX9" fmla="*/ 39671 w 48230"/>
                <a:gd name="connsiteY9" fmla="*/ 47770 h 148873"/>
                <a:gd name="connsiteX10" fmla="*/ 3779 w 48230"/>
                <a:gd name="connsiteY10" fmla="*/ 53367 h 148873"/>
                <a:gd name="connsiteX11" fmla="*/ 3779 w 48230"/>
                <a:gd name="connsiteY11" fmla="*/ 56949 h 148873"/>
                <a:gd name="connsiteX12" fmla="*/ 17911 w 48230"/>
                <a:gd name="connsiteY12" fmla="*/ 62322 h 148873"/>
                <a:gd name="connsiteX13" fmla="*/ 15892 w 48230"/>
                <a:gd name="connsiteY13" fmla="*/ 72172 h 148873"/>
                <a:gd name="connsiteX14" fmla="*/ 5125 w 48230"/>
                <a:gd name="connsiteY14" fmla="*/ 111797 h 148873"/>
                <a:gd name="connsiteX15" fmla="*/ 189 w 48230"/>
                <a:gd name="connsiteY15" fmla="*/ 136199 h 148873"/>
                <a:gd name="connsiteX16" fmla="*/ 10508 w 48230"/>
                <a:gd name="connsiteY16" fmla="*/ 148959 h 148873"/>
                <a:gd name="connsiteX17" fmla="*/ 41914 w 48230"/>
                <a:gd name="connsiteY17" fmla="*/ 123438 h 148873"/>
                <a:gd name="connsiteX18" fmla="*/ 38998 w 48230"/>
                <a:gd name="connsiteY18" fmla="*/ 120976 h 148873"/>
                <a:gd name="connsiteX19" fmla="*/ 37204 w 48230"/>
                <a:gd name="connsiteY19" fmla="*/ 86 h 148873"/>
                <a:gd name="connsiteX20" fmla="*/ 26660 w 48230"/>
                <a:gd name="connsiteY20" fmla="*/ 11951 h 148873"/>
                <a:gd name="connsiteX21" fmla="*/ 37428 w 48230"/>
                <a:gd name="connsiteY21" fmla="*/ 23816 h 148873"/>
                <a:gd name="connsiteX22" fmla="*/ 48420 w 48230"/>
                <a:gd name="connsiteY22" fmla="*/ 12399 h 148873"/>
                <a:gd name="connsiteX23" fmla="*/ 37204 w 48230"/>
                <a:gd name="connsiteY23" fmla="*/ 86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8998" y="120976"/>
                  </a:moveTo>
                  <a:cubicBezTo>
                    <a:pt x="33614" y="128140"/>
                    <a:pt x="32044" y="129930"/>
                    <a:pt x="29801" y="132393"/>
                  </a:cubicBezTo>
                  <a:cubicBezTo>
                    <a:pt x="25987" y="136199"/>
                    <a:pt x="22622" y="138438"/>
                    <a:pt x="20603" y="138438"/>
                  </a:cubicBezTo>
                  <a:cubicBezTo>
                    <a:pt x="18809" y="138438"/>
                    <a:pt x="17014" y="136647"/>
                    <a:pt x="17014" y="135079"/>
                  </a:cubicBezTo>
                  <a:cubicBezTo>
                    <a:pt x="17014" y="132841"/>
                    <a:pt x="17687" y="129483"/>
                    <a:pt x="19257" y="125229"/>
                  </a:cubicBezTo>
                  <a:cubicBezTo>
                    <a:pt x="19257" y="124558"/>
                    <a:pt x="19930" y="122991"/>
                    <a:pt x="20379" y="121200"/>
                  </a:cubicBezTo>
                  <a:lnTo>
                    <a:pt x="20379" y="120752"/>
                  </a:lnTo>
                  <a:lnTo>
                    <a:pt x="20603" y="120304"/>
                  </a:lnTo>
                  <a:lnTo>
                    <a:pt x="40344" y="48218"/>
                  </a:lnTo>
                  <a:lnTo>
                    <a:pt x="39671" y="47770"/>
                  </a:lnTo>
                  <a:cubicBezTo>
                    <a:pt x="17014" y="52024"/>
                    <a:pt x="12527" y="52695"/>
                    <a:pt x="3779" y="53367"/>
                  </a:cubicBezTo>
                  <a:lnTo>
                    <a:pt x="3779" y="56949"/>
                  </a:lnTo>
                  <a:cubicBezTo>
                    <a:pt x="15668" y="57173"/>
                    <a:pt x="17911" y="57844"/>
                    <a:pt x="17911" y="62322"/>
                  </a:cubicBezTo>
                  <a:cubicBezTo>
                    <a:pt x="17911" y="64113"/>
                    <a:pt x="17238" y="67695"/>
                    <a:pt x="15892" y="72172"/>
                  </a:cubicBezTo>
                  <a:lnTo>
                    <a:pt x="5125" y="111797"/>
                  </a:lnTo>
                  <a:cubicBezTo>
                    <a:pt x="1535" y="124781"/>
                    <a:pt x="189" y="131721"/>
                    <a:pt x="189" y="136199"/>
                  </a:cubicBezTo>
                  <a:cubicBezTo>
                    <a:pt x="189" y="144482"/>
                    <a:pt x="3779" y="148959"/>
                    <a:pt x="10508" y="148959"/>
                  </a:cubicBezTo>
                  <a:cubicBezTo>
                    <a:pt x="20828" y="148959"/>
                    <a:pt x="29128" y="142243"/>
                    <a:pt x="41914" y="123438"/>
                  </a:cubicBezTo>
                  <a:lnTo>
                    <a:pt x="38998" y="120976"/>
                  </a:lnTo>
                  <a:close/>
                  <a:moveTo>
                    <a:pt x="37204" y="86"/>
                  </a:moveTo>
                  <a:cubicBezTo>
                    <a:pt x="31147" y="86"/>
                    <a:pt x="26660" y="5235"/>
                    <a:pt x="26660" y="11951"/>
                  </a:cubicBezTo>
                  <a:cubicBezTo>
                    <a:pt x="26660" y="19115"/>
                    <a:pt x="30922" y="23816"/>
                    <a:pt x="37428" y="23816"/>
                  </a:cubicBezTo>
                  <a:cubicBezTo>
                    <a:pt x="43260" y="23816"/>
                    <a:pt x="48420" y="18667"/>
                    <a:pt x="48420" y="12399"/>
                  </a:cubicBezTo>
                  <a:cubicBezTo>
                    <a:pt x="48420" y="5907"/>
                    <a:pt x="43260" y="86"/>
                    <a:pt x="37204" y="8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77B610F-82AD-054B-4F64-7872D340D1A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417560" y="5079189"/>
              <a:ext cx="137064" cy="8954"/>
            </a:xfrm>
            <a:custGeom>
              <a:avLst/>
              <a:gdLst>
                <a:gd name="connsiteX0" fmla="*/ 129405 w 137064"/>
                <a:gd name="connsiteY0" fmla="*/ 9040 h 8954"/>
                <a:gd name="connsiteX1" fmla="*/ 137256 w 137064"/>
                <a:gd name="connsiteY1" fmla="*/ 4563 h 8954"/>
                <a:gd name="connsiteX2" fmla="*/ 129405 w 137064"/>
                <a:gd name="connsiteY2" fmla="*/ 85 h 8954"/>
                <a:gd name="connsiteX3" fmla="*/ 8043 w 137064"/>
                <a:gd name="connsiteY3" fmla="*/ 85 h 8954"/>
                <a:gd name="connsiteX4" fmla="*/ 192 w 137064"/>
                <a:gd name="connsiteY4" fmla="*/ 4563 h 8954"/>
                <a:gd name="connsiteX5" fmla="*/ 8043 w 137064"/>
                <a:gd name="connsiteY5" fmla="*/ 9040 h 8954"/>
                <a:gd name="connsiteX6" fmla="*/ 129405 w 137064"/>
                <a:gd name="connsiteY6" fmla="*/ 9040 h 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064" h="8954">
                  <a:moveTo>
                    <a:pt x="129405" y="9040"/>
                  </a:moveTo>
                  <a:cubicBezTo>
                    <a:pt x="133219" y="9040"/>
                    <a:pt x="137256" y="9040"/>
                    <a:pt x="137256" y="4563"/>
                  </a:cubicBezTo>
                  <a:cubicBezTo>
                    <a:pt x="137256" y="85"/>
                    <a:pt x="133219" y="85"/>
                    <a:pt x="129405" y="85"/>
                  </a:cubicBezTo>
                  <a:lnTo>
                    <a:pt x="8043" y="85"/>
                  </a:lnTo>
                  <a:cubicBezTo>
                    <a:pt x="4230" y="85"/>
                    <a:pt x="192" y="85"/>
                    <a:pt x="192" y="4563"/>
                  </a:cubicBezTo>
                  <a:cubicBezTo>
                    <a:pt x="192" y="9040"/>
                    <a:pt x="4230" y="9040"/>
                    <a:pt x="8043" y="9040"/>
                  </a:cubicBezTo>
                  <a:lnTo>
                    <a:pt x="129405" y="904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5F7E7E92-C3B5-162A-5BFD-5F084112D65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598796" y="4988298"/>
              <a:ext cx="63484" cy="151335"/>
            </a:xfrm>
            <a:custGeom>
              <a:avLst/>
              <a:gdLst>
                <a:gd name="connsiteX0" fmla="*/ 40577 w 63484"/>
                <a:gd name="connsiteY0" fmla="*/ 85 h 151335"/>
                <a:gd name="connsiteX1" fmla="*/ 198 w 63484"/>
                <a:gd name="connsiteY1" fmla="*/ 20457 h 151335"/>
                <a:gd name="connsiteX2" fmla="*/ 198 w 63484"/>
                <a:gd name="connsiteY2" fmla="*/ 23592 h 151335"/>
                <a:gd name="connsiteX3" fmla="*/ 6254 w 63484"/>
                <a:gd name="connsiteY3" fmla="*/ 21129 h 151335"/>
                <a:gd name="connsiteX4" fmla="*/ 16349 w 63484"/>
                <a:gd name="connsiteY4" fmla="*/ 18666 h 151335"/>
                <a:gd name="connsiteX5" fmla="*/ 23079 w 63484"/>
                <a:gd name="connsiteY5" fmla="*/ 29188 h 151335"/>
                <a:gd name="connsiteX6" fmla="*/ 23079 w 63484"/>
                <a:gd name="connsiteY6" fmla="*/ 130601 h 151335"/>
                <a:gd name="connsiteX7" fmla="*/ 17695 w 63484"/>
                <a:gd name="connsiteY7" fmla="*/ 145153 h 151335"/>
                <a:gd name="connsiteX8" fmla="*/ 1768 w 63484"/>
                <a:gd name="connsiteY8" fmla="*/ 148063 h 151335"/>
                <a:gd name="connsiteX9" fmla="*/ 1768 w 63484"/>
                <a:gd name="connsiteY9" fmla="*/ 151421 h 151335"/>
                <a:gd name="connsiteX10" fmla="*/ 63683 w 63484"/>
                <a:gd name="connsiteY10" fmla="*/ 151421 h 151335"/>
                <a:gd name="connsiteX11" fmla="*/ 63683 w 63484"/>
                <a:gd name="connsiteY11" fmla="*/ 148063 h 151335"/>
                <a:gd name="connsiteX12" fmla="*/ 42371 w 63484"/>
                <a:gd name="connsiteY12" fmla="*/ 134855 h 151335"/>
                <a:gd name="connsiteX13" fmla="*/ 42371 w 63484"/>
                <a:gd name="connsiteY13" fmla="*/ 533 h 151335"/>
                <a:gd name="connsiteX14" fmla="*/ 40577 w 63484"/>
                <a:gd name="connsiteY14" fmla="*/ 85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4" h="151335">
                  <a:moveTo>
                    <a:pt x="40577" y="85"/>
                  </a:moveTo>
                  <a:lnTo>
                    <a:pt x="198" y="20457"/>
                  </a:lnTo>
                  <a:lnTo>
                    <a:pt x="198" y="23592"/>
                  </a:lnTo>
                  <a:cubicBezTo>
                    <a:pt x="2890" y="22472"/>
                    <a:pt x="5357" y="21577"/>
                    <a:pt x="6254" y="21129"/>
                  </a:cubicBezTo>
                  <a:cubicBezTo>
                    <a:pt x="10292" y="19562"/>
                    <a:pt x="14106" y="18666"/>
                    <a:pt x="16349" y="18666"/>
                  </a:cubicBezTo>
                  <a:cubicBezTo>
                    <a:pt x="21060" y="18666"/>
                    <a:pt x="23079" y="22025"/>
                    <a:pt x="23079" y="29188"/>
                  </a:cubicBezTo>
                  <a:lnTo>
                    <a:pt x="23079" y="130601"/>
                  </a:lnTo>
                  <a:cubicBezTo>
                    <a:pt x="23079" y="137989"/>
                    <a:pt x="21284" y="143138"/>
                    <a:pt x="17695" y="145153"/>
                  </a:cubicBezTo>
                  <a:cubicBezTo>
                    <a:pt x="14330" y="147168"/>
                    <a:pt x="11190" y="147839"/>
                    <a:pt x="1768" y="148063"/>
                  </a:cubicBezTo>
                  <a:lnTo>
                    <a:pt x="1768" y="151421"/>
                  </a:lnTo>
                  <a:lnTo>
                    <a:pt x="63683" y="151421"/>
                  </a:lnTo>
                  <a:lnTo>
                    <a:pt x="63683" y="148063"/>
                  </a:lnTo>
                  <a:cubicBezTo>
                    <a:pt x="45961" y="147839"/>
                    <a:pt x="42371" y="145601"/>
                    <a:pt x="42371" y="134855"/>
                  </a:cubicBezTo>
                  <a:lnTo>
                    <a:pt x="42371" y="533"/>
                  </a:lnTo>
                  <a:lnTo>
                    <a:pt x="40577" y="8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CFB141DC-3443-1DC7-E476-AAC38AAD9D9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718973" y="4866867"/>
              <a:ext cx="70330" cy="302526"/>
            </a:xfrm>
            <a:custGeom>
              <a:avLst/>
              <a:gdLst>
                <a:gd name="connsiteX0" fmla="*/ 70532 w 70330"/>
                <a:gd name="connsiteY0" fmla="*/ 151346 h 302526"/>
                <a:gd name="connsiteX1" fmla="*/ 50525 w 70330"/>
                <a:gd name="connsiteY1" fmla="*/ 56958 h 302526"/>
                <a:gd name="connsiteX2" fmla="*/ 3234 w 70330"/>
                <a:gd name="connsiteY2" fmla="*/ 83 h 302526"/>
                <a:gd name="connsiteX3" fmla="*/ 202 w 70330"/>
                <a:gd name="connsiteY3" fmla="*/ 3108 h 302526"/>
                <a:gd name="connsiteX4" fmla="*/ 5962 w 70330"/>
                <a:gd name="connsiteY4" fmla="*/ 10067 h 302526"/>
                <a:gd name="connsiteX5" fmla="*/ 52950 w 70330"/>
                <a:gd name="connsiteY5" fmla="*/ 151346 h 302526"/>
                <a:gd name="connsiteX6" fmla="*/ 4143 w 70330"/>
                <a:gd name="connsiteY6" fmla="*/ 294442 h 302526"/>
                <a:gd name="connsiteX7" fmla="*/ 202 w 70330"/>
                <a:gd name="connsiteY7" fmla="*/ 299585 h 302526"/>
                <a:gd name="connsiteX8" fmla="*/ 3234 w 70330"/>
                <a:gd name="connsiteY8" fmla="*/ 302610 h 302526"/>
                <a:gd name="connsiteX9" fmla="*/ 51434 w 70330"/>
                <a:gd name="connsiteY9" fmla="*/ 243617 h 302526"/>
                <a:gd name="connsiteX10" fmla="*/ 70532 w 70330"/>
                <a:gd name="connsiteY10" fmla="*/ 15134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532" y="151346"/>
                  </a:moveTo>
                  <a:cubicBezTo>
                    <a:pt x="70532" y="127749"/>
                    <a:pt x="67198" y="91144"/>
                    <a:pt x="50525" y="56958"/>
                  </a:cubicBezTo>
                  <a:cubicBezTo>
                    <a:pt x="32336" y="19747"/>
                    <a:pt x="6265" y="83"/>
                    <a:pt x="3234" y="83"/>
                  </a:cubicBezTo>
                  <a:cubicBezTo>
                    <a:pt x="1415" y="83"/>
                    <a:pt x="202" y="1293"/>
                    <a:pt x="202" y="3108"/>
                  </a:cubicBezTo>
                  <a:cubicBezTo>
                    <a:pt x="202" y="4016"/>
                    <a:pt x="202" y="4621"/>
                    <a:pt x="5962" y="10067"/>
                  </a:cubicBezTo>
                  <a:cubicBezTo>
                    <a:pt x="35670" y="40017"/>
                    <a:pt x="52950" y="88118"/>
                    <a:pt x="52950" y="151346"/>
                  </a:cubicBezTo>
                  <a:cubicBezTo>
                    <a:pt x="52950" y="203079"/>
                    <a:pt x="41733" y="256323"/>
                    <a:pt x="4143" y="294442"/>
                  </a:cubicBezTo>
                  <a:cubicBezTo>
                    <a:pt x="202" y="298072"/>
                    <a:pt x="202" y="298677"/>
                    <a:pt x="202" y="299585"/>
                  </a:cubicBezTo>
                  <a:cubicBezTo>
                    <a:pt x="202" y="301400"/>
                    <a:pt x="1415" y="302610"/>
                    <a:pt x="3234" y="302610"/>
                  </a:cubicBezTo>
                  <a:cubicBezTo>
                    <a:pt x="6265" y="302610"/>
                    <a:pt x="33548" y="282038"/>
                    <a:pt x="51434" y="243617"/>
                  </a:cubicBezTo>
                  <a:cubicBezTo>
                    <a:pt x="66894" y="210339"/>
                    <a:pt x="70532" y="176759"/>
                    <a:pt x="70532" y="15134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4A050D2B-A203-F591-3D0C-22DE1DE4300A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836425" y="4866867"/>
              <a:ext cx="117924" cy="302526"/>
            </a:xfrm>
            <a:custGeom>
              <a:avLst/>
              <a:gdLst>
                <a:gd name="connsiteX0" fmla="*/ 116615 w 117924"/>
                <a:gd name="connsiteY0" fmla="*/ 11579 h 302526"/>
                <a:gd name="connsiteX1" fmla="*/ 118130 w 117924"/>
                <a:gd name="connsiteY1" fmla="*/ 6134 h 302526"/>
                <a:gd name="connsiteX2" fmla="*/ 112067 w 117924"/>
                <a:gd name="connsiteY2" fmla="*/ 83 h 302526"/>
                <a:gd name="connsiteX3" fmla="*/ 106914 w 117924"/>
                <a:gd name="connsiteY3" fmla="*/ 2806 h 302526"/>
                <a:gd name="connsiteX4" fmla="*/ 1722 w 117924"/>
                <a:gd name="connsiteY4" fmla="*/ 291114 h 302526"/>
                <a:gd name="connsiteX5" fmla="*/ 206 w 117924"/>
                <a:gd name="connsiteY5" fmla="*/ 296559 h 302526"/>
                <a:gd name="connsiteX6" fmla="*/ 6269 w 117924"/>
                <a:gd name="connsiteY6" fmla="*/ 302610 h 302526"/>
                <a:gd name="connsiteX7" fmla="*/ 12938 w 117924"/>
                <a:gd name="connsiteY7" fmla="*/ 295349 h 302526"/>
                <a:gd name="connsiteX8" fmla="*/ 116615 w 117924"/>
                <a:gd name="connsiteY8" fmla="*/ 11579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24" h="302526">
                  <a:moveTo>
                    <a:pt x="116615" y="11579"/>
                  </a:moveTo>
                  <a:cubicBezTo>
                    <a:pt x="118130" y="7646"/>
                    <a:pt x="118130" y="6436"/>
                    <a:pt x="118130" y="6134"/>
                  </a:cubicBezTo>
                  <a:cubicBezTo>
                    <a:pt x="118130" y="2806"/>
                    <a:pt x="115402" y="83"/>
                    <a:pt x="112067" y="83"/>
                  </a:cubicBezTo>
                  <a:cubicBezTo>
                    <a:pt x="109945" y="83"/>
                    <a:pt x="107823" y="991"/>
                    <a:pt x="106914" y="2806"/>
                  </a:cubicBezTo>
                  <a:lnTo>
                    <a:pt x="1722" y="291114"/>
                  </a:lnTo>
                  <a:cubicBezTo>
                    <a:pt x="206" y="295047"/>
                    <a:pt x="206" y="296257"/>
                    <a:pt x="206" y="296559"/>
                  </a:cubicBezTo>
                  <a:cubicBezTo>
                    <a:pt x="206" y="299887"/>
                    <a:pt x="2935" y="302610"/>
                    <a:pt x="6269" y="302610"/>
                  </a:cubicBezTo>
                  <a:cubicBezTo>
                    <a:pt x="10210" y="302610"/>
                    <a:pt x="11120" y="300492"/>
                    <a:pt x="12938" y="295349"/>
                  </a:cubicBezTo>
                  <a:lnTo>
                    <a:pt x="116615" y="1157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584659AF-5661-6601-F6A6-32B06B1043E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977654" y="4887136"/>
              <a:ext cx="139144" cy="209348"/>
            </a:xfrm>
            <a:custGeom>
              <a:avLst/>
              <a:gdLst>
                <a:gd name="connsiteX0" fmla="*/ 135414 w 139144"/>
                <a:gd name="connsiteY0" fmla="*/ 171314 h 209348"/>
                <a:gd name="connsiteX1" fmla="*/ 110556 w 139144"/>
                <a:gd name="connsiteY1" fmla="*/ 195214 h 209348"/>
                <a:gd name="connsiteX2" fmla="*/ 105706 w 139144"/>
                <a:gd name="connsiteY2" fmla="*/ 189768 h 209348"/>
                <a:gd name="connsiteX3" fmla="*/ 115710 w 139144"/>
                <a:gd name="connsiteY3" fmla="*/ 151952 h 209348"/>
                <a:gd name="connsiteX4" fmla="*/ 130261 w 139144"/>
                <a:gd name="connsiteY4" fmla="*/ 93565 h 209348"/>
                <a:gd name="connsiteX5" fmla="*/ 110253 w 139144"/>
                <a:gd name="connsiteY5" fmla="*/ 73295 h 209348"/>
                <a:gd name="connsiteX6" fmla="*/ 40832 w 139144"/>
                <a:gd name="connsiteY6" fmla="*/ 137128 h 209348"/>
                <a:gd name="connsiteX7" fmla="*/ 77210 w 139144"/>
                <a:gd name="connsiteY7" fmla="*/ 1596 h 209348"/>
                <a:gd name="connsiteX8" fmla="*/ 75694 w 139144"/>
                <a:gd name="connsiteY8" fmla="*/ 84 h 209348"/>
                <a:gd name="connsiteX9" fmla="*/ 28100 w 139144"/>
                <a:gd name="connsiteY9" fmla="*/ 8252 h 209348"/>
                <a:gd name="connsiteX10" fmla="*/ 28100 w 139144"/>
                <a:gd name="connsiteY10" fmla="*/ 12790 h 209348"/>
                <a:gd name="connsiteX11" fmla="*/ 35982 w 139144"/>
                <a:gd name="connsiteY11" fmla="*/ 12790 h 209348"/>
                <a:gd name="connsiteX12" fmla="*/ 36891 w 139144"/>
                <a:gd name="connsiteY12" fmla="*/ 12487 h 209348"/>
                <a:gd name="connsiteX13" fmla="*/ 48411 w 139144"/>
                <a:gd name="connsiteY13" fmla="*/ 20051 h 209348"/>
                <a:gd name="connsiteX14" fmla="*/ 44167 w 139144"/>
                <a:gd name="connsiteY14" fmla="*/ 40622 h 209348"/>
                <a:gd name="connsiteX15" fmla="*/ 41135 w 139144"/>
                <a:gd name="connsiteY15" fmla="*/ 51816 h 209348"/>
                <a:gd name="connsiteX16" fmla="*/ 211 w 139144"/>
                <a:gd name="connsiteY16" fmla="*/ 206710 h 209348"/>
                <a:gd name="connsiteX17" fmla="*/ 22947 w 139144"/>
                <a:gd name="connsiteY17" fmla="*/ 206710 h 209348"/>
                <a:gd name="connsiteX18" fmla="*/ 51139 w 139144"/>
                <a:gd name="connsiteY18" fmla="*/ 131380 h 209348"/>
                <a:gd name="connsiteX19" fmla="*/ 98127 w 139144"/>
                <a:gd name="connsiteY19" fmla="*/ 88724 h 209348"/>
                <a:gd name="connsiteX20" fmla="*/ 106615 w 139144"/>
                <a:gd name="connsiteY20" fmla="*/ 96287 h 209348"/>
                <a:gd name="connsiteX21" fmla="*/ 104493 w 139144"/>
                <a:gd name="connsiteY21" fmla="*/ 106271 h 209348"/>
                <a:gd name="connsiteX22" fmla="*/ 87820 w 139144"/>
                <a:gd name="connsiteY22" fmla="*/ 168894 h 209348"/>
                <a:gd name="connsiteX23" fmla="*/ 81757 w 139144"/>
                <a:gd name="connsiteY23" fmla="*/ 196726 h 209348"/>
                <a:gd name="connsiteX24" fmla="*/ 95096 w 139144"/>
                <a:gd name="connsiteY24" fmla="*/ 209432 h 209348"/>
                <a:gd name="connsiteX25" fmla="*/ 139355 w 139144"/>
                <a:gd name="connsiteY25" fmla="*/ 174944 h 209348"/>
                <a:gd name="connsiteX26" fmla="*/ 135414 w 139144"/>
                <a:gd name="connsiteY26" fmla="*/ 171314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44" h="209348">
                  <a:moveTo>
                    <a:pt x="135414" y="171314"/>
                  </a:moveTo>
                  <a:cubicBezTo>
                    <a:pt x="119044" y="191886"/>
                    <a:pt x="115406" y="195214"/>
                    <a:pt x="110556" y="195214"/>
                  </a:cubicBezTo>
                  <a:cubicBezTo>
                    <a:pt x="107828" y="195214"/>
                    <a:pt x="105706" y="192491"/>
                    <a:pt x="105706" y="189768"/>
                  </a:cubicBezTo>
                  <a:cubicBezTo>
                    <a:pt x="105706" y="186743"/>
                    <a:pt x="110556" y="167684"/>
                    <a:pt x="115710" y="151952"/>
                  </a:cubicBezTo>
                  <a:cubicBezTo>
                    <a:pt x="124501" y="123212"/>
                    <a:pt x="130261" y="100825"/>
                    <a:pt x="130261" y="93565"/>
                  </a:cubicBezTo>
                  <a:cubicBezTo>
                    <a:pt x="130261" y="81463"/>
                    <a:pt x="122076" y="73295"/>
                    <a:pt x="110253" y="73295"/>
                  </a:cubicBezTo>
                  <a:cubicBezTo>
                    <a:pt x="90548" y="73295"/>
                    <a:pt x="69025" y="93262"/>
                    <a:pt x="40832" y="137128"/>
                  </a:cubicBezTo>
                  <a:lnTo>
                    <a:pt x="77210" y="1596"/>
                  </a:lnTo>
                  <a:lnTo>
                    <a:pt x="75694" y="84"/>
                  </a:lnTo>
                  <a:cubicBezTo>
                    <a:pt x="58112" y="4017"/>
                    <a:pt x="46289" y="6134"/>
                    <a:pt x="28100" y="8252"/>
                  </a:cubicBezTo>
                  <a:lnTo>
                    <a:pt x="28100" y="12790"/>
                  </a:lnTo>
                  <a:lnTo>
                    <a:pt x="35982" y="12790"/>
                  </a:lnTo>
                  <a:cubicBezTo>
                    <a:pt x="36285" y="12790"/>
                    <a:pt x="36588" y="12790"/>
                    <a:pt x="36891" y="12487"/>
                  </a:cubicBezTo>
                  <a:cubicBezTo>
                    <a:pt x="41135" y="10672"/>
                    <a:pt x="48411" y="15815"/>
                    <a:pt x="48411" y="20051"/>
                  </a:cubicBezTo>
                  <a:cubicBezTo>
                    <a:pt x="48411" y="24286"/>
                    <a:pt x="46895" y="31849"/>
                    <a:pt x="44167" y="40622"/>
                  </a:cubicBezTo>
                  <a:cubicBezTo>
                    <a:pt x="43864" y="40925"/>
                    <a:pt x="42954" y="45160"/>
                    <a:pt x="41135" y="51816"/>
                  </a:cubicBezTo>
                  <a:lnTo>
                    <a:pt x="211" y="206710"/>
                  </a:lnTo>
                  <a:lnTo>
                    <a:pt x="22947" y="206710"/>
                  </a:lnTo>
                  <a:cubicBezTo>
                    <a:pt x="35072" y="160120"/>
                    <a:pt x="39013" y="149835"/>
                    <a:pt x="51139" y="131380"/>
                  </a:cubicBezTo>
                  <a:cubicBezTo>
                    <a:pt x="66903" y="107481"/>
                    <a:pt x="87517" y="88724"/>
                    <a:pt x="98127" y="88724"/>
                  </a:cubicBezTo>
                  <a:cubicBezTo>
                    <a:pt x="102674" y="88724"/>
                    <a:pt x="106615" y="92354"/>
                    <a:pt x="106615" y="96287"/>
                  </a:cubicBezTo>
                  <a:cubicBezTo>
                    <a:pt x="106615" y="97497"/>
                    <a:pt x="105706" y="101430"/>
                    <a:pt x="104493" y="106271"/>
                  </a:cubicBezTo>
                  <a:lnTo>
                    <a:pt x="87820" y="168894"/>
                  </a:lnTo>
                  <a:cubicBezTo>
                    <a:pt x="83879" y="183718"/>
                    <a:pt x="81757" y="193096"/>
                    <a:pt x="81757" y="196726"/>
                  </a:cubicBezTo>
                  <a:cubicBezTo>
                    <a:pt x="81757" y="204592"/>
                    <a:pt x="86911" y="209432"/>
                    <a:pt x="95096" y="209432"/>
                  </a:cubicBezTo>
                  <a:cubicBezTo>
                    <a:pt x="110556" y="209432"/>
                    <a:pt x="121166" y="201264"/>
                    <a:pt x="139355" y="174944"/>
                  </a:cubicBezTo>
                  <a:lnTo>
                    <a:pt x="135414" y="17131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7AF7984C-B6FF-EAB2-E4DD-5FD7893F8BFB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148288" y="4954903"/>
              <a:ext cx="42137" cy="181515"/>
            </a:xfrm>
            <a:custGeom>
              <a:avLst/>
              <a:gdLst>
                <a:gd name="connsiteX0" fmla="*/ 8401 w 42137"/>
                <a:gd name="connsiteY0" fmla="*/ 181599 h 181515"/>
                <a:gd name="connsiteX1" fmla="*/ 42353 w 42137"/>
                <a:gd name="connsiteY1" fmla="*/ 135010 h 181515"/>
                <a:gd name="connsiteX2" fmla="*/ 18102 w 42137"/>
                <a:gd name="connsiteY2" fmla="*/ 108085 h 181515"/>
                <a:gd name="connsiteX3" fmla="*/ 216 w 42137"/>
                <a:gd name="connsiteY3" fmla="*/ 125027 h 181515"/>
                <a:gd name="connsiteX4" fmla="*/ 18102 w 42137"/>
                <a:gd name="connsiteY4" fmla="*/ 140758 h 181515"/>
                <a:gd name="connsiteX5" fmla="*/ 23861 w 42137"/>
                <a:gd name="connsiteY5" fmla="*/ 140153 h 181515"/>
                <a:gd name="connsiteX6" fmla="*/ 26287 w 42137"/>
                <a:gd name="connsiteY6" fmla="*/ 139548 h 181515"/>
                <a:gd name="connsiteX7" fmla="*/ 30531 w 42137"/>
                <a:gd name="connsiteY7" fmla="*/ 143784 h 181515"/>
                <a:gd name="connsiteX8" fmla="*/ 5673 w 42137"/>
                <a:gd name="connsiteY8" fmla="*/ 175851 h 181515"/>
                <a:gd name="connsiteX9" fmla="*/ 8401 w 42137"/>
                <a:gd name="connsiteY9" fmla="*/ 181599 h 181515"/>
                <a:gd name="connsiteX10" fmla="*/ 17192 w 42137"/>
                <a:gd name="connsiteY10" fmla="*/ 83 h 181515"/>
                <a:gd name="connsiteX11" fmla="*/ 519 w 42137"/>
                <a:gd name="connsiteY11" fmla="*/ 17327 h 181515"/>
                <a:gd name="connsiteX12" fmla="*/ 16889 w 42137"/>
                <a:gd name="connsiteY12" fmla="*/ 33664 h 181515"/>
                <a:gd name="connsiteX13" fmla="*/ 34168 w 42137"/>
                <a:gd name="connsiteY13" fmla="*/ 17327 h 181515"/>
                <a:gd name="connsiteX14" fmla="*/ 17192 w 42137"/>
                <a:gd name="connsiteY14" fmla="*/ 83 h 18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137" h="181515">
                  <a:moveTo>
                    <a:pt x="8401" y="181599"/>
                  </a:moveTo>
                  <a:cubicBezTo>
                    <a:pt x="29318" y="171313"/>
                    <a:pt x="42353" y="153162"/>
                    <a:pt x="42353" y="135010"/>
                  </a:cubicBezTo>
                  <a:cubicBezTo>
                    <a:pt x="42353" y="119884"/>
                    <a:pt x="31743" y="108085"/>
                    <a:pt x="18102" y="108085"/>
                  </a:cubicBezTo>
                  <a:cubicBezTo>
                    <a:pt x="7492" y="108085"/>
                    <a:pt x="216" y="114741"/>
                    <a:pt x="216" y="125027"/>
                  </a:cubicBezTo>
                  <a:cubicBezTo>
                    <a:pt x="216" y="135010"/>
                    <a:pt x="6885" y="140758"/>
                    <a:pt x="18102" y="140758"/>
                  </a:cubicBezTo>
                  <a:cubicBezTo>
                    <a:pt x="19921" y="140758"/>
                    <a:pt x="22043" y="140456"/>
                    <a:pt x="23861" y="140153"/>
                  </a:cubicBezTo>
                  <a:cubicBezTo>
                    <a:pt x="25983" y="139548"/>
                    <a:pt x="25983" y="139548"/>
                    <a:pt x="26287" y="139548"/>
                  </a:cubicBezTo>
                  <a:cubicBezTo>
                    <a:pt x="28712" y="139548"/>
                    <a:pt x="30531" y="141363"/>
                    <a:pt x="30531" y="143784"/>
                  </a:cubicBezTo>
                  <a:cubicBezTo>
                    <a:pt x="30531" y="153464"/>
                    <a:pt x="22043" y="164658"/>
                    <a:pt x="5673" y="175851"/>
                  </a:cubicBezTo>
                  <a:lnTo>
                    <a:pt x="8401" y="181599"/>
                  </a:lnTo>
                  <a:close/>
                  <a:moveTo>
                    <a:pt x="17192" y="83"/>
                  </a:moveTo>
                  <a:cubicBezTo>
                    <a:pt x="8098" y="83"/>
                    <a:pt x="519" y="7949"/>
                    <a:pt x="519" y="17327"/>
                  </a:cubicBezTo>
                  <a:cubicBezTo>
                    <a:pt x="519" y="26101"/>
                    <a:pt x="8098" y="33664"/>
                    <a:pt x="16889" y="33664"/>
                  </a:cubicBezTo>
                  <a:cubicBezTo>
                    <a:pt x="26287" y="33664"/>
                    <a:pt x="34168" y="26101"/>
                    <a:pt x="34168" y="17327"/>
                  </a:cubicBezTo>
                  <a:cubicBezTo>
                    <a:pt x="34168" y="7949"/>
                    <a:pt x="26287" y="83"/>
                    <a:pt x="17192" y="83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6B1303BC-CA1A-2674-9EFD-5658CCFF4B1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546413" y="4896212"/>
              <a:ext cx="192498" cy="197549"/>
            </a:xfrm>
            <a:custGeom>
              <a:avLst/>
              <a:gdLst>
                <a:gd name="connsiteX0" fmla="*/ 192728 w 192498"/>
                <a:gd name="connsiteY0" fmla="*/ 84 h 197549"/>
                <a:gd name="connsiteX1" fmla="*/ 42064 w 192498"/>
                <a:gd name="connsiteY1" fmla="*/ 84 h 197549"/>
                <a:gd name="connsiteX2" fmla="*/ 42064 w 192498"/>
                <a:gd name="connsiteY2" fmla="*/ 4924 h 197549"/>
                <a:gd name="connsiteX3" fmla="*/ 65406 w 192498"/>
                <a:gd name="connsiteY3" fmla="*/ 17328 h 197549"/>
                <a:gd name="connsiteX4" fmla="*/ 62071 w 192498"/>
                <a:gd name="connsiteY4" fmla="*/ 36690 h 197549"/>
                <a:gd name="connsiteX5" fmla="*/ 24784 w 192498"/>
                <a:gd name="connsiteY5" fmla="*/ 170406 h 197549"/>
                <a:gd name="connsiteX6" fmla="*/ 229 w 192498"/>
                <a:gd name="connsiteY6" fmla="*/ 192793 h 197549"/>
                <a:gd name="connsiteX7" fmla="*/ 229 w 192498"/>
                <a:gd name="connsiteY7" fmla="*/ 197634 h 197549"/>
                <a:gd name="connsiteX8" fmla="*/ 153925 w 192498"/>
                <a:gd name="connsiteY8" fmla="*/ 197634 h 197549"/>
                <a:gd name="connsiteX9" fmla="*/ 172720 w 192498"/>
                <a:gd name="connsiteY9" fmla="*/ 148624 h 197549"/>
                <a:gd name="connsiteX10" fmla="*/ 167870 w 192498"/>
                <a:gd name="connsiteY10" fmla="*/ 146204 h 197549"/>
                <a:gd name="connsiteX11" fmla="*/ 132705 w 192498"/>
                <a:gd name="connsiteY11" fmla="*/ 179482 h 197549"/>
                <a:gd name="connsiteX12" fmla="*/ 78138 w 192498"/>
                <a:gd name="connsiteY12" fmla="*/ 187650 h 197549"/>
                <a:gd name="connsiteX13" fmla="*/ 53886 w 192498"/>
                <a:gd name="connsiteY13" fmla="*/ 177364 h 197549"/>
                <a:gd name="connsiteX14" fmla="*/ 64800 w 192498"/>
                <a:gd name="connsiteY14" fmla="*/ 133196 h 197549"/>
                <a:gd name="connsiteX15" fmla="*/ 74500 w 192498"/>
                <a:gd name="connsiteY15" fmla="*/ 98405 h 197549"/>
                <a:gd name="connsiteX16" fmla="*/ 98146 w 192498"/>
                <a:gd name="connsiteY16" fmla="*/ 99313 h 197549"/>
                <a:gd name="connsiteX17" fmla="*/ 121791 w 192498"/>
                <a:gd name="connsiteY17" fmla="*/ 103850 h 197549"/>
                <a:gd name="connsiteX18" fmla="*/ 123913 w 192498"/>
                <a:gd name="connsiteY18" fmla="*/ 113229 h 197549"/>
                <a:gd name="connsiteX19" fmla="*/ 121791 w 192498"/>
                <a:gd name="connsiteY19" fmla="*/ 128960 h 197549"/>
                <a:gd name="connsiteX20" fmla="*/ 127854 w 192498"/>
                <a:gd name="connsiteY20" fmla="*/ 130473 h 197549"/>
                <a:gd name="connsiteX21" fmla="*/ 148468 w 192498"/>
                <a:gd name="connsiteY21" fmla="*/ 60287 h 197549"/>
                <a:gd name="connsiteX22" fmla="*/ 143012 w 192498"/>
                <a:gd name="connsiteY22" fmla="*/ 59077 h 197549"/>
                <a:gd name="connsiteX23" fmla="*/ 101177 w 192498"/>
                <a:gd name="connsiteY23" fmla="*/ 87817 h 197549"/>
                <a:gd name="connsiteX24" fmla="*/ 77229 w 192498"/>
                <a:gd name="connsiteY24" fmla="*/ 88422 h 197549"/>
                <a:gd name="connsiteX25" fmla="*/ 97236 w 192498"/>
                <a:gd name="connsiteY25" fmla="*/ 17933 h 197549"/>
                <a:gd name="connsiteX26" fmla="*/ 119366 w 192498"/>
                <a:gd name="connsiteY26" fmla="*/ 10067 h 197549"/>
                <a:gd name="connsiteX27" fmla="*/ 177570 w 192498"/>
                <a:gd name="connsiteY27" fmla="*/ 32152 h 197549"/>
                <a:gd name="connsiteX28" fmla="*/ 176964 w 192498"/>
                <a:gd name="connsiteY28" fmla="*/ 45765 h 197549"/>
                <a:gd name="connsiteX29" fmla="*/ 183330 w 192498"/>
                <a:gd name="connsiteY29" fmla="*/ 46370 h 197549"/>
                <a:gd name="connsiteX30" fmla="*/ 192728 w 192498"/>
                <a:gd name="connsiteY30" fmla="*/ 84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2498" h="197549">
                  <a:moveTo>
                    <a:pt x="192728" y="84"/>
                  </a:moveTo>
                  <a:lnTo>
                    <a:pt x="42064" y="84"/>
                  </a:lnTo>
                  <a:lnTo>
                    <a:pt x="42064" y="4924"/>
                  </a:lnTo>
                  <a:cubicBezTo>
                    <a:pt x="60859" y="6739"/>
                    <a:pt x="65406" y="9160"/>
                    <a:pt x="65406" y="17328"/>
                  </a:cubicBezTo>
                  <a:cubicBezTo>
                    <a:pt x="65406" y="20656"/>
                    <a:pt x="63587" y="31244"/>
                    <a:pt x="62071" y="36690"/>
                  </a:cubicBezTo>
                  <a:lnTo>
                    <a:pt x="24784" y="170406"/>
                  </a:lnTo>
                  <a:cubicBezTo>
                    <a:pt x="19631" y="187650"/>
                    <a:pt x="17206" y="189768"/>
                    <a:pt x="229" y="192793"/>
                  </a:cubicBezTo>
                  <a:lnTo>
                    <a:pt x="229" y="197634"/>
                  </a:lnTo>
                  <a:lnTo>
                    <a:pt x="153925" y="197634"/>
                  </a:lnTo>
                  <a:lnTo>
                    <a:pt x="172720" y="148624"/>
                  </a:lnTo>
                  <a:lnTo>
                    <a:pt x="167870" y="146204"/>
                  </a:lnTo>
                  <a:cubicBezTo>
                    <a:pt x="153622" y="165566"/>
                    <a:pt x="145740" y="173432"/>
                    <a:pt x="132705" y="179482"/>
                  </a:cubicBezTo>
                  <a:cubicBezTo>
                    <a:pt x="121488" y="184625"/>
                    <a:pt x="100874" y="187650"/>
                    <a:pt x="78138" y="187650"/>
                  </a:cubicBezTo>
                  <a:cubicBezTo>
                    <a:pt x="61162" y="187650"/>
                    <a:pt x="53886" y="184625"/>
                    <a:pt x="53886" y="177364"/>
                  </a:cubicBezTo>
                  <a:cubicBezTo>
                    <a:pt x="53886" y="174037"/>
                    <a:pt x="57221" y="159818"/>
                    <a:pt x="64800" y="133196"/>
                  </a:cubicBezTo>
                  <a:cubicBezTo>
                    <a:pt x="68741" y="119884"/>
                    <a:pt x="71469" y="109901"/>
                    <a:pt x="74500" y="98405"/>
                  </a:cubicBezTo>
                  <a:cubicBezTo>
                    <a:pt x="85110" y="99010"/>
                    <a:pt x="94508" y="99313"/>
                    <a:pt x="98146" y="99313"/>
                  </a:cubicBezTo>
                  <a:cubicBezTo>
                    <a:pt x="109969" y="99010"/>
                    <a:pt x="118457" y="100825"/>
                    <a:pt x="121791" y="103850"/>
                  </a:cubicBezTo>
                  <a:cubicBezTo>
                    <a:pt x="123307" y="105363"/>
                    <a:pt x="123913" y="108086"/>
                    <a:pt x="123913" y="113229"/>
                  </a:cubicBezTo>
                  <a:cubicBezTo>
                    <a:pt x="123913" y="118372"/>
                    <a:pt x="123307" y="122305"/>
                    <a:pt x="121791" y="128960"/>
                  </a:cubicBezTo>
                  <a:lnTo>
                    <a:pt x="127854" y="130473"/>
                  </a:lnTo>
                  <a:lnTo>
                    <a:pt x="148468" y="60287"/>
                  </a:lnTo>
                  <a:lnTo>
                    <a:pt x="143012" y="59077"/>
                  </a:lnTo>
                  <a:cubicBezTo>
                    <a:pt x="131492" y="84791"/>
                    <a:pt x="128764" y="86606"/>
                    <a:pt x="101177" y="87817"/>
                  </a:cubicBezTo>
                  <a:cubicBezTo>
                    <a:pt x="97539" y="87817"/>
                    <a:pt x="87839" y="88119"/>
                    <a:pt x="77229" y="88422"/>
                  </a:cubicBezTo>
                  <a:lnTo>
                    <a:pt x="97236" y="17933"/>
                  </a:lnTo>
                  <a:cubicBezTo>
                    <a:pt x="99055" y="11277"/>
                    <a:pt x="102390" y="10067"/>
                    <a:pt x="119366" y="10067"/>
                  </a:cubicBezTo>
                  <a:cubicBezTo>
                    <a:pt x="166960" y="10067"/>
                    <a:pt x="177570" y="14000"/>
                    <a:pt x="177570" y="32152"/>
                  </a:cubicBezTo>
                  <a:cubicBezTo>
                    <a:pt x="177570" y="36084"/>
                    <a:pt x="177267" y="40622"/>
                    <a:pt x="176964" y="45765"/>
                  </a:cubicBezTo>
                  <a:lnTo>
                    <a:pt x="183330" y="46370"/>
                  </a:lnTo>
                  <a:lnTo>
                    <a:pt x="192728" y="8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6FDEEA4C-C8FA-7248-854E-9BDC63772FB7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746274" y="4960348"/>
              <a:ext cx="111254" cy="133414"/>
            </a:xfrm>
            <a:custGeom>
              <a:avLst/>
              <a:gdLst>
                <a:gd name="connsiteX0" fmla="*/ 23275 w 111254"/>
                <a:gd name="connsiteY0" fmla="*/ 133498 h 133414"/>
                <a:gd name="connsiteX1" fmla="*/ 58137 w 111254"/>
                <a:gd name="connsiteY1" fmla="*/ 46068 h 133414"/>
                <a:gd name="connsiteX2" fmla="*/ 81782 w 111254"/>
                <a:gd name="connsiteY2" fmla="*/ 19748 h 133414"/>
                <a:gd name="connsiteX3" fmla="*/ 86632 w 111254"/>
                <a:gd name="connsiteY3" fmla="*/ 23983 h 133414"/>
                <a:gd name="connsiteX4" fmla="*/ 97546 w 111254"/>
                <a:gd name="connsiteY4" fmla="*/ 30639 h 133414"/>
                <a:gd name="connsiteX5" fmla="*/ 111490 w 111254"/>
                <a:gd name="connsiteY5" fmla="*/ 15815 h 133414"/>
                <a:gd name="connsiteX6" fmla="*/ 97242 w 111254"/>
                <a:gd name="connsiteY6" fmla="*/ 84 h 133414"/>
                <a:gd name="connsiteX7" fmla="*/ 74203 w 111254"/>
                <a:gd name="connsiteY7" fmla="*/ 12790 h 133414"/>
                <a:gd name="connsiteX8" fmla="*/ 44798 w 111254"/>
                <a:gd name="connsiteY8" fmla="*/ 55446 h 133414"/>
                <a:gd name="connsiteX9" fmla="*/ 40554 w 111254"/>
                <a:gd name="connsiteY9" fmla="*/ 66337 h 133414"/>
                <a:gd name="connsiteX10" fmla="*/ 56621 w 111254"/>
                <a:gd name="connsiteY10" fmla="*/ 689 h 133414"/>
                <a:gd name="connsiteX11" fmla="*/ 55711 w 111254"/>
                <a:gd name="connsiteY11" fmla="*/ 84 h 133414"/>
                <a:gd name="connsiteX12" fmla="*/ 8724 w 111254"/>
                <a:gd name="connsiteY12" fmla="*/ 8252 h 133414"/>
                <a:gd name="connsiteX13" fmla="*/ 8724 w 111254"/>
                <a:gd name="connsiteY13" fmla="*/ 13395 h 133414"/>
                <a:gd name="connsiteX14" fmla="*/ 19031 w 111254"/>
                <a:gd name="connsiteY14" fmla="*/ 11882 h 133414"/>
                <a:gd name="connsiteX15" fmla="*/ 29641 w 111254"/>
                <a:gd name="connsiteY15" fmla="*/ 20353 h 133414"/>
                <a:gd name="connsiteX16" fmla="*/ 24790 w 111254"/>
                <a:gd name="connsiteY16" fmla="*/ 45160 h 133414"/>
                <a:gd name="connsiteX17" fmla="*/ 235 w 111254"/>
                <a:gd name="connsiteY17" fmla="*/ 133498 h 133414"/>
                <a:gd name="connsiteX18" fmla="*/ 23275 w 111254"/>
                <a:gd name="connsiteY18" fmla="*/ 133498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75" y="133498"/>
                  </a:moveTo>
                  <a:cubicBezTo>
                    <a:pt x="39038" y="82069"/>
                    <a:pt x="44192" y="69060"/>
                    <a:pt x="58137" y="46068"/>
                  </a:cubicBezTo>
                  <a:cubicBezTo>
                    <a:pt x="68140" y="29126"/>
                    <a:pt x="76628" y="19748"/>
                    <a:pt x="81782" y="19748"/>
                  </a:cubicBezTo>
                  <a:cubicBezTo>
                    <a:pt x="83601" y="19748"/>
                    <a:pt x="85117" y="20958"/>
                    <a:pt x="86632" y="23983"/>
                  </a:cubicBezTo>
                  <a:cubicBezTo>
                    <a:pt x="89057" y="29126"/>
                    <a:pt x="91483" y="30639"/>
                    <a:pt x="97546" y="30639"/>
                  </a:cubicBezTo>
                  <a:cubicBezTo>
                    <a:pt x="106337" y="30639"/>
                    <a:pt x="111490" y="25194"/>
                    <a:pt x="111490" y="15815"/>
                  </a:cubicBezTo>
                  <a:cubicBezTo>
                    <a:pt x="111490" y="6437"/>
                    <a:pt x="105731" y="84"/>
                    <a:pt x="97242" y="84"/>
                  </a:cubicBezTo>
                  <a:cubicBezTo>
                    <a:pt x="90270" y="84"/>
                    <a:pt x="82085" y="4622"/>
                    <a:pt x="74203" y="12790"/>
                  </a:cubicBezTo>
                  <a:cubicBezTo>
                    <a:pt x="61774" y="25496"/>
                    <a:pt x="49648" y="43345"/>
                    <a:pt x="44798" y="55446"/>
                  </a:cubicBezTo>
                  <a:lnTo>
                    <a:pt x="40554" y="66337"/>
                  </a:lnTo>
                  <a:lnTo>
                    <a:pt x="56621" y="689"/>
                  </a:lnTo>
                  <a:lnTo>
                    <a:pt x="55711" y="84"/>
                  </a:lnTo>
                  <a:cubicBezTo>
                    <a:pt x="33582" y="4017"/>
                    <a:pt x="30853" y="4622"/>
                    <a:pt x="8724" y="8252"/>
                  </a:cubicBezTo>
                  <a:lnTo>
                    <a:pt x="8724" y="13395"/>
                  </a:lnTo>
                  <a:cubicBezTo>
                    <a:pt x="15999" y="11882"/>
                    <a:pt x="16909" y="11882"/>
                    <a:pt x="19031" y="11882"/>
                  </a:cubicBezTo>
                  <a:cubicBezTo>
                    <a:pt x="25700" y="11882"/>
                    <a:pt x="29641" y="14908"/>
                    <a:pt x="29641" y="20353"/>
                  </a:cubicBezTo>
                  <a:cubicBezTo>
                    <a:pt x="29641" y="24588"/>
                    <a:pt x="29641" y="24588"/>
                    <a:pt x="24790" y="45160"/>
                  </a:cubicBezTo>
                  <a:lnTo>
                    <a:pt x="235" y="133498"/>
                  </a:lnTo>
                  <a:lnTo>
                    <a:pt x="23275" y="13349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21AA1502-CA5E-C4AB-78FA-BBD83D6875D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864638" y="4960348"/>
              <a:ext cx="111254" cy="133414"/>
            </a:xfrm>
            <a:custGeom>
              <a:avLst/>
              <a:gdLst>
                <a:gd name="connsiteX0" fmla="*/ 23279 w 111254"/>
                <a:gd name="connsiteY0" fmla="*/ 133498 h 133414"/>
                <a:gd name="connsiteX1" fmla="*/ 58140 w 111254"/>
                <a:gd name="connsiteY1" fmla="*/ 46068 h 133414"/>
                <a:gd name="connsiteX2" fmla="*/ 81786 w 111254"/>
                <a:gd name="connsiteY2" fmla="*/ 19748 h 133414"/>
                <a:gd name="connsiteX3" fmla="*/ 86636 w 111254"/>
                <a:gd name="connsiteY3" fmla="*/ 23983 h 133414"/>
                <a:gd name="connsiteX4" fmla="*/ 97549 w 111254"/>
                <a:gd name="connsiteY4" fmla="*/ 30639 h 133414"/>
                <a:gd name="connsiteX5" fmla="*/ 111494 w 111254"/>
                <a:gd name="connsiteY5" fmla="*/ 15815 h 133414"/>
                <a:gd name="connsiteX6" fmla="*/ 97246 w 111254"/>
                <a:gd name="connsiteY6" fmla="*/ 84 h 133414"/>
                <a:gd name="connsiteX7" fmla="*/ 74207 w 111254"/>
                <a:gd name="connsiteY7" fmla="*/ 12790 h 133414"/>
                <a:gd name="connsiteX8" fmla="*/ 44802 w 111254"/>
                <a:gd name="connsiteY8" fmla="*/ 55446 h 133414"/>
                <a:gd name="connsiteX9" fmla="*/ 40558 w 111254"/>
                <a:gd name="connsiteY9" fmla="*/ 66337 h 133414"/>
                <a:gd name="connsiteX10" fmla="*/ 56625 w 111254"/>
                <a:gd name="connsiteY10" fmla="*/ 689 h 133414"/>
                <a:gd name="connsiteX11" fmla="*/ 55715 w 111254"/>
                <a:gd name="connsiteY11" fmla="*/ 84 h 133414"/>
                <a:gd name="connsiteX12" fmla="*/ 8727 w 111254"/>
                <a:gd name="connsiteY12" fmla="*/ 8252 h 133414"/>
                <a:gd name="connsiteX13" fmla="*/ 8727 w 111254"/>
                <a:gd name="connsiteY13" fmla="*/ 13395 h 133414"/>
                <a:gd name="connsiteX14" fmla="*/ 19034 w 111254"/>
                <a:gd name="connsiteY14" fmla="*/ 11882 h 133414"/>
                <a:gd name="connsiteX15" fmla="*/ 29645 w 111254"/>
                <a:gd name="connsiteY15" fmla="*/ 20353 h 133414"/>
                <a:gd name="connsiteX16" fmla="*/ 24794 w 111254"/>
                <a:gd name="connsiteY16" fmla="*/ 45160 h 133414"/>
                <a:gd name="connsiteX17" fmla="*/ 239 w 111254"/>
                <a:gd name="connsiteY17" fmla="*/ 133498 h 133414"/>
                <a:gd name="connsiteX18" fmla="*/ 23279 w 111254"/>
                <a:gd name="connsiteY18" fmla="*/ 133498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79" y="133498"/>
                  </a:moveTo>
                  <a:cubicBezTo>
                    <a:pt x="39042" y="82069"/>
                    <a:pt x="44196" y="69060"/>
                    <a:pt x="58140" y="46068"/>
                  </a:cubicBezTo>
                  <a:cubicBezTo>
                    <a:pt x="68144" y="29126"/>
                    <a:pt x="76632" y="19748"/>
                    <a:pt x="81786" y="19748"/>
                  </a:cubicBezTo>
                  <a:cubicBezTo>
                    <a:pt x="83605" y="19748"/>
                    <a:pt x="85120" y="20958"/>
                    <a:pt x="86636" y="23983"/>
                  </a:cubicBezTo>
                  <a:cubicBezTo>
                    <a:pt x="89061" y="29126"/>
                    <a:pt x="91487" y="30639"/>
                    <a:pt x="97549" y="30639"/>
                  </a:cubicBezTo>
                  <a:cubicBezTo>
                    <a:pt x="106341" y="30639"/>
                    <a:pt x="111494" y="25194"/>
                    <a:pt x="111494" y="15815"/>
                  </a:cubicBezTo>
                  <a:cubicBezTo>
                    <a:pt x="111494" y="6437"/>
                    <a:pt x="105734" y="84"/>
                    <a:pt x="97246" y="84"/>
                  </a:cubicBezTo>
                  <a:cubicBezTo>
                    <a:pt x="90274" y="84"/>
                    <a:pt x="82089" y="4622"/>
                    <a:pt x="74207" y="12790"/>
                  </a:cubicBezTo>
                  <a:cubicBezTo>
                    <a:pt x="61778" y="25496"/>
                    <a:pt x="49652" y="43345"/>
                    <a:pt x="44802" y="55446"/>
                  </a:cubicBezTo>
                  <a:lnTo>
                    <a:pt x="40558" y="66337"/>
                  </a:lnTo>
                  <a:lnTo>
                    <a:pt x="56625" y="689"/>
                  </a:lnTo>
                  <a:lnTo>
                    <a:pt x="55715" y="84"/>
                  </a:lnTo>
                  <a:cubicBezTo>
                    <a:pt x="33586" y="4017"/>
                    <a:pt x="30857" y="4622"/>
                    <a:pt x="8727" y="8252"/>
                  </a:cubicBezTo>
                  <a:lnTo>
                    <a:pt x="8727" y="13395"/>
                  </a:lnTo>
                  <a:cubicBezTo>
                    <a:pt x="16003" y="11882"/>
                    <a:pt x="16912" y="11882"/>
                    <a:pt x="19034" y="11882"/>
                  </a:cubicBezTo>
                  <a:cubicBezTo>
                    <a:pt x="25704" y="11882"/>
                    <a:pt x="29645" y="14908"/>
                    <a:pt x="29645" y="20353"/>
                  </a:cubicBezTo>
                  <a:cubicBezTo>
                    <a:pt x="29645" y="24588"/>
                    <a:pt x="29645" y="24588"/>
                    <a:pt x="24794" y="45160"/>
                  </a:cubicBezTo>
                  <a:lnTo>
                    <a:pt x="239" y="133498"/>
                  </a:lnTo>
                  <a:lnTo>
                    <a:pt x="23279" y="13349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5A2C81D6-7FC2-8F90-4185-CCCD9708F57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963853" y="4960348"/>
              <a:ext cx="133687" cy="136742"/>
            </a:xfrm>
            <a:custGeom>
              <a:avLst/>
              <a:gdLst>
                <a:gd name="connsiteX0" fmla="*/ 90581 w 133687"/>
                <a:gd name="connsiteY0" fmla="*/ 84 h 136742"/>
                <a:gd name="connsiteX1" fmla="*/ 243 w 133687"/>
                <a:gd name="connsiteY1" fmla="*/ 94472 h 136742"/>
                <a:gd name="connsiteX2" fmla="*/ 44805 w 133687"/>
                <a:gd name="connsiteY2" fmla="*/ 136826 h 136742"/>
                <a:gd name="connsiteX3" fmla="*/ 101797 w 133687"/>
                <a:gd name="connsiteY3" fmla="*/ 110506 h 136742"/>
                <a:gd name="connsiteX4" fmla="*/ 133931 w 133687"/>
                <a:gd name="connsiteY4" fmla="*/ 42438 h 136742"/>
                <a:gd name="connsiteX5" fmla="*/ 90581 w 133687"/>
                <a:gd name="connsiteY5" fmla="*/ 84 h 136742"/>
                <a:gd name="connsiteX6" fmla="*/ 86943 w 133687"/>
                <a:gd name="connsiteY6" fmla="*/ 6437 h 136742"/>
                <a:gd name="connsiteX7" fmla="*/ 108466 w 133687"/>
                <a:gd name="connsiteY7" fmla="*/ 34874 h 136742"/>
                <a:gd name="connsiteX8" fmla="*/ 85124 w 133687"/>
                <a:gd name="connsiteY8" fmla="*/ 106876 h 136742"/>
                <a:gd name="connsiteX9" fmla="*/ 49353 w 133687"/>
                <a:gd name="connsiteY9" fmla="*/ 130473 h 136742"/>
                <a:gd name="connsiteX10" fmla="*/ 25707 w 133687"/>
                <a:gd name="connsiteY10" fmla="*/ 102943 h 136742"/>
                <a:gd name="connsiteX11" fmla="*/ 49353 w 133687"/>
                <a:gd name="connsiteY11" fmla="*/ 32454 h 136742"/>
                <a:gd name="connsiteX12" fmla="*/ 86943 w 133687"/>
                <a:gd name="connsiteY12" fmla="*/ 6437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687" h="136742">
                  <a:moveTo>
                    <a:pt x="90581" y="84"/>
                  </a:moveTo>
                  <a:cubicBezTo>
                    <a:pt x="45109" y="84"/>
                    <a:pt x="243" y="46975"/>
                    <a:pt x="243" y="94472"/>
                  </a:cubicBezTo>
                  <a:cubicBezTo>
                    <a:pt x="243" y="120489"/>
                    <a:pt x="17219" y="136826"/>
                    <a:pt x="44805" y="136826"/>
                  </a:cubicBezTo>
                  <a:cubicBezTo>
                    <a:pt x="64813" y="136826"/>
                    <a:pt x="84214" y="127750"/>
                    <a:pt x="101797" y="110506"/>
                  </a:cubicBezTo>
                  <a:cubicBezTo>
                    <a:pt x="121805" y="90842"/>
                    <a:pt x="133931" y="65127"/>
                    <a:pt x="133931" y="42438"/>
                  </a:cubicBezTo>
                  <a:cubicBezTo>
                    <a:pt x="133931" y="17328"/>
                    <a:pt x="116348" y="84"/>
                    <a:pt x="90581" y="84"/>
                  </a:cubicBezTo>
                  <a:close/>
                  <a:moveTo>
                    <a:pt x="86943" y="6437"/>
                  </a:moveTo>
                  <a:cubicBezTo>
                    <a:pt x="99978" y="6437"/>
                    <a:pt x="108466" y="17630"/>
                    <a:pt x="108466" y="34874"/>
                  </a:cubicBezTo>
                  <a:cubicBezTo>
                    <a:pt x="108466" y="56959"/>
                    <a:pt x="98462" y="87212"/>
                    <a:pt x="85124" y="106876"/>
                  </a:cubicBezTo>
                  <a:cubicBezTo>
                    <a:pt x="73907" y="122910"/>
                    <a:pt x="62388" y="130473"/>
                    <a:pt x="49353" y="130473"/>
                  </a:cubicBezTo>
                  <a:cubicBezTo>
                    <a:pt x="35105" y="130473"/>
                    <a:pt x="25707" y="119582"/>
                    <a:pt x="25707" y="102943"/>
                  </a:cubicBezTo>
                  <a:cubicBezTo>
                    <a:pt x="25707" y="80556"/>
                    <a:pt x="34498" y="53934"/>
                    <a:pt x="49353" y="32454"/>
                  </a:cubicBezTo>
                  <a:cubicBezTo>
                    <a:pt x="61175" y="15513"/>
                    <a:pt x="73907" y="6437"/>
                    <a:pt x="86943" y="6437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BA804F71-CFCF-0994-E03E-9048AA0728E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121451" y="4960348"/>
              <a:ext cx="111254" cy="133414"/>
            </a:xfrm>
            <a:custGeom>
              <a:avLst/>
              <a:gdLst>
                <a:gd name="connsiteX0" fmla="*/ 23287 w 111254"/>
                <a:gd name="connsiteY0" fmla="*/ 133498 h 133414"/>
                <a:gd name="connsiteX1" fmla="*/ 58149 w 111254"/>
                <a:gd name="connsiteY1" fmla="*/ 46068 h 133414"/>
                <a:gd name="connsiteX2" fmla="*/ 81794 w 111254"/>
                <a:gd name="connsiteY2" fmla="*/ 19748 h 133414"/>
                <a:gd name="connsiteX3" fmla="*/ 86645 w 111254"/>
                <a:gd name="connsiteY3" fmla="*/ 23983 h 133414"/>
                <a:gd name="connsiteX4" fmla="*/ 97558 w 111254"/>
                <a:gd name="connsiteY4" fmla="*/ 30639 h 133414"/>
                <a:gd name="connsiteX5" fmla="*/ 111503 w 111254"/>
                <a:gd name="connsiteY5" fmla="*/ 15815 h 133414"/>
                <a:gd name="connsiteX6" fmla="*/ 97255 w 111254"/>
                <a:gd name="connsiteY6" fmla="*/ 84 h 133414"/>
                <a:gd name="connsiteX7" fmla="*/ 74216 w 111254"/>
                <a:gd name="connsiteY7" fmla="*/ 12790 h 133414"/>
                <a:gd name="connsiteX8" fmla="*/ 44810 w 111254"/>
                <a:gd name="connsiteY8" fmla="*/ 55446 h 133414"/>
                <a:gd name="connsiteX9" fmla="*/ 40566 w 111254"/>
                <a:gd name="connsiteY9" fmla="*/ 66337 h 133414"/>
                <a:gd name="connsiteX10" fmla="*/ 56633 w 111254"/>
                <a:gd name="connsiteY10" fmla="*/ 689 h 133414"/>
                <a:gd name="connsiteX11" fmla="*/ 55724 w 111254"/>
                <a:gd name="connsiteY11" fmla="*/ 84 h 133414"/>
                <a:gd name="connsiteX12" fmla="*/ 8736 w 111254"/>
                <a:gd name="connsiteY12" fmla="*/ 8252 h 133414"/>
                <a:gd name="connsiteX13" fmla="*/ 8736 w 111254"/>
                <a:gd name="connsiteY13" fmla="*/ 13395 h 133414"/>
                <a:gd name="connsiteX14" fmla="*/ 19043 w 111254"/>
                <a:gd name="connsiteY14" fmla="*/ 11882 h 133414"/>
                <a:gd name="connsiteX15" fmla="*/ 29653 w 111254"/>
                <a:gd name="connsiteY15" fmla="*/ 20353 h 133414"/>
                <a:gd name="connsiteX16" fmla="*/ 24803 w 111254"/>
                <a:gd name="connsiteY16" fmla="*/ 45160 h 133414"/>
                <a:gd name="connsiteX17" fmla="*/ 248 w 111254"/>
                <a:gd name="connsiteY17" fmla="*/ 133498 h 133414"/>
                <a:gd name="connsiteX18" fmla="*/ 23287 w 111254"/>
                <a:gd name="connsiteY18" fmla="*/ 133498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87" y="133498"/>
                  </a:moveTo>
                  <a:cubicBezTo>
                    <a:pt x="39051" y="82069"/>
                    <a:pt x="44204" y="69060"/>
                    <a:pt x="58149" y="46068"/>
                  </a:cubicBezTo>
                  <a:cubicBezTo>
                    <a:pt x="68153" y="29126"/>
                    <a:pt x="76641" y="19748"/>
                    <a:pt x="81794" y="19748"/>
                  </a:cubicBezTo>
                  <a:cubicBezTo>
                    <a:pt x="83613" y="19748"/>
                    <a:pt x="85129" y="20958"/>
                    <a:pt x="86645" y="23983"/>
                  </a:cubicBezTo>
                  <a:cubicBezTo>
                    <a:pt x="89070" y="29126"/>
                    <a:pt x="91495" y="30639"/>
                    <a:pt x="97558" y="30639"/>
                  </a:cubicBezTo>
                  <a:cubicBezTo>
                    <a:pt x="106349" y="30639"/>
                    <a:pt x="111503" y="25194"/>
                    <a:pt x="111503" y="15815"/>
                  </a:cubicBezTo>
                  <a:cubicBezTo>
                    <a:pt x="111503" y="6437"/>
                    <a:pt x="105743" y="84"/>
                    <a:pt x="97255" y="84"/>
                  </a:cubicBezTo>
                  <a:cubicBezTo>
                    <a:pt x="90282" y="84"/>
                    <a:pt x="82097" y="4622"/>
                    <a:pt x="74216" y="12790"/>
                  </a:cubicBezTo>
                  <a:cubicBezTo>
                    <a:pt x="61787" y="25496"/>
                    <a:pt x="49661" y="43345"/>
                    <a:pt x="44810" y="55446"/>
                  </a:cubicBezTo>
                  <a:lnTo>
                    <a:pt x="40566" y="66337"/>
                  </a:lnTo>
                  <a:lnTo>
                    <a:pt x="56633" y="689"/>
                  </a:lnTo>
                  <a:lnTo>
                    <a:pt x="55724" y="84"/>
                  </a:lnTo>
                  <a:cubicBezTo>
                    <a:pt x="33594" y="4017"/>
                    <a:pt x="30866" y="4622"/>
                    <a:pt x="8736" y="8252"/>
                  </a:cubicBezTo>
                  <a:lnTo>
                    <a:pt x="8736" y="13395"/>
                  </a:lnTo>
                  <a:cubicBezTo>
                    <a:pt x="16011" y="11882"/>
                    <a:pt x="16921" y="11882"/>
                    <a:pt x="19043" y="11882"/>
                  </a:cubicBezTo>
                  <a:cubicBezTo>
                    <a:pt x="25712" y="11882"/>
                    <a:pt x="29653" y="14908"/>
                    <a:pt x="29653" y="20353"/>
                  </a:cubicBezTo>
                  <a:cubicBezTo>
                    <a:pt x="29653" y="24588"/>
                    <a:pt x="29653" y="24588"/>
                    <a:pt x="24803" y="45160"/>
                  </a:cubicBezTo>
                  <a:lnTo>
                    <a:pt x="248" y="133498"/>
                  </a:lnTo>
                  <a:lnTo>
                    <a:pt x="23287" y="13349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954271E8-A94B-B15A-7270-6071E569D87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241330" y="4960348"/>
              <a:ext cx="63963" cy="136742"/>
            </a:xfrm>
            <a:custGeom>
              <a:avLst/>
              <a:gdLst>
                <a:gd name="connsiteX0" fmla="*/ 17228 w 63963"/>
                <a:gd name="connsiteY0" fmla="*/ 103245 h 136742"/>
                <a:gd name="connsiteX1" fmla="*/ 252 w 63963"/>
                <a:gd name="connsiteY1" fmla="*/ 120489 h 136742"/>
                <a:gd name="connsiteX2" fmla="*/ 16622 w 63963"/>
                <a:gd name="connsiteY2" fmla="*/ 136826 h 136742"/>
                <a:gd name="connsiteX3" fmla="*/ 33901 w 63963"/>
                <a:gd name="connsiteY3" fmla="*/ 120489 h 136742"/>
                <a:gd name="connsiteX4" fmla="*/ 17228 w 63963"/>
                <a:gd name="connsiteY4" fmla="*/ 103245 h 136742"/>
                <a:gd name="connsiteX5" fmla="*/ 47239 w 63963"/>
                <a:gd name="connsiteY5" fmla="*/ 84 h 136742"/>
                <a:gd name="connsiteX6" fmla="*/ 30566 w 63963"/>
                <a:gd name="connsiteY6" fmla="*/ 17328 h 136742"/>
                <a:gd name="connsiteX7" fmla="*/ 46936 w 63963"/>
                <a:gd name="connsiteY7" fmla="*/ 33664 h 136742"/>
                <a:gd name="connsiteX8" fmla="*/ 64216 w 63963"/>
                <a:gd name="connsiteY8" fmla="*/ 17328 h 136742"/>
                <a:gd name="connsiteX9" fmla="*/ 47239 w 63963"/>
                <a:gd name="connsiteY9" fmla="*/ 8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963" h="136742">
                  <a:moveTo>
                    <a:pt x="17228" y="103245"/>
                  </a:moveTo>
                  <a:cubicBezTo>
                    <a:pt x="7830" y="103245"/>
                    <a:pt x="252" y="111111"/>
                    <a:pt x="252" y="120489"/>
                  </a:cubicBezTo>
                  <a:cubicBezTo>
                    <a:pt x="252" y="129263"/>
                    <a:pt x="7830" y="136826"/>
                    <a:pt x="16622" y="136826"/>
                  </a:cubicBezTo>
                  <a:cubicBezTo>
                    <a:pt x="26322" y="136826"/>
                    <a:pt x="33901" y="129565"/>
                    <a:pt x="33901" y="120489"/>
                  </a:cubicBezTo>
                  <a:cubicBezTo>
                    <a:pt x="33901" y="111111"/>
                    <a:pt x="26322" y="103245"/>
                    <a:pt x="17228" y="103245"/>
                  </a:cubicBezTo>
                  <a:close/>
                  <a:moveTo>
                    <a:pt x="47239" y="84"/>
                  </a:moveTo>
                  <a:cubicBezTo>
                    <a:pt x="37842" y="84"/>
                    <a:pt x="30566" y="7647"/>
                    <a:pt x="30566" y="17328"/>
                  </a:cubicBezTo>
                  <a:cubicBezTo>
                    <a:pt x="30566" y="26404"/>
                    <a:pt x="37842" y="33664"/>
                    <a:pt x="46936" y="33664"/>
                  </a:cubicBezTo>
                  <a:cubicBezTo>
                    <a:pt x="56637" y="33664"/>
                    <a:pt x="64216" y="26404"/>
                    <a:pt x="64216" y="17328"/>
                  </a:cubicBezTo>
                  <a:cubicBezTo>
                    <a:pt x="64216" y="7647"/>
                    <a:pt x="56637" y="84"/>
                    <a:pt x="47239" y="84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EB15A052-5ECB-BFC0-3475-63E40F88781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345686" y="4892279"/>
              <a:ext cx="193817" cy="206928"/>
            </a:xfrm>
            <a:custGeom>
              <a:avLst/>
              <a:gdLst>
                <a:gd name="connsiteX0" fmla="*/ 125758 w 193817"/>
                <a:gd name="connsiteY0" fmla="*/ 84 h 206928"/>
                <a:gd name="connsiteX1" fmla="*/ 48758 w 193817"/>
                <a:gd name="connsiteY1" fmla="*/ 34269 h 206928"/>
                <a:gd name="connsiteX2" fmla="*/ 255 w 193817"/>
                <a:gd name="connsiteY2" fmla="*/ 134708 h 206928"/>
                <a:gd name="connsiteX3" fmla="*/ 66341 w 193817"/>
                <a:gd name="connsiteY3" fmla="*/ 207012 h 206928"/>
                <a:gd name="connsiteX4" fmla="*/ 193966 w 193817"/>
                <a:gd name="connsiteY4" fmla="*/ 75110 h 206928"/>
                <a:gd name="connsiteX5" fmla="*/ 125758 w 193817"/>
                <a:gd name="connsiteY5" fmla="*/ 84 h 206928"/>
                <a:gd name="connsiteX6" fmla="*/ 123029 w 193817"/>
                <a:gd name="connsiteY6" fmla="*/ 10067 h 206928"/>
                <a:gd name="connsiteX7" fmla="*/ 162135 w 193817"/>
                <a:gd name="connsiteY7" fmla="*/ 56051 h 206928"/>
                <a:gd name="connsiteX8" fmla="*/ 128183 w 193817"/>
                <a:gd name="connsiteY8" fmla="*/ 161331 h 206928"/>
                <a:gd name="connsiteX9" fmla="*/ 71494 w 193817"/>
                <a:gd name="connsiteY9" fmla="*/ 197029 h 206928"/>
                <a:gd name="connsiteX10" fmla="*/ 32085 w 193817"/>
                <a:gd name="connsiteY10" fmla="*/ 145902 h 206928"/>
                <a:gd name="connsiteX11" fmla="*/ 65432 w 193817"/>
                <a:gd name="connsiteY11" fmla="*/ 46068 h 206928"/>
                <a:gd name="connsiteX12" fmla="*/ 123029 w 193817"/>
                <a:gd name="connsiteY12" fmla="*/ 10067 h 20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817" h="206928">
                  <a:moveTo>
                    <a:pt x="125758" y="84"/>
                  </a:moveTo>
                  <a:cubicBezTo>
                    <a:pt x="100293" y="84"/>
                    <a:pt x="73010" y="12185"/>
                    <a:pt x="48758" y="34269"/>
                  </a:cubicBezTo>
                  <a:cubicBezTo>
                    <a:pt x="18141" y="62404"/>
                    <a:pt x="255" y="99313"/>
                    <a:pt x="255" y="134708"/>
                  </a:cubicBezTo>
                  <a:cubicBezTo>
                    <a:pt x="255" y="177062"/>
                    <a:pt x="27841" y="207012"/>
                    <a:pt x="66341" y="207012"/>
                  </a:cubicBezTo>
                  <a:cubicBezTo>
                    <a:pt x="129395" y="207012"/>
                    <a:pt x="190631" y="143481"/>
                    <a:pt x="193966" y="75110"/>
                  </a:cubicBezTo>
                  <a:cubicBezTo>
                    <a:pt x="196088" y="32454"/>
                    <a:pt x="166379" y="84"/>
                    <a:pt x="125758" y="84"/>
                  </a:cubicBezTo>
                  <a:close/>
                  <a:moveTo>
                    <a:pt x="123029" y="10067"/>
                  </a:moveTo>
                  <a:cubicBezTo>
                    <a:pt x="146978" y="10067"/>
                    <a:pt x="162135" y="27614"/>
                    <a:pt x="162135" y="56051"/>
                  </a:cubicBezTo>
                  <a:cubicBezTo>
                    <a:pt x="162135" y="88724"/>
                    <a:pt x="147887" y="132893"/>
                    <a:pt x="128183" y="161331"/>
                  </a:cubicBezTo>
                  <a:cubicBezTo>
                    <a:pt x="111510" y="185230"/>
                    <a:pt x="92715" y="197029"/>
                    <a:pt x="71494" y="197029"/>
                  </a:cubicBezTo>
                  <a:cubicBezTo>
                    <a:pt x="46030" y="197029"/>
                    <a:pt x="32085" y="178575"/>
                    <a:pt x="32085" y="145902"/>
                  </a:cubicBezTo>
                  <a:cubicBezTo>
                    <a:pt x="32085" y="117464"/>
                    <a:pt x="47243" y="72388"/>
                    <a:pt x="65432" y="46068"/>
                  </a:cubicBezTo>
                  <a:cubicBezTo>
                    <a:pt x="82408" y="21563"/>
                    <a:pt x="100900" y="10067"/>
                    <a:pt x="123029" y="10067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B1E3B979-5859-3C52-AEEF-0CC713D026C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577200" y="4866867"/>
              <a:ext cx="70329" cy="302526"/>
            </a:xfrm>
            <a:custGeom>
              <a:avLst/>
              <a:gdLst>
                <a:gd name="connsiteX0" fmla="*/ 70593 w 70329"/>
                <a:gd name="connsiteY0" fmla="*/ 299585 h 302526"/>
                <a:gd name="connsiteX1" fmla="*/ 65439 w 70329"/>
                <a:gd name="connsiteY1" fmla="*/ 292929 h 302526"/>
                <a:gd name="connsiteX2" fmla="*/ 17845 w 70329"/>
                <a:gd name="connsiteY2" fmla="*/ 151346 h 302526"/>
                <a:gd name="connsiteX3" fmla="*/ 66652 w 70329"/>
                <a:gd name="connsiteY3" fmla="*/ 8251 h 302526"/>
                <a:gd name="connsiteX4" fmla="*/ 70593 w 70329"/>
                <a:gd name="connsiteY4" fmla="*/ 3108 h 302526"/>
                <a:gd name="connsiteX5" fmla="*/ 67561 w 70329"/>
                <a:gd name="connsiteY5" fmla="*/ 83 h 302526"/>
                <a:gd name="connsiteX6" fmla="*/ 19361 w 70329"/>
                <a:gd name="connsiteY6" fmla="*/ 59076 h 302526"/>
                <a:gd name="connsiteX7" fmla="*/ 263 w 70329"/>
                <a:gd name="connsiteY7" fmla="*/ 151346 h 302526"/>
                <a:gd name="connsiteX8" fmla="*/ 20270 w 70329"/>
                <a:gd name="connsiteY8" fmla="*/ 245735 h 302526"/>
                <a:gd name="connsiteX9" fmla="*/ 67561 w 70329"/>
                <a:gd name="connsiteY9" fmla="*/ 302610 h 302526"/>
                <a:gd name="connsiteX10" fmla="*/ 70593 w 70329"/>
                <a:gd name="connsiteY10" fmla="*/ 29958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593" y="299585"/>
                  </a:moveTo>
                  <a:cubicBezTo>
                    <a:pt x="70593" y="298677"/>
                    <a:pt x="70593" y="298072"/>
                    <a:pt x="65439" y="292929"/>
                  </a:cubicBezTo>
                  <a:cubicBezTo>
                    <a:pt x="27546" y="254811"/>
                    <a:pt x="17845" y="197633"/>
                    <a:pt x="17845" y="151346"/>
                  </a:cubicBezTo>
                  <a:cubicBezTo>
                    <a:pt x="17845" y="98707"/>
                    <a:pt x="29365" y="46067"/>
                    <a:pt x="66652" y="8251"/>
                  </a:cubicBezTo>
                  <a:cubicBezTo>
                    <a:pt x="70593" y="4621"/>
                    <a:pt x="70593" y="4016"/>
                    <a:pt x="70593" y="3108"/>
                  </a:cubicBezTo>
                  <a:cubicBezTo>
                    <a:pt x="70593" y="991"/>
                    <a:pt x="69380" y="83"/>
                    <a:pt x="67561" y="83"/>
                  </a:cubicBezTo>
                  <a:cubicBezTo>
                    <a:pt x="64530" y="83"/>
                    <a:pt x="37247" y="20655"/>
                    <a:pt x="19361" y="59076"/>
                  </a:cubicBezTo>
                  <a:cubicBezTo>
                    <a:pt x="3900" y="92354"/>
                    <a:pt x="263" y="125934"/>
                    <a:pt x="263" y="151346"/>
                  </a:cubicBezTo>
                  <a:cubicBezTo>
                    <a:pt x="263" y="174944"/>
                    <a:pt x="3597" y="211549"/>
                    <a:pt x="20270" y="245735"/>
                  </a:cubicBezTo>
                  <a:cubicBezTo>
                    <a:pt x="38459" y="282946"/>
                    <a:pt x="64530" y="302610"/>
                    <a:pt x="67561" y="302610"/>
                  </a:cubicBezTo>
                  <a:cubicBezTo>
                    <a:pt x="69380" y="302610"/>
                    <a:pt x="70593" y="301702"/>
                    <a:pt x="70593" y="299585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53D5DEFE-30A1-3B20-DA58-944CD81A38C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671007" y="4887136"/>
              <a:ext cx="139144" cy="209348"/>
            </a:xfrm>
            <a:custGeom>
              <a:avLst/>
              <a:gdLst>
                <a:gd name="connsiteX0" fmla="*/ 135469 w 139144"/>
                <a:gd name="connsiteY0" fmla="*/ 171314 h 209348"/>
                <a:gd name="connsiteX1" fmla="*/ 110611 w 139144"/>
                <a:gd name="connsiteY1" fmla="*/ 195214 h 209348"/>
                <a:gd name="connsiteX2" fmla="*/ 105761 w 139144"/>
                <a:gd name="connsiteY2" fmla="*/ 189768 h 209348"/>
                <a:gd name="connsiteX3" fmla="*/ 115765 w 139144"/>
                <a:gd name="connsiteY3" fmla="*/ 151952 h 209348"/>
                <a:gd name="connsiteX4" fmla="*/ 130316 w 139144"/>
                <a:gd name="connsiteY4" fmla="*/ 93565 h 209348"/>
                <a:gd name="connsiteX5" fmla="*/ 110308 w 139144"/>
                <a:gd name="connsiteY5" fmla="*/ 73295 h 209348"/>
                <a:gd name="connsiteX6" fmla="*/ 40888 w 139144"/>
                <a:gd name="connsiteY6" fmla="*/ 137128 h 209348"/>
                <a:gd name="connsiteX7" fmla="*/ 77265 w 139144"/>
                <a:gd name="connsiteY7" fmla="*/ 1596 h 209348"/>
                <a:gd name="connsiteX8" fmla="*/ 75750 w 139144"/>
                <a:gd name="connsiteY8" fmla="*/ 84 h 209348"/>
                <a:gd name="connsiteX9" fmla="*/ 28156 w 139144"/>
                <a:gd name="connsiteY9" fmla="*/ 8252 h 209348"/>
                <a:gd name="connsiteX10" fmla="*/ 28156 w 139144"/>
                <a:gd name="connsiteY10" fmla="*/ 12790 h 209348"/>
                <a:gd name="connsiteX11" fmla="*/ 36037 w 139144"/>
                <a:gd name="connsiteY11" fmla="*/ 12790 h 209348"/>
                <a:gd name="connsiteX12" fmla="*/ 36947 w 139144"/>
                <a:gd name="connsiteY12" fmla="*/ 12487 h 209348"/>
                <a:gd name="connsiteX13" fmla="*/ 48466 w 139144"/>
                <a:gd name="connsiteY13" fmla="*/ 20051 h 209348"/>
                <a:gd name="connsiteX14" fmla="*/ 44222 w 139144"/>
                <a:gd name="connsiteY14" fmla="*/ 40622 h 209348"/>
                <a:gd name="connsiteX15" fmla="*/ 41191 w 139144"/>
                <a:gd name="connsiteY15" fmla="*/ 51816 h 209348"/>
                <a:gd name="connsiteX16" fmla="*/ 266 w 139144"/>
                <a:gd name="connsiteY16" fmla="*/ 206710 h 209348"/>
                <a:gd name="connsiteX17" fmla="*/ 23002 w 139144"/>
                <a:gd name="connsiteY17" fmla="*/ 206710 h 209348"/>
                <a:gd name="connsiteX18" fmla="*/ 51195 w 139144"/>
                <a:gd name="connsiteY18" fmla="*/ 131380 h 209348"/>
                <a:gd name="connsiteX19" fmla="*/ 98182 w 139144"/>
                <a:gd name="connsiteY19" fmla="*/ 88724 h 209348"/>
                <a:gd name="connsiteX20" fmla="*/ 106671 w 139144"/>
                <a:gd name="connsiteY20" fmla="*/ 96287 h 209348"/>
                <a:gd name="connsiteX21" fmla="*/ 104548 w 139144"/>
                <a:gd name="connsiteY21" fmla="*/ 106271 h 209348"/>
                <a:gd name="connsiteX22" fmla="*/ 87875 w 139144"/>
                <a:gd name="connsiteY22" fmla="*/ 168894 h 209348"/>
                <a:gd name="connsiteX23" fmla="*/ 81813 w 139144"/>
                <a:gd name="connsiteY23" fmla="*/ 196726 h 209348"/>
                <a:gd name="connsiteX24" fmla="*/ 95151 w 139144"/>
                <a:gd name="connsiteY24" fmla="*/ 209432 h 209348"/>
                <a:gd name="connsiteX25" fmla="*/ 139410 w 139144"/>
                <a:gd name="connsiteY25" fmla="*/ 174944 h 209348"/>
                <a:gd name="connsiteX26" fmla="*/ 135469 w 139144"/>
                <a:gd name="connsiteY26" fmla="*/ 171314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44" h="209348">
                  <a:moveTo>
                    <a:pt x="135469" y="171314"/>
                  </a:moveTo>
                  <a:cubicBezTo>
                    <a:pt x="119100" y="191886"/>
                    <a:pt x="115462" y="195214"/>
                    <a:pt x="110611" y="195214"/>
                  </a:cubicBezTo>
                  <a:cubicBezTo>
                    <a:pt x="107883" y="195214"/>
                    <a:pt x="105761" y="192491"/>
                    <a:pt x="105761" y="189768"/>
                  </a:cubicBezTo>
                  <a:cubicBezTo>
                    <a:pt x="105761" y="186743"/>
                    <a:pt x="110611" y="167684"/>
                    <a:pt x="115765" y="151952"/>
                  </a:cubicBezTo>
                  <a:cubicBezTo>
                    <a:pt x="124556" y="123212"/>
                    <a:pt x="130316" y="100825"/>
                    <a:pt x="130316" y="93565"/>
                  </a:cubicBezTo>
                  <a:cubicBezTo>
                    <a:pt x="130316" y="81463"/>
                    <a:pt x="122131" y="73295"/>
                    <a:pt x="110308" y="73295"/>
                  </a:cubicBezTo>
                  <a:cubicBezTo>
                    <a:pt x="90604" y="73295"/>
                    <a:pt x="69080" y="93262"/>
                    <a:pt x="40888" y="137128"/>
                  </a:cubicBezTo>
                  <a:lnTo>
                    <a:pt x="77265" y="1596"/>
                  </a:lnTo>
                  <a:lnTo>
                    <a:pt x="75750" y="84"/>
                  </a:lnTo>
                  <a:cubicBezTo>
                    <a:pt x="58167" y="4017"/>
                    <a:pt x="46344" y="6134"/>
                    <a:pt x="28156" y="8252"/>
                  </a:cubicBezTo>
                  <a:lnTo>
                    <a:pt x="28156" y="12790"/>
                  </a:lnTo>
                  <a:lnTo>
                    <a:pt x="36037" y="12790"/>
                  </a:lnTo>
                  <a:cubicBezTo>
                    <a:pt x="36340" y="12790"/>
                    <a:pt x="36644" y="12790"/>
                    <a:pt x="36947" y="12487"/>
                  </a:cubicBezTo>
                  <a:cubicBezTo>
                    <a:pt x="41191" y="10672"/>
                    <a:pt x="48466" y="15815"/>
                    <a:pt x="48466" y="20051"/>
                  </a:cubicBezTo>
                  <a:cubicBezTo>
                    <a:pt x="48466" y="24286"/>
                    <a:pt x="46951" y="31849"/>
                    <a:pt x="44222" y="40622"/>
                  </a:cubicBezTo>
                  <a:cubicBezTo>
                    <a:pt x="43919" y="40925"/>
                    <a:pt x="43010" y="45160"/>
                    <a:pt x="41191" y="51816"/>
                  </a:cubicBezTo>
                  <a:lnTo>
                    <a:pt x="266" y="206710"/>
                  </a:lnTo>
                  <a:lnTo>
                    <a:pt x="23002" y="206710"/>
                  </a:lnTo>
                  <a:cubicBezTo>
                    <a:pt x="35128" y="160120"/>
                    <a:pt x="39069" y="149835"/>
                    <a:pt x="51195" y="131380"/>
                  </a:cubicBezTo>
                  <a:cubicBezTo>
                    <a:pt x="66958" y="107481"/>
                    <a:pt x="87572" y="88724"/>
                    <a:pt x="98182" y="88724"/>
                  </a:cubicBezTo>
                  <a:cubicBezTo>
                    <a:pt x="102730" y="88724"/>
                    <a:pt x="106671" y="92354"/>
                    <a:pt x="106671" y="96287"/>
                  </a:cubicBezTo>
                  <a:cubicBezTo>
                    <a:pt x="106671" y="97497"/>
                    <a:pt x="105761" y="101430"/>
                    <a:pt x="104548" y="106271"/>
                  </a:cubicBezTo>
                  <a:lnTo>
                    <a:pt x="87875" y="168894"/>
                  </a:lnTo>
                  <a:cubicBezTo>
                    <a:pt x="83935" y="183718"/>
                    <a:pt x="81813" y="193096"/>
                    <a:pt x="81813" y="196726"/>
                  </a:cubicBezTo>
                  <a:cubicBezTo>
                    <a:pt x="81813" y="204592"/>
                    <a:pt x="86966" y="209432"/>
                    <a:pt x="95151" y="209432"/>
                  </a:cubicBezTo>
                  <a:cubicBezTo>
                    <a:pt x="110611" y="209432"/>
                    <a:pt x="121222" y="201264"/>
                    <a:pt x="139410" y="174944"/>
                  </a:cubicBezTo>
                  <a:lnTo>
                    <a:pt x="135469" y="17131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2FBFBD5D-C64A-B9D2-6EA4-0C7CA6DB2357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834668" y="4866867"/>
              <a:ext cx="70330" cy="302526"/>
            </a:xfrm>
            <a:custGeom>
              <a:avLst/>
              <a:gdLst>
                <a:gd name="connsiteX0" fmla="*/ 70601 w 70330"/>
                <a:gd name="connsiteY0" fmla="*/ 151346 h 302526"/>
                <a:gd name="connsiteX1" fmla="*/ 50594 w 70330"/>
                <a:gd name="connsiteY1" fmla="*/ 56958 h 302526"/>
                <a:gd name="connsiteX2" fmla="*/ 3303 w 70330"/>
                <a:gd name="connsiteY2" fmla="*/ 83 h 302526"/>
                <a:gd name="connsiteX3" fmla="*/ 271 w 70330"/>
                <a:gd name="connsiteY3" fmla="*/ 3108 h 302526"/>
                <a:gd name="connsiteX4" fmla="*/ 6031 w 70330"/>
                <a:gd name="connsiteY4" fmla="*/ 10067 h 302526"/>
                <a:gd name="connsiteX5" fmla="*/ 53019 w 70330"/>
                <a:gd name="connsiteY5" fmla="*/ 151346 h 302526"/>
                <a:gd name="connsiteX6" fmla="*/ 4212 w 70330"/>
                <a:gd name="connsiteY6" fmla="*/ 294442 h 302526"/>
                <a:gd name="connsiteX7" fmla="*/ 271 w 70330"/>
                <a:gd name="connsiteY7" fmla="*/ 299585 h 302526"/>
                <a:gd name="connsiteX8" fmla="*/ 3303 w 70330"/>
                <a:gd name="connsiteY8" fmla="*/ 302610 h 302526"/>
                <a:gd name="connsiteX9" fmla="*/ 51503 w 70330"/>
                <a:gd name="connsiteY9" fmla="*/ 243617 h 302526"/>
                <a:gd name="connsiteX10" fmla="*/ 70601 w 70330"/>
                <a:gd name="connsiteY10" fmla="*/ 15134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601" y="151346"/>
                  </a:moveTo>
                  <a:cubicBezTo>
                    <a:pt x="70601" y="127749"/>
                    <a:pt x="67267" y="91144"/>
                    <a:pt x="50594" y="56958"/>
                  </a:cubicBezTo>
                  <a:cubicBezTo>
                    <a:pt x="32405" y="19747"/>
                    <a:pt x="6334" y="83"/>
                    <a:pt x="3303" y="83"/>
                  </a:cubicBezTo>
                  <a:cubicBezTo>
                    <a:pt x="1484" y="83"/>
                    <a:pt x="271" y="1293"/>
                    <a:pt x="271" y="3108"/>
                  </a:cubicBezTo>
                  <a:cubicBezTo>
                    <a:pt x="271" y="4016"/>
                    <a:pt x="271" y="4621"/>
                    <a:pt x="6031" y="10067"/>
                  </a:cubicBezTo>
                  <a:cubicBezTo>
                    <a:pt x="35740" y="40017"/>
                    <a:pt x="53019" y="88118"/>
                    <a:pt x="53019" y="151346"/>
                  </a:cubicBezTo>
                  <a:cubicBezTo>
                    <a:pt x="53019" y="203079"/>
                    <a:pt x="41803" y="256323"/>
                    <a:pt x="4212" y="294442"/>
                  </a:cubicBezTo>
                  <a:cubicBezTo>
                    <a:pt x="271" y="298072"/>
                    <a:pt x="271" y="298677"/>
                    <a:pt x="271" y="299585"/>
                  </a:cubicBezTo>
                  <a:cubicBezTo>
                    <a:pt x="271" y="301400"/>
                    <a:pt x="1484" y="302610"/>
                    <a:pt x="3303" y="302610"/>
                  </a:cubicBezTo>
                  <a:cubicBezTo>
                    <a:pt x="6334" y="302610"/>
                    <a:pt x="33618" y="282038"/>
                    <a:pt x="51503" y="243617"/>
                  </a:cubicBezTo>
                  <a:cubicBezTo>
                    <a:pt x="66964" y="210339"/>
                    <a:pt x="70601" y="176759"/>
                    <a:pt x="70601" y="15134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7BEF6F13-F950-4A69-2773-300190BE063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253675" y="4883809"/>
              <a:ext cx="78818" cy="260778"/>
            </a:xfrm>
            <a:custGeom>
              <a:avLst/>
              <a:gdLst>
                <a:gd name="connsiteX0" fmla="*/ 79103 w 78818"/>
                <a:gd name="connsiteY0" fmla="*/ 84 h 260778"/>
                <a:gd name="connsiteX1" fmla="*/ 39997 w 78818"/>
                <a:gd name="connsiteY1" fmla="*/ 28824 h 260778"/>
                <a:gd name="connsiteX2" fmla="*/ 285 w 78818"/>
                <a:gd name="connsiteY2" fmla="*/ 131683 h 260778"/>
                <a:gd name="connsiteX3" fmla="*/ 22415 w 78818"/>
                <a:gd name="connsiteY3" fmla="*/ 209130 h 260778"/>
                <a:gd name="connsiteX4" fmla="*/ 79103 w 78818"/>
                <a:gd name="connsiteY4" fmla="*/ 260862 h 260778"/>
                <a:gd name="connsiteX5" fmla="*/ 79103 w 78818"/>
                <a:gd name="connsiteY5" fmla="*/ 252391 h 260778"/>
                <a:gd name="connsiteX6" fmla="*/ 47879 w 78818"/>
                <a:gd name="connsiteY6" fmla="*/ 220021 h 260778"/>
                <a:gd name="connsiteX7" fmla="*/ 34540 w 78818"/>
                <a:gd name="connsiteY7" fmla="*/ 131985 h 260778"/>
                <a:gd name="connsiteX8" fmla="*/ 47273 w 78818"/>
                <a:gd name="connsiteY8" fmla="*/ 41530 h 260778"/>
                <a:gd name="connsiteX9" fmla="*/ 79103 w 78818"/>
                <a:gd name="connsiteY9" fmla="*/ 8252 h 260778"/>
                <a:gd name="connsiteX10" fmla="*/ 79103 w 78818"/>
                <a:gd name="connsiteY10" fmla="*/ 84 h 26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18" h="260778">
                  <a:moveTo>
                    <a:pt x="79103" y="84"/>
                  </a:moveTo>
                  <a:cubicBezTo>
                    <a:pt x="60308" y="10067"/>
                    <a:pt x="51820" y="16420"/>
                    <a:pt x="39997" y="28824"/>
                  </a:cubicBezTo>
                  <a:cubicBezTo>
                    <a:pt x="14230" y="56656"/>
                    <a:pt x="285" y="92657"/>
                    <a:pt x="285" y="131683"/>
                  </a:cubicBezTo>
                  <a:cubicBezTo>
                    <a:pt x="285" y="159213"/>
                    <a:pt x="7864" y="186138"/>
                    <a:pt x="22415" y="209130"/>
                  </a:cubicBezTo>
                  <a:cubicBezTo>
                    <a:pt x="36359" y="230912"/>
                    <a:pt x="49395" y="243013"/>
                    <a:pt x="79103" y="260862"/>
                  </a:cubicBezTo>
                  <a:lnTo>
                    <a:pt x="79103" y="252391"/>
                  </a:lnTo>
                  <a:cubicBezTo>
                    <a:pt x="61824" y="241500"/>
                    <a:pt x="54245" y="233634"/>
                    <a:pt x="47879" y="220021"/>
                  </a:cubicBezTo>
                  <a:cubicBezTo>
                    <a:pt x="38784" y="201264"/>
                    <a:pt x="34540" y="173432"/>
                    <a:pt x="34540" y="131985"/>
                  </a:cubicBezTo>
                  <a:cubicBezTo>
                    <a:pt x="34540" y="90237"/>
                    <a:pt x="38784" y="59682"/>
                    <a:pt x="47273" y="41530"/>
                  </a:cubicBezTo>
                  <a:cubicBezTo>
                    <a:pt x="53639" y="28219"/>
                    <a:pt x="60914" y="20353"/>
                    <a:pt x="79103" y="8252"/>
                  </a:cubicBezTo>
                  <a:lnTo>
                    <a:pt x="79103" y="8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FAF30176-7BCE-F39E-495A-81FE37CCA69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345906" y="4889254"/>
              <a:ext cx="182797" cy="204508"/>
            </a:xfrm>
            <a:custGeom>
              <a:avLst/>
              <a:gdLst>
                <a:gd name="connsiteX0" fmla="*/ 288 w 182797"/>
                <a:gd name="connsiteY0" fmla="*/ 84 h 204508"/>
                <a:gd name="connsiteX1" fmla="*/ 288 w 182797"/>
                <a:gd name="connsiteY1" fmla="*/ 7647 h 204508"/>
                <a:gd name="connsiteX2" fmla="*/ 26965 w 182797"/>
                <a:gd name="connsiteY2" fmla="*/ 29126 h 204508"/>
                <a:gd name="connsiteX3" fmla="*/ 26965 w 182797"/>
                <a:gd name="connsiteY3" fmla="*/ 175549 h 204508"/>
                <a:gd name="connsiteX4" fmla="*/ 288 w 182797"/>
                <a:gd name="connsiteY4" fmla="*/ 197029 h 204508"/>
                <a:gd name="connsiteX5" fmla="*/ 288 w 182797"/>
                <a:gd name="connsiteY5" fmla="*/ 204592 h 204508"/>
                <a:gd name="connsiteX6" fmla="*/ 97901 w 182797"/>
                <a:gd name="connsiteY6" fmla="*/ 204592 h 204508"/>
                <a:gd name="connsiteX7" fmla="*/ 183086 w 182797"/>
                <a:gd name="connsiteY7" fmla="*/ 147717 h 204508"/>
                <a:gd name="connsiteX8" fmla="*/ 166716 w 182797"/>
                <a:gd name="connsiteY8" fmla="*/ 112321 h 204508"/>
                <a:gd name="connsiteX9" fmla="*/ 124578 w 182797"/>
                <a:gd name="connsiteY9" fmla="*/ 94170 h 204508"/>
                <a:gd name="connsiteX10" fmla="*/ 172779 w 182797"/>
                <a:gd name="connsiteY10" fmla="*/ 48488 h 204508"/>
                <a:gd name="connsiteX11" fmla="*/ 93960 w 182797"/>
                <a:gd name="connsiteY11" fmla="*/ 84 h 204508"/>
                <a:gd name="connsiteX12" fmla="*/ 288 w 182797"/>
                <a:gd name="connsiteY12" fmla="*/ 84 h 204508"/>
                <a:gd name="connsiteX13" fmla="*/ 75469 w 182797"/>
                <a:gd name="connsiteY13" fmla="*/ 100825 h 204508"/>
                <a:gd name="connsiteX14" fmla="*/ 84563 w 182797"/>
                <a:gd name="connsiteY14" fmla="*/ 100825 h 204508"/>
                <a:gd name="connsiteX15" fmla="*/ 130944 w 182797"/>
                <a:gd name="connsiteY15" fmla="*/ 150440 h 204508"/>
                <a:gd name="connsiteX16" fmla="*/ 93960 w 182797"/>
                <a:gd name="connsiteY16" fmla="*/ 194911 h 204508"/>
                <a:gd name="connsiteX17" fmla="*/ 75469 w 182797"/>
                <a:gd name="connsiteY17" fmla="*/ 176457 h 204508"/>
                <a:gd name="connsiteX18" fmla="*/ 75469 w 182797"/>
                <a:gd name="connsiteY18" fmla="*/ 100825 h 204508"/>
                <a:gd name="connsiteX19" fmla="*/ 75469 w 182797"/>
                <a:gd name="connsiteY19" fmla="*/ 23983 h 204508"/>
                <a:gd name="connsiteX20" fmla="*/ 91838 w 182797"/>
                <a:gd name="connsiteY20" fmla="*/ 9160 h 204508"/>
                <a:gd name="connsiteX21" fmla="*/ 122759 w 182797"/>
                <a:gd name="connsiteY21" fmla="*/ 50606 h 204508"/>
                <a:gd name="connsiteX22" fmla="*/ 75469 w 182797"/>
                <a:gd name="connsiteY22" fmla="*/ 91749 h 204508"/>
                <a:gd name="connsiteX23" fmla="*/ 75469 w 182797"/>
                <a:gd name="connsiteY23" fmla="*/ 2398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2797" h="204508">
                  <a:moveTo>
                    <a:pt x="288" y="84"/>
                  </a:moveTo>
                  <a:lnTo>
                    <a:pt x="288" y="7647"/>
                  </a:lnTo>
                  <a:cubicBezTo>
                    <a:pt x="21205" y="8857"/>
                    <a:pt x="26965" y="13698"/>
                    <a:pt x="26965" y="29126"/>
                  </a:cubicBezTo>
                  <a:lnTo>
                    <a:pt x="26965" y="175549"/>
                  </a:lnTo>
                  <a:cubicBezTo>
                    <a:pt x="26965" y="190978"/>
                    <a:pt x="22418" y="194609"/>
                    <a:pt x="288" y="197029"/>
                  </a:cubicBezTo>
                  <a:lnTo>
                    <a:pt x="288" y="204592"/>
                  </a:lnTo>
                  <a:lnTo>
                    <a:pt x="97901" y="204592"/>
                  </a:lnTo>
                  <a:cubicBezTo>
                    <a:pt x="149133" y="204592"/>
                    <a:pt x="183086" y="181902"/>
                    <a:pt x="183086" y="147717"/>
                  </a:cubicBezTo>
                  <a:cubicBezTo>
                    <a:pt x="183086" y="134103"/>
                    <a:pt x="177326" y="121700"/>
                    <a:pt x="166716" y="112321"/>
                  </a:cubicBezTo>
                  <a:cubicBezTo>
                    <a:pt x="156106" y="103245"/>
                    <a:pt x="145799" y="98708"/>
                    <a:pt x="124578" y="94170"/>
                  </a:cubicBezTo>
                  <a:cubicBezTo>
                    <a:pt x="159743" y="83884"/>
                    <a:pt x="172779" y="71480"/>
                    <a:pt x="172779" y="48488"/>
                  </a:cubicBezTo>
                  <a:cubicBezTo>
                    <a:pt x="172779" y="17328"/>
                    <a:pt x="144586" y="84"/>
                    <a:pt x="93960" y="84"/>
                  </a:cubicBezTo>
                  <a:lnTo>
                    <a:pt x="288" y="84"/>
                  </a:lnTo>
                  <a:close/>
                  <a:moveTo>
                    <a:pt x="75469" y="100825"/>
                  </a:moveTo>
                  <a:lnTo>
                    <a:pt x="84563" y="100825"/>
                  </a:lnTo>
                  <a:cubicBezTo>
                    <a:pt x="115787" y="100825"/>
                    <a:pt x="130944" y="117162"/>
                    <a:pt x="130944" y="150440"/>
                  </a:cubicBezTo>
                  <a:cubicBezTo>
                    <a:pt x="130944" y="179785"/>
                    <a:pt x="118515" y="194911"/>
                    <a:pt x="93960" y="194911"/>
                  </a:cubicBezTo>
                  <a:cubicBezTo>
                    <a:pt x="80622" y="194911"/>
                    <a:pt x="75469" y="189768"/>
                    <a:pt x="75469" y="176457"/>
                  </a:cubicBezTo>
                  <a:lnTo>
                    <a:pt x="75469" y="100825"/>
                  </a:lnTo>
                  <a:close/>
                  <a:moveTo>
                    <a:pt x="75469" y="23983"/>
                  </a:moveTo>
                  <a:cubicBezTo>
                    <a:pt x="75469" y="13092"/>
                    <a:pt x="80016" y="9160"/>
                    <a:pt x="91838" y="9160"/>
                  </a:cubicBezTo>
                  <a:cubicBezTo>
                    <a:pt x="113059" y="9160"/>
                    <a:pt x="122759" y="22168"/>
                    <a:pt x="122759" y="50606"/>
                  </a:cubicBezTo>
                  <a:cubicBezTo>
                    <a:pt x="122759" y="82371"/>
                    <a:pt x="112756" y="90842"/>
                    <a:pt x="75469" y="91749"/>
                  </a:cubicBezTo>
                  <a:lnTo>
                    <a:pt x="75469" y="2398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3786A157-13CC-0B9E-AA4F-4A249E28F536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551589" y="4950667"/>
              <a:ext cx="140356" cy="147330"/>
            </a:xfrm>
            <a:custGeom>
              <a:avLst/>
              <a:gdLst>
                <a:gd name="connsiteX0" fmla="*/ 136105 w 140356"/>
                <a:gd name="connsiteY0" fmla="*/ 123817 h 147330"/>
                <a:gd name="connsiteX1" fmla="*/ 133073 w 140356"/>
                <a:gd name="connsiteY1" fmla="*/ 126843 h 147330"/>
                <a:gd name="connsiteX2" fmla="*/ 129738 w 140356"/>
                <a:gd name="connsiteY2" fmla="*/ 128053 h 147330"/>
                <a:gd name="connsiteX3" fmla="*/ 123372 w 140356"/>
                <a:gd name="connsiteY3" fmla="*/ 120489 h 147330"/>
                <a:gd name="connsiteX4" fmla="*/ 123372 w 140356"/>
                <a:gd name="connsiteY4" fmla="*/ 41530 h 147330"/>
                <a:gd name="connsiteX5" fmla="*/ 63349 w 140356"/>
                <a:gd name="connsiteY5" fmla="*/ 84 h 147330"/>
                <a:gd name="connsiteX6" fmla="*/ 6055 w 140356"/>
                <a:gd name="connsiteY6" fmla="*/ 38202 h 147330"/>
                <a:gd name="connsiteX7" fmla="*/ 25759 w 140356"/>
                <a:gd name="connsiteY7" fmla="*/ 58169 h 147330"/>
                <a:gd name="connsiteX8" fmla="*/ 46373 w 140356"/>
                <a:gd name="connsiteY8" fmla="*/ 40622 h 147330"/>
                <a:gd name="connsiteX9" fmla="*/ 40916 w 140356"/>
                <a:gd name="connsiteY9" fmla="*/ 27614 h 147330"/>
                <a:gd name="connsiteX10" fmla="*/ 37279 w 140356"/>
                <a:gd name="connsiteY10" fmla="*/ 20958 h 147330"/>
                <a:gd name="connsiteX11" fmla="*/ 56377 w 140356"/>
                <a:gd name="connsiteY11" fmla="*/ 9765 h 147330"/>
                <a:gd name="connsiteX12" fmla="*/ 81841 w 140356"/>
                <a:gd name="connsiteY12" fmla="*/ 36387 h 147330"/>
                <a:gd name="connsiteX13" fmla="*/ 81841 w 140356"/>
                <a:gd name="connsiteY13" fmla="*/ 58471 h 147330"/>
                <a:gd name="connsiteX14" fmla="*/ 19696 w 140356"/>
                <a:gd name="connsiteY14" fmla="*/ 82976 h 147330"/>
                <a:gd name="connsiteX15" fmla="*/ 295 w 140356"/>
                <a:gd name="connsiteY15" fmla="*/ 115347 h 147330"/>
                <a:gd name="connsiteX16" fmla="*/ 33944 w 140356"/>
                <a:gd name="connsiteY16" fmla="*/ 147414 h 147330"/>
                <a:gd name="connsiteX17" fmla="*/ 81841 w 140356"/>
                <a:gd name="connsiteY17" fmla="*/ 126237 h 147330"/>
                <a:gd name="connsiteX18" fmla="*/ 106699 w 140356"/>
                <a:gd name="connsiteY18" fmla="*/ 147414 h 147330"/>
                <a:gd name="connsiteX19" fmla="*/ 140652 w 140356"/>
                <a:gd name="connsiteY19" fmla="*/ 130170 h 147330"/>
                <a:gd name="connsiteX20" fmla="*/ 136105 w 140356"/>
                <a:gd name="connsiteY20" fmla="*/ 123817 h 147330"/>
                <a:gd name="connsiteX21" fmla="*/ 81538 w 140356"/>
                <a:gd name="connsiteY21" fmla="*/ 112926 h 147330"/>
                <a:gd name="connsiteX22" fmla="*/ 60015 w 140356"/>
                <a:gd name="connsiteY22" fmla="*/ 125935 h 147330"/>
                <a:gd name="connsiteX23" fmla="*/ 44554 w 140356"/>
                <a:gd name="connsiteY23" fmla="*/ 105666 h 147330"/>
                <a:gd name="connsiteX24" fmla="*/ 81538 w 140356"/>
                <a:gd name="connsiteY24" fmla="*/ 69060 h 147330"/>
                <a:gd name="connsiteX25" fmla="*/ 81538 w 140356"/>
                <a:gd name="connsiteY25" fmla="*/ 112926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356" h="147330">
                  <a:moveTo>
                    <a:pt x="136105" y="123817"/>
                  </a:moveTo>
                  <a:lnTo>
                    <a:pt x="133073" y="126843"/>
                  </a:lnTo>
                  <a:cubicBezTo>
                    <a:pt x="132164" y="127750"/>
                    <a:pt x="131254" y="128053"/>
                    <a:pt x="129738" y="128053"/>
                  </a:cubicBezTo>
                  <a:cubicBezTo>
                    <a:pt x="125494" y="128053"/>
                    <a:pt x="123372" y="125330"/>
                    <a:pt x="123372" y="120489"/>
                  </a:cubicBezTo>
                  <a:lnTo>
                    <a:pt x="123372" y="41530"/>
                  </a:lnTo>
                  <a:cubicBezTo>
                    <a:pt x="123372" y="16118"/>
                    <a:pt x="100333" y="84"/>
                    <a:pt x="63349" y="84"/>
                  </a:cubicBezTo>
                  <a:cubicBezTo>
                    <a:pt x="29094" y="84"/>
                    <a:pt x="6055" y="15513"/>
                    <a:pt x="6055" y="38202"/>
                  </a:cubicBezTo>
                  <a:cubicBezTo>
                    <a:pt x="6055" y="50606"/>
                    <a:pt x="13330" y="58169"/>
                    <a:pt x="25759" y="58169"/>
                  </a:cubicBezTo>
                  <a:cubicBezTo>
                    <a:pt x="37885" y="58169"/>
                    <a:pt x="46373" y="50908"/>
                    <a:pt x="46373" y="40622"/>
                  </a:cubicBezTo>
                  <a:cubicBezTo>
                    <a:pt x="46373" y="36387"/>
                    <a:pt x="44554" y="32454"/>
                    <a:pt x="40916" y="27614"/>
                  </a:cubicBezTo>
                  <a:cubicBezTo>
                    <a:pt x="38188" y="24588"/>
                    <a:pt x="37279" y="22773"/>
                    <a:pt x="37279" y="20958"/>
                  </a:cubicBezTo>
                  <a:cubicBezTo>
                    <a:pt x="37279" y="14605"/>
                    <a:pt x="45767" y="9765"/>
                    <a:pt x="56377" y="9765"/>
                  </a:cubicBezTo>
                  <a:cubicBezTo>
                    <a:pt x="73959" y="9765"/>
                    <a:pt x="81841" y="17933"/>
                    <a:pt x="81841" y="36387"/>
                  </a:cubicBezTo>
                  <a:lnTo>
                    <a:pt x="81841" y="58471"/>
                  </a:lnTo>
                  <a:cubicBezTo>
                    <a:pt x="45767" y="69362"/>
                    <a:pt x="30913" y="75413"/>
                    <a:pt x="19696" y="82976"/>
                  </a:cubicBezTo>
                  <a:cubicBezTo>
                    <a:pt x="6661" y="92052"/>
                    <a:pt x="295" y="102338"/>
                    <a:pt x="295" y="115347"/>
                  </a:cubicBezTo>
                  <a:cubicBezTo>
                    <a:pt x="295" y="133801"/>
                    <a:pt x="14543" y="147414"/>
                    <a:pt x="33944" y="147414"/>
                  </a:cubicBezTo>
                  <a:cubicBezTo>
                    <a:pt x="51223" y="147414"/>
                    <a:pt x="65168" y="141364"/>
                    <a:pt x="81841" y="126237"/>
                  </a:cubicBezTo>
                  <a:cubicBezTo>
                    <a:pt x="85176" y="141666"/>
                    <a:pt x="91845" y="147414"/>
                    <a:pt x="106699" y="147414"/>
                  </a:cubicBezTo>
                  <a:cubicBezTo>
                    <a:pt x="119735" y="147414"/>
                    <a:pt x="129132" y="142574"/>
                    <a:pt x="140652" y="130170"/>
                  </a:cubicBezTo>
                  <a:lnTo>
                    <a:pt x="136105" y="123817"/>
                  </a:lnTo>
                  <a:close/>
                  <a:moveTo>
                    <a:pt x="81538" y="112926"/>
                  </a:moveTo>
                  <a:cubicBezTo>
                    <a:pt x="73353" y="122305"/>
                    <a:pt x="67290" y="125935"/>
                    <a:pt x="60015" y="125935"/>
                  </a:cubicBezTo>
                  <a:cubicBezTo>
                    <a:pt x="50920" y="125935"/>
                    <a:pt x="44554" y="117767"/>
                    <a:pt x="44554" y="105666"/>
                  </a:cubicBezTo>
                  <a:cubicBezTo>
                    <a:pt x="44554" y="88119"/>
                    <a:pt x="57286" y="75413"/>
                    <a:pt x="81538" y="69060"/>
                  </a:cubicBezTo>
                  <a:lnTo>
                    <a:pt x="81538" y="112926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D8BB4A12-63D9-51C4-4971-5D0E538AB0A9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1703731" y="4950667"/>
              <a:ext cx="122774" cy="147330"/>
            </a:xfrm>
            <a:custGeom>
              <a:avLst/>
              <a:gdLst>
                <a:gd name="connsiteX0" fmla="*/ 117618 w 122774"/>
                <a:gd name="connsiteY0" fmla="*/ 110204 h 147330"/>
                <a:gd name="connsiteX1" fmla="*/ 86090 w 122774"/>
                <a:gd name="connsiteY1" fmla="*/ 127145 h 147330"/>
                <a:gd name="connsiteX2" fmla="*/ 43043 w 122774"/>
                <a:gd name="connsiteY2" fmla="*/ 59682 h 147330"/>
                <a:gd name="connsiteX3" fmla="*/ 68508 w 122774"/>
                <a:gd name="connsiteY3" fmla="*/ 9462 h 147330"/>
                <a:gd name="connsiteX4" fmla="*/ 79724 w 122774"/>
                <a:gd name="connsiteY4" fmla="*/ 15210 h 147330"/>
                <a:gd name="connsiteX5" fmla="*/ 81240 w 122774"/>
                <a:gd name="connsiteY5" fmla="*/ 30639 h 147330"/>
                <a:gd name="connsiteX6" fmla="*/ 98216 w 122774"/>
                <a:gd name="connsiteY6" fmla="*/ 52421 h 147330"/>
                <a:gd name="connsiteX7" fmla="*/ 118830 w 122774"/>
                <a:gd name="connsiteY7" fmla="*/ 33362 h 147330"/>
                <a:gd name="connsiteX8" fmla="*/ 71842 w 122774"/>
                <a:gd name="connsiteY8" fmla="*/ 84 h 147330"/>
                <a:gd name="connsiteX9" fmla="*/ 300 w 122774"/>
                <a:gd name="connsiteY9" fmla="*/ 75715 h 147330"/>
                <a:gd name="connsiteX10" fmla="*/ 65173 w 122774"/>
                <a:gd name="connsiteY10" fmla="*/ 147414 h 147330"/>
                <a:gd name="connsiteX11" fmla="*/ 123074 w 122774"/>
                <a:gd name="connsiteY11" fmla="*/ 115649 h 147330"/>
                <a:gd name="connsiteX12" fmla="*/ 117618 w 122774"/>
                <a:gd name="connsiteY12" fmla="*/ 110204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774" h="147330">
                  <a:moveTo>
                    <a:pt x="117618" y="110204"/>
                  </a:moveTo>
                  <a:cubicBezTo>
                    <a:pt x="106401" y="122910"/>
                    <a:pt x="98519" y="127145"/>
                    <a:pt x="86090" y="127145"/>
                  </a:cubicBezTo>
                  <a:cubicBezTo>
                    <a:pt x="59717" y="127145"/>
                    <a:pt x="43043" y="100825"/>
                    <a:pt x="43043" y="59682"/>
                  </a:cubicBezTo>
                  <a:cubicBezTo>
                    <a:pt x="43043" y="28521"/>
                    <a:pt x="52744" y="9462"/>
                    <a:pt x="68508" y="9462"/>
                  </a:cubicBezTo>
                  <a:cubicBezTo>
                    <a:pt x="73358" y="9462"/>
                    <a:pt x="77905" y="11882"/>
                    <a:pt x="79724" y="15210"/>
                  </a:cubicBezTo>
                  <a:cubicBezTo>
                    <a:pt x="81240" y="17933"/>
                    <a:pt x="81240" y="17933"/>
                    <a:pt x="81240" y="30639"/>
                  </a:cubicBezTo>
                  <a:cubicBezTo>
                    <a:pt x="81543" y="45463"/>
                    <a:pt x="87000" y="52421"/>
                    <a:pt x="98216" y="52421"/>
                  </a:cubicBezTo>
                  <a:cubicBezTo>
                    <a:pt x="110948" y="52421"/>
                    <a:pt x="118830" y="45160"/>
                    <a:pt x="118830" y="33362"/>
                  </a:cubicBezTo>
                  <a:cubicBezTo>
                    <a:pt x="118830" y="14605"/>
                    <a:pt x="98519" y="84"/>
                    <a:pt x="71842" y="84"/>
                  </a:cubicBezTo>
                  <a:cubicBezTo>
                    <a:pt x="30614" y="84"/>
                    <a:pt x="300" y="32152"/>
                    <a:pt x="300" y="75715"/>
                  </a:cubicBezTo>
                  <a:cubicBezTo>
                    <a:pt x="300" y="117464"/>
                    <a:pt x="27583" y="147414"/>
                    <a:pt x="65173" y="147414"/>
                  </a:cubicBezTo>
                  <a:cubicBezTo>
                    <a:pt x="88516" y="147414"/>
                    <a:pt x="105492" y="138036"/>
                    <a:pt x="123074" y="115649"/>
                  </a:cubicBezTo>
                  <a:lnTo>
                    <a:pt x="117618" y="11020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B127C2E3-736B-B711-AC42-9E98CF74148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837922" y="4889254"/>
              <a:ext cx="157939" cy="204508"/>
            </a:xfrm>
            <a:custGeom>
              <a:avLst/>
              <a:gdLst>
                <a:gd name="connsiteX0" fmla="*/ 149149 w 157939"/>
                <a:gd name="connsiteY0" fmla="*/ 65127 h 204508"/>
                <a:gd name="connsiteX1" fmla="*/ 84276 w 157939"/>
                <a:gd name="connsiteY1" fmla="*/ 65127 h 204508"/>
                <a:gd name="connsiteX2" fmla="*/ 84276 w 157939"/>
                <a:gd name="connsiteY2" fmla="*/ 72085 h 204508"/>
                <a:gd name="connsiteX3" fmla="*/ 91551 w 157939"/>
                <a:gd name="connsiteY3" fmla="*/ 73295 h 204508"/>
                <a:gd name="connsiteX4" fmla="*/ 102162 w 157939"/>
                <a:gd name="connsiteY4" fmla="*/ 80253 h 204508"/>
                <a:gd name="connsiteX5" fmla="*/ 95795 w 157939"/>
                <a:gd name="connsiteY5" fmla="*/ 91749 h 204508"/>
                <a:gd name="connsiteX6" fmla="*/ 56993 w 157939"/>
                <a:gd name="connsiteY6" fmla="*/ 130473 h 204508"/>
                <a:gd name="connsiteX7" fmla="*/ 56993 w 157939"/>
                <a:gd name="connsiteY7" fmla="*/ 84 h 204508"/>
                <a:gd name="connsiteX8" fmla="*/ 304 w 157939"/>
                <a:gd name="connsiteY8" fmla="*/ 84 h 204508"/>
                <a:gd name="connsiteX9" fmla="*/ 304 w 157939"/>
                <a:gd name="connsiteY9" fmla="*/ 7344 h 204508"/>
                <a:gd name="connsiteX10" fmla="*/ 14855 w 157939"/>
                <a:gd name="connsiteY10" fmla="*/ 24891 h 204508"/>
                <a:gd name="connsiteX11" fmla="*/ 14855 w 157939"/>
                <a:gd name="connsiteY11" fmla="*/ 179180 h 204508"/>
                <a:gd name="connsiteX12" fmla="*/ 304 w 157939"/>
                <a:gd name="connsiteY12" fmla="*/ 197331 h 204508"/>
                <a:gd name="connsiteX13" fmla="*/ 304 w 157939"/>
                <a:gd name="connsiteY13" fmla="*/ 204592 h 204508"/>
                <a:gd name="connsiteX14" fmla="*/ 72756 w 157939"/>
                <a:gd name="connsiteY14" fmla="*/ 204592 h 204508"/>
                <a:gd name="connsiteX15" fmla="*/ 72756 w 157939"/>
                <a:gd name="connsiteY15" fmla="*/ 197331 h 204508"/>
                <a:gd name="connsiteX16" fmla="*/ 56993 w 157939"/>
                <a:gd name="connsiteY16" fmla="*/ 179180 h 204508"/>
                <a:gd name="connsiteX17" fmla="*/ 56993 w 157939"/>
                <a:gd name="connsiteY17" fmla="*/ 144692 h 204508"/>
                <a:gd name="connsiteX18" fmla="*/ 63965 w 157939"/>
                <a:gd name="connsiteY18" fmla="*/ 137431 h 204508"/>
                <a:gd name="connsiteX19" fmla="*/ 92764 w 157939"/>
                <a:gd name="connsiteY19" fmla="*/ 177970 h 204508"/>
                <a:gd name="connsiteX20" fmla="*/ 100039 w 157939"/>
                <a:gd name="connsiteY20" fmla="*/ 191583 h 204508"/>
                <a:gd name="connsiteX21" fmla="*/ 87307 w 157939"/>
                <a:gd name="connsiteY21" fmla="*/ 197331 h 204508"/>
                <a:gd name="connsiteX22" fmla="*/ 87307 w 157939"/>
                <a:gd name="connsiteY22" fmla="*/ 204592 h 204508"/>
                <a:gd name="connsiteX23" fmla="*/ 158244 w 157939"/>
                <a:gd name="connsiteY23" fmla="*/ 204592 h 204508"/>
                <a:gd name="connsiteX24" fmla="*/ 158244 w 157939"/>
                <a:gd name="connsiteY24" fmla="*/ 197331 h 204508"/>
                <a:gd name="connsiteX25" fmla="*/ 150665 w 157939"/>
                <a:gd name="connsiteY25" fmla="*/ 192793 h 204508"/>
                <a:gd name="connsiteX26" fmla="*/ 91855 w 157939"/>
                <a:gd name="connsiteY26" fmla="*/ 111716 h 204508"/>
                <a:gd name="connsiteX27" fmla="*/ 149149 w 157939"/>
                <a:gd name="connsiteY27" fmla="*/ 72085 h 204508"/>
                <a:gd name="connsiteX28" fmla="*/ 149149 w 157939"/>
                <a:gd name="connsiteY28" fmla="*/ 6512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7939" h="204508">
                  <a:moveTo>
                    <a:pt x="149149" y="65127"/>
                  </a:moveTo>
                  <a:lnTo>
                    <a:pt x="84276" y="65127"/>
                  </a:lnTo>
                  <a:lnTo>
                    <a:pt x="84276" y="72085"/>
                  </a:lnTo>
                  <a:cubicBezTo>
                    <a:pt x="87610" y="72690"/>
                    <a:pt x="90642" y="72993"/>
                    <a:pt x="91551" y="73295"/>
                  </a:cubicBezTo>
                  <a:cubicBezTo>
                    <a:pt x="98827" y="74203"/>
                    <a:pt x="102162" y="76321"/>
                    <a:pt x="102162" y="80253"/>
                  </a:cubicBezTo>
                  <a:cubicBezTo>
                    <a:pt x="102162" y="82976"/>
                    <a:pt x="99130" y="88422"/>
                    <a:pt x="95795" y="91749"/>
                  </a:cubicBezTo>
                  <a:lnTo>
                    <a:pt x="56993" y="130473"/>
                  </a:lnTo>
                  <a:lnTo>
                    <a:pt x="56993" y="84"/>
                  </a:lnTo>
                  <a:lnTo>
                    <a:pt x="304" y="84"/>
                  </a:lnTo>
                  <a:lnTo>
                    <a:pt x="304" y="7344"/>
                  </a:lnTo>
                  <a:cubicBezTo>
                    <a:pt x="10611" y="8252"/>
                    <a:pt x="14855" y="13395"/>
                    <a:pt x="14855" y="24891"/>
                  </a:cubicBezTo>
                  <a:lnTo>
                    <a:pt x="14855" y="179180"/>
                  </a:lnTo>
                  <a:cubicBezTo>
                    <a:pt x="14855" y="190978"/>
                    <a:pt x="10308" y="196424"/>
                    <a:pt x="304" y="197331"/>
                  </a:cubicBezTo>
                  <a:lnTo>
                    <a:pt x="304" y="204592"/>
                  </a:lnTo>
                  <a:lnTo>
                    <a:pt x="72756" y="204592"/>
                  </a:lnTo>
                  <a:lnTo>
                    <a:pt x="72756" y="197331"/>
                  </a:lnTo>
                  <a:cubicBezTo>
                    <a:pt x="58508" y="195214"/>
                    <a:pt x="56993" y="193398"/>
                    <a:pt x="56993" y="179180"/>
                  </a:cubicBezTo>
                  <a:lnTo>
                    <a:pt x="56993" y="144692"/>
                  </a:lnTo>
                  <a:lnTo>
                    <a:pt x="63965" y="137431"/>
                  </a:lnTo>
                  <a:lnTo>
                    <a:pt x="92764" y="177970"/>
                  </a:lnTo>
                  <a:cubicBezTo>
                    <a:pt x="97917" y="185533"/>
                    <a:pt x="100039" y="189163"/>
                    <a:pt x="100039" y="191583"/>
                  </a:cubicBezTo>
                  <a:cubicBezTo>
                    <a:pt x="100039" y="195214"/>
                    <a:pt x="95795" y="197029"/>
                    <a:pt x="87307" y="197331"/>
                  </a:cubicBezTo>
                  <a:lnTo>
                    <a:pt x="87307" y="204592"/>
                  </a:lnTo>
                  <a:lnTo>
                    <a:pt x="158244" y="204592"/>
                  </a:lnTo>
                  <a:lnTo>
                    <a:pt x="158244" y="197331"/>
                  </a:lnTo>
                  <a:cubicBezTo>
                    <a:pt x="154909" y="197331"/>
                    <a:pt x="153393" y="196424"/>
                    <a:pt x="150665" y="192793"/>
                  </a:cubicBezTo>
                  <a:lnTo>
                    <a:pt x="91855" y="111716"/>
                  </a:lnTo>
                  <a:cubicBezTo>
                    <a:pt x="122169" y="79951"/>
                    <a:pt x="130051" y="74505"/>
                    <a:pt x="149149" y="72085"/>
                  </a:cubicBezTo>
                  <a:lnTo>
                    <a:pt x="149149" y="6512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4F84B2B5-B64F-72D6-1AC6-3A2E120C1A1A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007405" y="4954297"/>
              <a:ext cx="207352" cy="143700"/>
            </a:xfrm>
            <a:custGeom>
              <a:avLst/>
              <a:gdLst>
                <a:gd name="connsiteX0" fmla="*/ 207662 w 207352"/>
                <a:gd name="connsiteY0" fmla="*/ 84 h 143700"/>
                <a:gd name="connsiteX1" fmla="*/ 166737 w 207352"/>
                <a:gd name="connsiteY1" fmla="*/ 84 h 143700"/>
                <a:gd name="connsiteX2" fmla="*/ 166737 w 207352"/>
                <a:gd name="connsiteY2" fmla="*/ 7344 h 143700"/>
                <a:gd name="connsiteX3" fmla="*/ 181288 w 207352"/>
                <a:gd name="connsiteY3" fmla="*/ 17933 h 143700"/>
                <a:gd name="connsiteX4" fmla="*/ 167950 w 207352"/>
                <a:gd name="connsiteY4" fmla="*/ 56656 h 143700"/>
                <a:gd name="connsiteX5" fmla="*/ 157340 w 207352"/>
                <a:gd name="connsiteY5" fmla="*/ 85094 h 143700"/>
                <a:gd name="connsiteX6" fmla="*/ 147033 w 207352"/>
                <a:gd name="connsiteY6" fmla="*/ 46673 h 143700"/>
                <a:gd name="connsiteX7" fmla="*/ 138848 w 207352"/>
                <a:gd name="connsiteY7" fmla="*/ 14605 h 143700"/>
                <a:gd name="connsiteX8" fmla="*/ 153399 w 207352"/>
                <a:gd name="connsiteY8" fmla="*/ 7344 h 143700"/>
                <a:gd name="connsiteX9" fmla="*/ 153399 w 207352"/>
                <a:gd name="connsiteY9" fmla="*/ 84 h 143700"/>
                <a:gd name="connsiteX10" fmla="*/ 82462 w 207352"/>
                <a:gd name="connsiteY10" fmla="*/ 84 h 143700"/>
                <a:gd name="connsiteX11" fmla="*/ 82462 w 207352"/>
                <a:gd name="connsiteY11" fmla="*/ 7344 h 143700"/>
                <a:gd name="connsiteX12" fmla="*/ 100348 w 207352"/>
                <a:gd name="connsiteY12" fmla="*/ 28824 h 143700"/>
                <a:gd name="connsiteX13" fmla="*/ 102167 w 207352"/>
                <a:gd name="connsiteY13" fmla="*/ 34572 h 143700"/>
                <a:gd name="connsiteX14" fmla="*/ 81553 w 207352"/>
                <a:gd name="connsiteY14" fmla="*/ 86304 h 143700"/>
                <a:gd name="connsiteX15" fmla="*/ 74278 w 207352"/>
                <a:gd name="connsiteY15" fmla="*/ 66942 h 143700"/>
                <a:gd name="connsiteX16" fmla="*/ 67911 w 207352"/>
                <a:gd name="connsiteY16" fmla="*/ 50606 h 143700"/>
                <a:gd name="connsiteX17" fmla="*/ 56089 w 207352"/>
                <a:gd name="connsiteY17" fmla="*/ 15815 h 143700"/>
                <a:gd name="connsiteX18" fmla="*/ 67608 w 207352"/>
                <a:gd name="connsiteY18" fmla="*/ 7344 h 143700"/>
                <a:gd name="connsiteX19" fmla="*/ 67608 w 207352"/>
                <a:gd name="connsiteY19" fmla="*/ 84 h 143700"/>
                <a:gd name="connsiteX20" fmla="*/ 310 w 207352"/>
                <a:gd name="connsiteY20" fmla="*/ 84 h 143700"/>
                <a:gd name="connsiteX21" fmla="*/ 310 w 207352"/>
                <a:gd name="connsiteY21" fmla="*/ 7344 h 143700"/>
                <a:gd name="connsiteX22" fmla="*/ 17589 w 207352"/>
                <a:gd name="connsiteY22" fmla="*/ 30639 h 143700"/>
                <a:gd name="connsiteX23" fmla="*/ 62455 w 207352"/>
                <a:gd name="connsiteY23" fmla="*/ 143784 h 143700"/>
                <a:gd name="connsiteX24" fmla="*/ 69730 w 207352"/>
                <a:gd name="connsiteY24" fmla="*/ 143784 h 143700"/>
                <a:gd name="connsiteX25" fmla="*/ 107624 w 207352"/>
                <a:gd name="connsiteY25" fmla="*/ 50001 h 143700"/>
                <a:gd name="connsiteX26" fmla="*/ 138545 w 207352"/>
                <a:gd name="connsiteY26" fmla="*/ 143784 h 143700"/>
                <a:gd name="connsiteX27" fmla="*/ 145517 w 207352"/>
                <a:gd name="connsiteY27" fmla="*/ 143784 h 143700"/>
                <a:gd name="connsiteX28" fmla="*/ 192505 w 207352"/>
                <a:gd name="connsiteY28" fmla="*/ 22471 h 143700"/>
                <a:gd name="connsiteX29" fmla="*/ 207662 w 207352"/>
                <a:gd name="connsiteY29" fmla="*/ 7344 h 143700"/>
                <a:gd name="connsiteX30" fmla="*/ 207662 w 207352"/>
                <a:gd name="connsiteY30" fmla="*/ 84 h 14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07352" h="143700">
                  <a:moveTo>
                    <a:pt x="207662" y="84"/>
                  </a:moveTo>
                  <a:lnTo>
                    <a:pt x="166737" y="84"/>
                  </a:lnTo>
                  <a:lnTo>
                    <a:pt x="166737" y="7344"/>
                  </a:lnTo>
                  <a:cubicBezTo>
                    <a:pt x="177954" y="8555"/>
                    <a:pt x="181288" y="10975"/>
                    <a:pt x="181288" y="17933"/>
                  </a:cubicBezTo>
                  <a:cubicBezTo>
                    <a:pt x="181288" y="21563"/>
                    <a:pt x="177347" y="32757"/>
                    <a:pt x="167950" y="56656"/>
                  </a:cubicBezTo>
                  <a:cubicBezTo>
                    <a:pt x="163403" y="68455"/>
                    <a:pt x="160978" y="74808"/>
                    <a:pt x="157340" y="85094"/>
                  </a:cubicBezTo>
                  <a:cubicBezTo>
                    <a:pt x="154308" y="72690"/>
                    <a:pt x="153399" y="69060"/>
                    <a:pt x="147033" y="46673"/>
                  </a:cubicBezTo>
                  <a:cubicBezTo>
                    <a:pt x="140970" y="25799"/>
                    <a:pt x="138848" y="17328"/>
                    <a:pt x="138848" y="14605"/>
                  </a:cubicBezTo>
                  <a:cubicBezTo>
                    <a:pt x="138848" y="9765"/>
                    <a:pt x="141879" y="8252"/>
                    <a:pt x="153399" y="7344"/>
                  </a:cubicBezTo>
                  <a:lnTo>
                    <a:pt x="153399" y="84"/>
                  </a:lnTo>
                  <a:lnTo>
                    <a:pt x="82462" y="84"/>
                  </a:lnTo>
                  <a:lnTo>
                    <a:pt x="82462" y="7344"/>
                  </a:lnTo>
                  <a:cubicBezTo>
                    <a:pt x="94285" y="8555"/>
                    <a:pt x="94588" y="8857"/>
                    <a:pt x="100348" y="28824"/>
                  </a:cubicBezTo>
                  <a:lnTo>
                    <a:pt x="102167" y="34572"/>
                  </a:lnTo>
                  <a:lnTo>
                    <a:pt x="81553" y="86304"/>
                  </a:lnTo>
                  <a:lnTo>
                    <a:pt x="74278" y="66942"/>
                  </a:lnTo>
                  <a:cubicBezTo>
                    <a:pt x="71549" y="60589"/>
                    <a:pt x="69427" y="54841"/>
                    <a:pt x="67911" y="50606"/>
                  </a:cubicBezTo>
                  <a:cubicBezTo>
                    <a:pt x="59423" y="29429"/>
                    <a:pt x="56089" y="19748"/>
                    <a:pt x="56089" y="15815"/>
                  </a:cubicBezTo>
                  <a:cubicBezTo>
                    <a:pt x="56089" y="10975"/>
                    <a:pt x="59120" y="8555"/>
                    <a:pt x="67608" y="7344"/>
                  </a:cubicBezTo>
                  <a:lnTo>
                    <a:pt x="67608" y="84"/>
                  </a:lnTo>
                  <a:lnTo>
                    <a:pt x="310" y="84"/>
                  </a:lnTo>
                  <a:lnTo>
                    <a:pt x="310" y="7344"/>
                  </a:lnTo>
                  <a:cubicBezTo>
                    <a:pt x="8192" y="8857"/>
                    <a:pt x="9404" y="10672"/>
                    <a:pt x="17589" y="30639"/>
                  </a:cubicBezTo>
                  <a:lnTo>
                    <a:pt x="62455" y="143784"/>
                  </a:lnTo>
                  <a:lnTo>
                    <a:pt x="69730" y="143784"/>
                  </a:lnTo>
                  <a:lnTo>
                    <a:pt x="107624" y="50001"/>
                  </a:lnTo>
                  <a:lnTo>
                    <a:pt x="138545" y="143784"/>
                  </a:lnTo>
                  <a:lnTo>
                    <a:pt x="145517" y="143784"/>
                  </a:lnTo>
                  <a:lnTo>
                    <a:pt x="192505" y="22471"/>
                  </a:lnTo>
                  <a:cubicBezTo>
                    <a:pt x="197355" y="11277"/>
                    <a:pt x="199780" y="8857"/>
                    <a:pt x="207662" y="7344"/>
                  </a:cubicBezTo>
                  <a:lnTo>
                    <a:pt x="207662" y="8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C509F225-ED44-2D8E-970C-DFA70CEE9201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227703" y="4950667"/>
              <a:ext cx="140356" cy="147330"/>
            </a:xfrm>
            <a:custGeom>
              <a:avLst/>
              <a:gdLst>
                <a:gd name="connsiteX0" fmla="*/ 136127 w 140356"/>
                <a:gd name="connsiteY0" fmla="*/ 123817 h 147330"/>
                <a:gd name="connsiteX1" fmla="*/ 133095 w 140356"/>
                <a:gd name="connsiteY1" fmla="*/ 126843 h 147330"/>
                <a:gd name="connsiteX2" fmla="*/ 129761 w 140356"/>
                <a:gd name="connsiteY2" fmla="*/ 128053 h 147330"/>
                <a:gd name="connsiteX3" fmla="*/ 123395 w 140356"/>
                <a:gd name="connsiteY3" fmla="*/ 120489 h 147330"/>
                <a:gd name="connsiteX4" fmla="*/ 123395 w 140356"/>
                <a:gd name="connsiteY4" fmla="*/ 41530 h 147330"/>
                <a:gd name="connsiteX5" fmla="*/ 63371 w 140356"/>
                <a:gd name="connsiteY5" fmla="*/ 84 h 147330"/>
                <a:gd name="connsiteX6" fmla="*/ 6077 w 140356"/>
                <a:gd name="connsiteY6" fmla="*/ 38202 h 147330"/>
                <a:gd name="connsiteX7" fmla="*/ 25781 w 140356"/>
                <a:gd name="connsiteY7" fmla="*/ 58169 h 147330"/>
                <a:gd name="connsiteX8" fmla="*/ 46395 w 140356"/>
                <a:gd name="connsiteY8" fmla="*/ 40622 h 147330"/>
                <a:gd name="connsiteX9" fmla="*/ 40939 w 140356"/>
                <a:gd name="connsiteY9" fmla="*/ 27614 h 147330"/>
                <a:gd name="connsiteX10" fmla="*/ 37301 w 140356"/>
                <a:gd name="connsiteY10" fmla="*/ 20958 h 147330"/>
                <a:gd name="connsiteX11" fmla="*/ 56399 w 140356"/>
                <a:gd name="connsiteY11" fmla="*/ 9765 h 147330"/>
                <a:gd name="connsiteX12" fmla="*/ 81863 w 140356"/>
                <a:gd name="connsiteY12" fmla="*/ 36387 h 147330"/>
                <a:gd name="connsiteX13" fmla="*/ 81863 w 140356"/>
                <a:gd name="connsiteY13" fmla="*/ 58471 h 147330"/>
                <a:gd name="connsiteX14" fmla="*/ 19718 w 140356"/>
                <a:gd name="connsiteY14" fmla="*/ 82976 h 147330"/>
                <a:gd name="connsiteX15" fmla="*/ 317 w 140356"/>
                <a:gd name="connsiteY15" fmla="*/ 115347 h 147330"/>
                <a:gd name="connsiteX16" fmla="*/ 33966 w 140356"/>
                <a:gd name="connsiteY16" fmla="*/ 147414 h 147330"/>
                <a:gd name="connsiteX17" fmla="*/ 81863 w 140356"/>
                <a:gd name="connsiteY17" fmla="*/ 126237 h 147330"/>
                <a:gd name="connsiteX18" fmla="*/ 106721 w 140356"/>
                <a:gd name="connsiteY18" fmla="*/ 147414 h 147330"/>
                <a:gd name="connsiteX19" fmla="*/ 140674 w 140356"/>
                <a:gd name="connsiteY19" fmla="*/ 130170 h 147330"/>
                <a:gd name="connsiteX20" fmla="*/ 136127 w 140356"/>
                <a:gd name="connsiteY20" fmla="*/ 123817 h 147330"/>
                <a:gd name="connsiteX21" fmla="*/ 81560 w 140356"/>
                <a:gd name="connsiteY21" fmla="*/ 112926 h 147330"/>
                <a:gd name="connsiteX22" fmla="*/ 60037 w 140356"/>
                <a:gd name="connsiteY22" fmla="*/ 125935 h 147330"/>
                <a:gd name="connsiteX23" fmla="*/ 44576 w 140356"/>
                <a:gd name="connsiteY23" fmla="*/ 105666 h 147330"/>
                <a:gd name="connsiteX24" fmla="*/ 81560 w 140356"/>
                <a:gd name="connsiteY24" fmla="*/ 69060 h 147330"/>
                <a:gd name="connsiteX25" fmla="*/ 81560 w 140356"/>
                <a:gd name="connsiteY25" fmla="*/ 112926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356" h="147330">
                  <a:moveTo>
                    <a:pt x="136127" y="123817"/>
                  </a:moveTo>
                  <a:lnTo>
                    <a:pt x="133095" y="126843"/>
                  </a:lnTo>
                  <a:cubicBezTo>
                    <a:pt x="132186" y="127750"/>
                    <a:pt x="131276" y="128053"/>
                    <a:pt x="129761" y="128053"/>
                  </a:cubicBezTo>
                  <a:cubicBezTo>
                    <a:pt x="125517" y="128053"/>
                    <a:pt x="123395" y="125330"/>
                    <a:pt x="123395" y="120489"/>
                  </a:cubicBezTo>
                  <a:lnTo>
                    <a:pt x="123395" y="41530"/>
                  </a:lnTo>
                  <a:cubicBezTo>
                    <a:pt x="123395" y="16118"/>
                    <a:pt x="100355" y="84"/>
                    <a:pt x="63371" y="84"/>
                  </a:cubicBezTo>
                  <a:cubicBezTo>
                    <a:pt x="29116" y="84"/>
                    <a:pt x="6077" y="15513"/>
                    <a:pt x="6077" y="38202"/>
                  </a:cubicBezTo>
                  <a:cubicBezTo>
                    <a:pt x="6077" y="50606"/>
                    <a:pt x="13352" y="58169"/>
                    <a:pt x="25781" y="58169"/>
                  </a:cubicBezTo>
                  <a:cubicBezTo>
                    <a:pt x="37907" y="58169"/>
                    <a:pt x="46395" y="50908"/>
                    <a:pt x="46395" y="40622"/>
                  </a:cubicBezTo>
                  <a:cubicBezTo>
                    <a:pt x="46395" y="36387"/>
                    <a:pt x="44576" y="32454"/>
                    <a:pt x="40939" y="27614"/>
                  </a:cubicBezTo>
                  <a:cubicBezTo>
                    <a:pt x="38210" y="24588"/>
                    <a:pt x="37301" y="22773"/>
                    <a:pt x="37301" y="20958"/>
                  </a:cubicBezTo>
                  <a:cubicBezTo>
                    <a:pt x="37301" y="14605"/>
                    <a:pt x="45789" y="9765"/>
                    <a:pt x="56399" y="9765"/>
                  </a:cubicBezTo>
                  <a:cubicBezTo>
                    <a:pt x="73982" y="9765"/>
                    <a:pt x="81863" y="17933"/>
                    <a:pt x="81863" y="36387"/>
                  </a:cubicBezTo>
                  <a:lnTo>
                    <a:pt x="81863" y="58471"/>
                  </a:lnTo>
                  <a:cubicBezTo>
                    <a:pt x="45789" y="69362"/>
                    <a:pt x="30935" y="75413"/>
                    <a:pt x="19718" y="82976"/>
                  </a:cubicBezTo>
                  <a:cubicBezTo>
                    <a:pt x="6683" y="92052"/>
                    <a:pt x="317" y="102338"/>
                    <a:pt x="317" y="115347"/>
                  </a:cubicBezTo>
                  <a:cubicBezTo>
                    <a:pt x="317" y="133801"/>
                    <a:pt x="14565" y="147414"/>
                    <a:pt x="33966" y="147414"/>
                  </a:cubicBezTo>
                  <a:cubicBezTo>
                    <a:pt x="51246" y="147414"/>
                    <a:pt x="65190" y="141364"/>
                    <a:pt x="81863" y="126237"/>
                  </a:cubicBezTo>
                  <a:cubicBezTo>
                    <a:pt x="85198" y="141666"/>
                    <a:pt x="91867" y="147414"/>
                    <a:pt x="106721" y="147414"/>
                  </a:cubicBezTo>
                  <a:cubicBezTo>
                    <a:pt x="119757" y="147414"/>
                    <a:pt x="129154" y="142574"/>
                    <a:pt x="140674" y="130170"/>
                  </a:cubicBezTo>
                  <a:lnTo>
                    <a:pt x="136127" y="123817"/>
                  </a:lnTo>
                  <a:close/>
                  <a:moveTo>
                    <a:pt x="81560" y="112926"/>
                  </a:moveTo>
                  <a:cubicBezTo>
                    <a:pt x="73375" y="122305"/>
                    <a:pt x="67312" y="125935"/>
                    <a:pt x="60037" y="125935"/>
                  </a:cubicBezTo>
                  <a:cubicBezTo>
                    <a:pt x="50942" y="125935"/>
                    <a:pt x="44576" y="117767"/>
                    <a:pt x="44576" y="105666"/>
                  </a:cubicBezTo>
                  <a:cubicBezTo>
                    <a:pt x="44576" y="88119"/>
                    <a:pt x="57309" y="75413"/>
                    <a:pt x="81560" y="69060"/>
                  </a:cubicBezTo>
                  <a:lnTo>
                    <a:pt x="81560" y="112926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66A9C5B3-8894-C26C-947B-7AE21C0A433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381057" y="4950667"/>
              <a:ext cx="122774" cy="143095"/>
            </a:xfrm>
            <a:custGeom>
              <a:avLst/>
              <a:gdLst>
                <a:gd name="connsiteX0" fmla="*/ 57617 w 122774"/>
                <a:gd name="connsiteY0" fmla="*/ 3714 h 143095"/>
                <a:gd name="connsiteX1" fmla="*/ 322 w 122774"/>
                <a:gd name="connsiteY1" fmla="*/ 3714 h 143095"/>
                <a:gd name="connsiteX2" fmla="*/ 322 w 122774"/>
                <a:gd name="connsiteY2" fmla="*/ 10975 h 143095"/>
                <a:gd name="connsiteX3" fmla="*/ 16692 w 122774"/>
                <a:gd name="connsiteY3" fmla="*/ 28824 h 143095"/>
                <a:gd name="connsiteX4" fmla="*/ 16692 w 122774"/>
                <a:gd name="connsiteY4" fmla="*/ 117767 h 143095"/>
                <a:gd name="connsiteX5" fmla="*/ 322 w 122774"/>
                <a:gd name="connsiteY5" fmla="*/ 135918 h 143095"/>
                <a:gd name="connsiteX6" fmla="*/ 322 w 122774"/>
                <a:gd name="connsiteY6" fmla="*/ 143179 h 143095"/>
                <a:gd name="connsiteX7" fmla="*/ 80959 w 122774"/>
                <a:gd name="connsiteY7" fmla="*/ 143179 h 143095"/>
                <a:gd name="connsiteX8" fmla="*/ 80959 w 122774"/>
                <a:gd name="connsiteY8" fmla="*/ 135918 h 143095"/>
                <a:gd name="connsiteX9" fmla="*/ 58829 w 122774"/>
                <a:gd name="connsiteY9" fmla="*/ 112019 h 143095"/>
                <a:gd name="connsiteX10" fmla="*/ 58829 w 122774"/>
                <a:gd name="connsiteY10" fmla="*/ 54841 h 143095"/>
                <a:gd name="connsiteX11" fmla="*/ 77321 w 122774"/>
                <a:gd name="connsiteY11" fmla="*/ 26101 h 143095"/>
                <a:gd name="connsiteX12" fmla="*/ 85809 w 122774"/>
                <a:gd name="connsiteY12" fmla="*/ 33059 h 143095"/>
                <a:gd name="connsiteX13" fmla="*/ 103998 w 122774"/>
                <a:gd name="connsiteY13" fmla="*/ 43950 h 143095"/>
                <a:gd name="connsiteX14" fmla="*/ 123096 w 122774"/>
                <a:gd name="connsiteY14" fmla="*/ 23681 h 143095"/>
                <a:gd name="connsiteX15" fmla="*/ 98541 w 122774"/>
                <a:gd name="connsiteY15" fmla="*/ 84 h 143095"/>
                <a:gd name="connsiteX16" fmla="*/ 57617 w 122774"/>
                <a:gd name="connsiteY16" fmla="*/ 28521 h 143095"/>
                <a:gd name="connsiteX17" fmla="*/ 57617 w 122774"/>
                <a:gd name="connsiteY17" fmla="*/ 3714 h 14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774" h="143095">
                  <a:moveTo>
                    <a:pt x="57617" y="3714"/>
                  </a:moveTo>
                  <a:lnTo>
                    <a:pt x="322" y="3714"/>
                  </a:lnTo>
                  <a:lnTo>
                    <a:pt x="322" y="10975"/>
                  </a:lnTo>
                  <a:cubicBezTo>
                    <a:pt x="13357" y="12790"/>
                    <a:pt x="16692" y="16723"/>
                    <a:pt x="16692" y="28824"/>
                  </a:cubicBezTo>
                  <a:lnTo>
                    <a:pt x="16692" y="117767"/>
                  </a:lnTo>
                  <a:cubicBezTo>
                    <a:pt x="16692" y="130170"/>
                    <a:pt x="13660" y="133498"/>
                    <a:pt x="322" y="135918"/>
                  </a:cubicBezTo>
                  <a:lnTo>
                    <a:pt x="322" y="143179"/>
                  </a:lnTo>
                  <a:lnTo>
                    <a:pt x="80959" y="143179"/>
                  </a:lnTo>
                  <a:lnTo>
                    <a:pt x="80959" y="135918"/>
                  </a:lnTo>
                  <a:cubicBezTo>
                    <a:pt x="62467" y="134708"/>
                    <a:pt x="58829" y="130775"/>
                    <a:pt x="58829" y="112019"/>
                  </a:cubicBezTo>
                  <a:lnTo>
                    <a:pt x="58829" y="54841"/>
                  </a:lnTo>
                  <a:cubicBezTo>
                    <a:pt x="58829" y="39110"/>
                    <a:pt x="67317" y="26101"/>
                    <a:pt x="77321" y="26101"/>
                  </a:cubicBezTo>
                  <a:cubicBezTo>
                    <a:pt x="79746" y="26101"/>
                    <a:pt x="82475" y="28219"/>
                    <a:pt x="85809" y="33059"/>
                  </a:cubicBezTo>
                  <a:cubicBezTo>
                    <a:pt x="91569" y="41227"/>
                    <a:pt x="96116" y="43950"/>
                    <a:pt x="103998" y="43950"/>
                  </a:cubicBezTo>
                  <a:cubicBezTo>
                    <a:pt x="115215" y="43950"/>
                    <a:pt x="123096" y="35479"/>
                    <a:pt x="123096" y="23681"/>
                  </a:cubicBezTo>
                  <a:cubicBezTo>
                    <a:pt x="123096" y="10067"/>
                    <a:pt x="112789" y="84"/>
                    <a:pt x="98541" y="84"/>
                  </a:cubicBezTo>
                  <a:cubicBezTo>
                    <a:pt x="83384" y="84"/>
                    <a:pt x="71865" y="8252"/>
                    <a:pt x="57617" y="28521"/>
                  </a:cubicBezTo>
                  <a:lnTo>
                    <a:pt x="57617" y="371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67D1C6FF-384B-077D-DA6D-52A7D791FB2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514945" y="4889254"/>
              <a:ext cx="154301" cy="208743"/>
            </a:xfrm>
            <a:custGeom>
              <a:avLst/>
              <a:gdLst>
                <a:gd name="connsiteX0" fmla="*/ 95514 w 154301"/>
                <a:gd name="connsiteY0" fmla="*/ 208525 h 208743"/>
                <a:gd name="connsiteX1" fmla="*/ 135833 w 154301"/>
                <a:gd name="connsiteY1" fmla="*/ 200962 h 208743"/>
                <a:gd name="connsiteX2" fmla="*/ 154628 w 154301"/>
                <a:gd name="connsiteY2" fmla="*/ 198541 h 208743"/>
                <a:gd name="connsiteX3" fmla="*/ 154628 w 154301"/>
                <a:gd name="connsiteY3" fmla="*/ 191583 h 208743"/>
                <a:gd name="connsiteX4" fmla="*/ 136742 w 154301"/>
                <a:gd name="connsiteY4" fmla="*/ 174037 h 208743"/>
                <a:gd name="connsiteX5" fmla="*/ 136742 w 154301"/>
                <a:gd name="connsiteY5" fmla="*/ 84 h 208743"/>
                <a:gd name="connsiteX6" fmla="*/ 71566 w 154301"/>
                <a:gd name="connsiteY6" fmla="*/ 84 h 208743"/>
                <a:gd name="connsiteX7" fmla="*/ 71566 w 154301"/>
                <a:gd name="connsiteY7" fmla="*/ 7344 h 208743"/>
                <a:gd name="connsiteX8" fmla="*/ 94605 w 154301"/>
                <a:gd name="connsiteY8" fmla="*/ 24891 h 208743"/>
                <a:gd name="connsiteX9" fmla="*/ 94605 w 154301"/>
                <a:gd name="connsiteY9" fmla="*/ 80253 h 208743"/>
                <a:gd name="connsiteX10" fmla="*/ 58531 w 154301"/>
                <a:gd name="connsiteY10" fmla="*/ 61497 h 208743"/>
                <a:gd name="connsiteX11" fmla="*/ 326 w 154301"/>
                <a:gd name="connsiteY11" fmla="*/ 137733 h 208743"/>
                <a:gd name="connsiteX12" fmla="*/ 55196 w 154301"/>
                <a:gd name="connsiteY12" fmla="*/ 208827 h 208743"/>
                <a:gd name="connsiteX13" fmla="*/ 95514 w 154301"/>
                <a:gd name="connsiteY13" fmla="*/ 188861 h 208743"/>
                <a:gd name="connsiteX14" fmla="*/ 95514 w 154301"/>
                <a:gd name="connsiteY14" fmla="*/ 208525 h 208743"/>
                <a:gd name="connsiteX15" fmla="*/ 94605 w 154301"/>
                <a:gd name="connsiteY15" fmla="*/ 170709 h 208743"/>
                <a:gd name="connsiteX16" fmla="*/ 87936 w 154301"/>
                <a:gd name="connsiteY16" fmla="*/ 181600 h 208743"/>
                <a:gd name="connsiteX17" fmla="*/ 68838 w 154301"/>
                <a:gd name="connsiteY17" fmla="*/ 191886 h 208743"/>
                <a:gd name="connsiteX18" fmla="*/ 45192 w 154301"/>
                <a:gd name="connsiteY18" fmla="*/ 135313 h 208743"/>
                <a:gd name="connsiteX19" fmla="*/ 70960 w 154301"/>
                <a:gd name="connsiteY19" fmla="*/ 78438 h 208743"/>
                <a:gd name="connsiteX20" fmla="*/ 94605 w 154301"/>
                <a:gd name="connsiteY20" fmla="*/ 97195 h 208743"/>
                <a:gd name="connsiteX21" fmla="*/ 94605 w 154301"/>
                <a:gd name="connsiteY21" fmla="*/ 170709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01" h="208743">
                  <a:moveTo>
                    <a:pt x="95514" y="208525"/>
                  </a:moveTo>
                  <a:cubicBezTo>
                    <a:pt x="109459" y="204592"/>
                    <a:pt x="117038" y="203079"/>
                    <a:pt x="135833" y="200962"/>
                  </a:cubicBezTo>
                  <a:lnTo>
                    <a:pt x="154628" y="198541"/>
                  </a:lnTo>
                  <a:lnTo>
                    <a:pt x="154628" y="191583"/>
                  </a:lnTo>
                  <a:cubicBezTo>
                    <a:pt x="140683" y="190676"/>
                    <a:pt x="136742" y="186743"/>
                    <a:pt x="136742" y="174037"/>
                  </a:cubicBezTo>
                  <a:lnTo>
                    <a:pt x="136742" y="84"/>
                  </a:lnTo>
                  <a:lnTo>
                    <a:pt x="71566" y="84"/>
                  </a:lnTo>
                  <a:lnTo>
                    <a:pt x="71566" y="7344"/>
                  </a:lnTo>
                  <a:cubicBezTo>
                    <a:pt x="91877" y="8857"/>
                    <a:pt x="94605" y="10975"/>
                    <a:pt x="94605" y="24891"/>
                  </a:cubicBezTo>
                  <a:lnTo>
                    <a:pt x="94605" y="80253"/>
                  </a:lnTo>
                  <a:cubicBezTo>
                    <a:pt x="81570" y="66337"/>
                    <a:pt x="72475" y="61497"/>
                    <a:pt x="58531" y="61497"/>
                  </a:cubicBezTo>
                  <a:cubicBezTo>
                    <a:pt x="25184" y="61497"/>
                    <a:pt x="326" y="93867"/>
                    <a:pt x="326" y="137733"/>
                  </a:cubicBezTo>
                  <a:cubicBezTo>
                    <a:pt x="326" y="178877"/>
                    <a:pt x="23366" y="208827"/>
                    <a:pt x="55196" y="208827"/>
                  </a:cubicBezTo>
                  <a:cubicBezTo>
                    <a:pt x="71263" y="208827"/>
                    <a:pt x="81267" y="203987"/>
                    <a:pt x="95514" y="188861"/>
                  </a:cubicBezTo>
                  <a:lnTo>
                    <a:pt x="95514" y="208525"/>
                  </a:lnTo>
                  <a:close/>
                  <a:moveTo>
                    <a:pt x="94605" y="170709"/>
                  </a:moveTo>
                  <a:cubicBezTo>
                    <a:pt x="94605" y="172524"/>
                    <a:pt x="91574" y="177667"/>
                    <a:pt x="87936" y="181600"/>
                  </a:cubicBezTo>
                  <a:cubicBezTo>
                    <a:pt x="81873" y="188558"/>
                    <a:pt x="75507" y="191886"/>
                    <a:pt x="68838" y="191886"/>
                  </a:cubicBezTo>
                  <a:cubicBezTo>
                    <a:pt x="52771" y="191886"/>
                    <a:pt x="45192" y="173734"/>
                    <a:pt x="45192" y="135313"/>
                  </a:cubicBezTo>
                  <a:cubicBezTo>
                    <a:pt x="45192" y="96287"/>
                    <a:pt x="53377" y="78438"/>
                    <a:pt x="70960" y="78438"/>
                  </a:cubicBezTo>
                  <a:cubicBezTo>
                    <a:pt x="80963" y="78438"/>
                    <a:pt x="90361" y="85699"/>
                    <a:pt x="94605" y="97195"/>
                  </a:cubicBezTo>
                  <a:lnTo>
                    <a:pt x="94605" y="17070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25B5AEE0-699A-37AC-52D7-C7E752A5CA84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684731" y="4883809"/>
              <a:ext cx="78818" cy="260778"/>
            </a:xfrm>
            <a:custGeom>
              <a:avLst/>
              <a:gdLst>
                <a:gd name="connsiteX0" fmla="*/ 332 w 78818"/>
                <a:gd name="connsiteY0" fmla="*/ 260862 h 260778"/>
                <a:gd name="connsiteX1" fmla="*/ 39135 w 78818"/>
                <a:gd name="connsiteY1" fmla="*/ 232122 h 260778"/>
                <a:gd name="connsiteX2" fmla="*/ 79150 w 78818"/>
                <a:gd name="connsiteY2" fmla="*/ 129565 h 260778"/>
                <a:gd name="connsiteX3" fmla="*/ 57020 w 78818"/>
                <a:gd name="connsiteY3" fmla="*/ 51816 h 260778"/>
                <a:gd name="connsiteX4" fmla="*/ 332 w 78818"/>
                <a:gd name="connsiteY4" fmla="*/ 84 h 260778"/>
                <a:gd name="connsiteX5" fmla="*/ 332 w 78818"/>
                <a:gd name="connsiteY5" fmla="*/ 8555 h 260778"/>
                <a:gd name="connsiteX6" fmla="*/ 31556 w 78818"/>
                <a:gd name="connsiteY6" fmla="*/ 40925 h 260778"/>
                <a:gd name="connsiteX7" fmla="*/ 44894 w 78818"/>
                <a:gd name="connsiteY7" fmla="*/ 128960 h 260778"/>
                <a:gd name="connsiteX8" fmla="*/ 32162 w 78818"/>
                <a:gd name="connsiteY8" fmla="*/ 219416 h 260778"/>
                <a:gd name="connsiteX9" fmla="*/ 332 w 78818"/>
                <a:gd name="connsiteY9" fmla="*/ 252694 h 260778"/>
                <a:gd name="connsiteX10" fmla="*/ 332 w 78818"/>
                <a:gd name="connsiteY10" fmla="*/ 260862 h 26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18" h="260778">
                  <a:moveTo>
                    <a:pt x="332" y="260862"/>
                  </a:moveTo>
                  <a:cubicBezTo>
                    <a:pt x="19127" y="250878"/>
                    <a:pt x="27615" y="244525"/>
                    <a:pt x="39135" y="232122"/>
                  </a:cubicBezTo>
                  <a:cubicBezTo>
                    <a:pt x="65205" y="204289"/>
                    <a:pt x="79150" y="168289"/>
                    <a:pt x="79150" y="129565"/>
                  </a:cubicBezTo>
                  <a:cubicBezTo>
                    <a:pt x="79150" y="101733"/>
                    <a:pt x="71571" y="74808"/>
                    <a:pt x="57020" y="51816"/>
                  </a:cubicBezTo>
                  <a:cubicBezTo>
                    <a:pt x="43076" y="30034"/>
                    <a:pt x="30040" y="17933"/>
                    <a:pt x="332" y="84"/>
                  </a:cubicBezTo>
                  <a:lnTo>
                    <a:pt x="332" y="8555"/>
                  </a:lnTo>
                  <a:cubicBezTo>
                    <a:pt x="17611" y="19748"/>
                    <a:pt x="25190" y="27311"/>
                    <a:pt x="31556" y="40925"/>
                  </a:cubicBezTo>
                  <a:cubicBezTo>
                    <a:pt x="40650" y="59682"/>
                    <a:pt x="44894" y="87817"/>
                    <a:pt x="44894" y="128960"/>
                  </a:cubicBezTo>
                  <a:cubicBezTo>
                    <a:pt x="44894" y="170709"/>
                    <a:pt x="40650" y="201264"/>
                    <a:pt x="32162" y="219416"/>
                  </a:cubicBezTo>
                  <a:cubicBezTo>
                    <a:pt x="26099" y="232727"/>
                    <a:pt x="18521" y="240593"/>
                    <a:pt x="332" y="252694"/>
                  </a:cubicBezTo>
                  <a:lnTo>
                    <a:pt x="332" y="260862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A569C0FE-7CD5-9F46-EC75-4EA9FAA016F3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579344" y="5649732"/>
              <a:ext cx="70329" cy="302526"/>
            </a:xfrm>
            <a:custGeom>
              <a:avLst/>
              <a:gdLst>
                <a:gd name="connsiteX0" fmla="*/ 70495 w 70329"/>
                <a:gd name="connsiteY0" fmla="*/ 299610 h 302526"/>
                <a:gd name="connsiteX1" fmla="*/ 65341 w 70329"/>
                <a:gd name="connsiteY1" fmla="*/ 292955 h 302526"/>
                <a:gd name="connsiteX2" fmla="*/ 17747 w 70329"/>
                <a:gd name="connsiteY2" fmla="*/ 151372 h 302526"/>
                <a:gd name="connsiteX3" fmla="*/ 66554 w 70329"/>
                <a:gd name="connsiteY3" fmla="*/ 8277 h 302526"/>
                <a:gd name="connsiteX4" fmla="*/ 70495 w 70329"/>
                <a:gd name="connsiteY4" fmla="*/ 3134 h 302526"/>
                <a:gd name="connsiteX5" fmla="*/ 67463 w 70329"/>
                <a:gd name="connsiteY5" fmla="*/ 109 h 302526"/>
                <a:gd name="connsiteX6" fmla="*/ 19263 w 70329"/>
                <a:gd name="connsiteY6" fmla="*/ 59102 h 302526"/>
                <a:gd name="connsiteX7" fmla="*/ 165 w 70329"/>
                <a:gd name="connsiteY7" fmla="*/ 151372 h 302526"/>
                <a:gd name="connsiteX8" fmla="*/ 20172 w 70329"/>
                <a:gd name="connsiteY8" fmla="*/ 245760 h 302526"/>
                <a:gd name="connsiteX9" fmla="*/ 67463 w 70329"/>
                <a:gd name="connsiteY9" fmla="*/ 302636 h 302526"/>
                <a:gd name="connsiteX10" fmla="*/ 70495 w 70329"/>
                <a:gd name="connsiteY10" fmla="*/ 29961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495" y="299610"/>
                  </a:moveTo>
                  <a:cubicBezTo>
                    <a:pt x="70495" y="298703"/>
                    <a:pt x="70495" y="298098"/>
                    <a:pt x="65341" y="292955"/>
                  </a:cubicBezTo>
                  <a:cubicBezTo>
                    <a:pt x="27448" y="254836"/>
                    <a:pt x="17747" y="197659"/>
                    <a:pt x="17747" y="151372"/>
                  </a:cubicBezTo>
                  <a:cubicBezTo>
                    <a:pt x="17747" y="98733"/>
                    <a:pt x="29267" y="46093"/>
                    <a:pt x="66554" y="8277"/>
                  </a:cubicBezTo>
                  <a:cubicBezTo>
                    <a:pt x="70495" y="4647"/>
                    <a:pt x="70495" y="4042"/>
                    <a:pt x="70495" y="3134"/>
                  </a:cubicBezTo>
                  <a:cubicBezTo>
                    <a:pt x="70495" y="1016"/>
                    <a:pt x="69282" y="109"/>
                    <a:pt x="67463" y="109"/>
                  </a:cubicBezTo>
                  <a:cubicBezTo>
                    <a:pt x="64432" y="109"/>
                    <a:pt x="37148" y="20681"/>
                    <a:pt x="19263" y="59102"/>
                  </a:cubicBezTo>
                  <a:cubicBezTo>
                    <a:pt x="3802" y="92379"/>
                    <a:pt x="165" y="125960"/>
                    <a:pt x="165" y="151372"/>
                  </a:cubicBezTo>
                  <a:cubicBezTo>
                    <a:pt x="165" y="174969"/>
                    <a:pt x="3499" y="211575"/>
                    <a:pt x="20172" y="245760"/>
                  </a:cubicBezTo>
                  <a:cubicBezTo>
                    <a:pt x="38361" y="282971"/>
                    <a:pt x="64432" y="302636"/>
                    <a:pt x="67463" y="302636"/>
                  </a:cubicBezTo>
                  <a:cubicBezTo>
                    <a:pt x="69282" y="302636"/>
                    <a:pt x="70495" y="301728"/>
                    <a:pt x="70495" y="299610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A08A1AA0-F254-44DF-574D-ABE808002D0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660115" y="5743213"/>
              <a:ext cx="136416" cy="195734"/>
            </a:xfrm>
            <a:custGeom>
              <a:avLst/>
              <a:gdLst>
                <a:gd name="connsiteX0" fmla="*/ 11991 w 136416"/>
                <a:gd name="connsiteY0" fmla="*/ 12513 h 195734"/>
                <a:gd name="connsiteX1" fmla="*/ 21388 w 136416"/>
                <a:gd name="connsiteY1" fmla="*/ 11303 h 195734"/>
                <a:gd name="connsiteX2" fmla="*/ 57159 w 136416"/>
                <a:gd name="connsiteY2" fmla="*/ 70901 h 195734"/>
                <a:gd name="connsiteX3" fmla="*/ 69588 w 136416"/>
                <a:gd name="connsiteY3" fmla="*/ 131104 h 195734"/>
                <a:gd name="connsiteX4" fmla="*/ 63222 w 136416"/>
                <a:gd name="connsiteY4" fmla="*/ 146230 h 195734"/>
                <a:gd name="connsiteX5" fmla="*/ 44427 w 136416"/>
                <a:gd name="connsiteY5" fmla="*/ 170130 h 195734"/>
                <a:gd name="connsiteX6" fmla="*/ 30483 w 136416"/>
                <a:gd name="connsiteY6" fmla="*/ 179205 h 195734"/>
                <a:gd name="connsiteX7" fmla="*/ 23207 w 136416"/>
                <a:gd name="connsiteY7" fmla="*/ 175878 h 195734"/>
                <a:gd name="connsiteX8" fmla="*/ 11991 w 136416"/>
                <a:gd name="connsiteY8" fmla="*/ 170735 h 195734"/>
                <a:gd name="connsiteX9" fmla="*/ 168 w 136416"/>
                <a:gd name="connsiteY9" fmla="*/ 182533 h 195734"/>
                <a:gd name="connsiteX10" fmla="*/ 15628 w 136416"/>
                <a:gd name="connsiteY10" fmla="*/ 195844 h 195734"/>
                <a:gd name="connsiteX11" fmla="*/ 107482 w 136416"/>
                <a:gd name="connsiteY11" fmla="*/ 90565 h 195734"/>
                <a:gd name="connsiteX12" fmla="*/ 136584 w 136416"/>
                <a:gd name="connsiteY12" fmla="*/ 16748 h 195734"/>
                <a:gd name="connsiteX13" fmla="*/ 119911 w 136416"/>
                <a:gd name="connsiteY13" fmla="*/ 109 h 195734"/>
                <a:gd name="connsiteX14" fmla="*/ 108088 w 136416"/>
                <a:gd name="connsiteY14" fmla="*/ 11303 h 195734"/>
                <a:gd name="connsiteX15" fmla="*/ 116576 w 136416"/>
                <a:gd name="connsiteY15" fmla="*/ 23102 h 195734"/>
                <a:gd name="connsiteX16" fmla="*/ 124458 w 136416"/>
                <a:gd name="connsiteY16" fmla="*/ 33387 h 195734"/>
                <a:gd name="connsiteX17" fmla="*/ 87474 w 136416"/>
                <a:gd name="connsiteY17" fmla="*/ 111742 h 195734"/>
                <a:gd name="connsiteX18" fmla="*/ 81411 w 136416"/>
                <a:gd name="connsiteY18" fmla="*/ 76649 h 195734"/>
                <a:gd name="connsiteX19" fmla="*/ 55341 w 136416"/>
                <a:gd name="connsiteY19" fmla="*/ 109 h 195734"/>
                <a:gd name="connsiteX20" fmla="*/ 54128 w 136416"/>
                <a:gd name="connsiteY20" fmla="*/ 109 h 195734"/>
                <a:gd name="connsiteX21" fmla="*/ 51400 w 136416"/>
                <a:gd name="connsiteY21" fmla="*/ 412 h 195734"/>
                <a:gd name="connsiteX22" fmla="*/ 21691 w 136416"/>
                <a:gd name="connsiteY22" fmla="*/ 5555 h 195734"/>
                <a:gd name="connsiteX23" fmla="*/ 11991 w 136416"/>
                <a:gd name="connsiteY23" fmla="*/ 7370 h 195734"/>
                <a:gd name="connsiteX24" fmla="*/ 11991 w 136416"/>
                <a:gd name="connsiteY24" fmla="*/ 12513 h 19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416" h="195734">
                  <a:moveTo>
                    <a:pt x="11991" y="12513"/>
                  </a:moveTo>
                  <a:cubicBezTo>
                    <a:pt x="15932" y="11605"/>
                    <a:pt x="18054" y="11303"/>
                    <a:pt x="21388" y="11303"/>
                  </a:cubicBezTo>
                  <a:cubicBezTo>
                    <a:pt x="38668" y="11303"/>
                    <a:pt x="43215" y="18866"/>
                    <a:pt x="57159" y="70901"/>
                  </a:cubicBezTo>
                  <a:cubicBezTo>
                    <a:pt x="62313" y="90565"/>
                    <a:pt x="69588" y="125961"/>
                    <a:pt x="69588" y="131104"/>
                  </a:cubicBezTo>
                  <a:cubicBezTo>
                    <a:pt x="69588" y="135944"/>
                    <a:pt x="67770" y="140784"/>
                    <a:pt x="63222" y="146230"/>
                  </a:cubicBezTo>
                  <a:cubicBezTo>
                    <a:pt x="53825" y="158634"/>
                    <a:pt x="47762" y="166499"/>
                    <a:pt x="44427" y="170130"/>
                  </a:cubicBezTo>
                  <a:cubicBezTo>
                    <a:pt x="38061" y="176785"/>
                    <a:pt x="34423" y="179205"/>
                    <a:pt x="30483" y="179205"/>
                  </a:cubicBezTo>
                  <a:cubicBezTo>
                    <a:pt x="28664" y="179205"/>
                    <a:pt x="26542" y="178298"/>
                    <a:pt x="23207" y="175878"/>
                  </a:cubicBezTo>
                  <a:cubicBezTo>
                    <a:pt x="18660" y="172247"/>
                    <a:pt x="15325" y="170735"/>
                    <a:pt x="11991" y="170735"/>
                  </a:cubicBezTo>
                  <a:cubicBezTo>
                    <a:pt x="5321" y="170735"/>
                    <a:pt x="168" y="175878"/>
                    <a:pt x="168" y="182533"/>
                  </a:cubicBezTo>
                  <a:cubicBezTo>
                    <a:pt x="168" y="190096"/>
                    <a:pt x="6837" y="195844"/>
                    <a:pt x="15628" y="195844"/>
                  </a:cubicBezTo>
                  <a:cubicBezTo>
                    <a:pt x="35030" y="195844"/>
                    <a:pt x="74742" y="150465"/>
                    <a:pt x="107482" y="90565"/>
                  </a:cubicBezTo>
                  <a:cubicBezTo>
                    <a:pt x="128096" y="53354"/>
                    <a:pt x="136584" y="31572"/>
                    <a:pt x="136584" y="16748"/>
                  </a:cubicBezTo>
                  <a:cubicBezTo>
                    <a:pt x="136584" y="7673"/>
                    <a:pt x="129005" y="109"/>
                    <a:pt x="119911" y="109"/>
                  </a:cubicBezTo>
                  <a:cubicBezTo>
                    <a:pt x="112938" y="109"/>
                    <a:pt x="108088" y="4647"/>
                    <a:pt x="108088" y="11303"/>
                  </a:cubicBezTo>
                  <a:cubicBezTo>
                    <a:pt x="108088" y="15841"/>
                    <a:pt x="110513" y="19169"/>
                    <a:pt x="116576" y="23102"/>
                  </a:cubicBezTo>
                  <a:cubicBezTo>
                    <a:pt x="122336" y="26429"/>
                    <a:pt x="124458" y="29152"/>
                    <a:pt x="124458" y="33387"/>
                  </a:cubicBezTo>
                  <a:cubicBezTo>
                    <a:pt x="124458" y="45488"/>
                    <a:pt x="113242" y="69086"/>
                    <a:pt x="87474" y="111742"/>
                  </a:cubicBezTo>
                  <a:lnTo>
                    <a:pt x="81411" y="76649"/>
                  </a:lnTo>
                  <a:cubicBezTo>
                    <a:pt x="76864" y="50026"/>
                    <a:pt x="59888" y="109"/>
                    <a:pt x="55341" y="109"/>
                  </a:cubicBezTo>
                  <a:lnTo>
                    <a:pt x="54128" y="109"/>
                  </a:lnTo>
                  <a:cubicBezTo>
                    <a:pt x="53825" y="412"/>
                    <a:pt x="52612" y="412"/>
                    <a:pt x="51400" y="412"/>
                  </a:cubicBezTo>
                  <a:cubicBezTo>
                    <a:pt x="48671" y="715"/>
                    <a:pt x="37758" y="2530"/>
                    <a:pt x="21691" y="5555"/>
                  </a:cubicBezTo>
                  <a:cubicBezTo>
                    <a:pt x="20176" y="5857"/>
                    <a:pt x="16235" y="6765"/>
                    <a:pt x="11991" y="7370"/>
                  </a:cubicBezTo>
                  <a:lnTo>
                    <a:pt x="11991" y="1251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D616C76B-9DA7-05BB-2F37-3031F48348D0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813483" y="5776088"/>
              <a:ext cx="48230" cy="148873"/>
            </a:xfrm>
            <a:custGeom>
              <a:avLst/>
              <a:gdLst>
                <a:gd name="connsiteX0" fmla="*/ 38981 w 48230"/>
                <a:gd name="connsiteY0" fmla="*/ 121001 h 148873"/>
                <a:gd name="connsiteX1" fmla="*/ 29783 w 48230"/>
                <a:gd name="connsiteY1" fmla="*/ 132419 h 148873"/>
                <a:gd name="connsiteX2" fmla="*/ 20586 w 48230"/>
                <a:gd name="connsiteY2" fmla="*/ 138463 h 148873"/>
                <a:gd name="connsiteX3" fmla="*/ 16997 w 48230"/>
                <a:gd name="connsiteY3" fmla="*/ 135105 h 148873"/>
                <a:gd name="connsiteX4" fmla="*/ 19240 w 48230"/>
                <a:gd name="connsiteY4" fmla="*/ 125255 h 148873"/>
                <a:gd name="connsiteX5" fmla="*/ 20361 w 48230"/>
                <a:gd name="connsiteY5" fmla="*/ 121225 h 148873"/>
                <a:gd name="connsiteX6" fmla="*/ 20361 w 48230"/>
                <a:gd name="connsiteY6" fmla="*/ 120777 h 148873"/>
                <a:gd name="connsiteX7" fmla="*/ 20586 w 48230"/>
                <a:gd name="connsiteY7" fmla="*/ 120330 h 148873"/>
                <a:gd name="connsiteX8" fmla="*/ 40327 w 48230"/>
                <a:gd name="connsiteY8" fmla="*/ 48244 h 148873"/>
                <a:gd name="connsiteX9" fmla="*/ 39654 w 48230"/>
                <a:gd name="connsiteY9" fmla="*/ 47796 h 148873"/>
                <a:gd name="connsiteX10" fmla="*/ 3761 w 48230"/>
                <a:gd name="connsiteY10" fmla="*/ 53393 h 148873"/>
                <a:gd name="connsiteX11" fmla="*/ 3761 w 48230"/>
                <a:gd name="connsiteY11" fmla="*/ 56975 h 148873"/>
                <a:gd name="connsiteX12" fmla="*/ 17894 w 48230"/>
                <a:gd name="connsiteY12" fmla="*/ 62348 h 148873"/>
                <a:gd name="connsiteX13" fmla="*/ 15875 w 48230"/>
                <a:gd name="connsiteY13" fmla="*/ 72198 h 148873"/>
                <a:gd name="connsiteX14" fmla="*/ 5107 w 48230"/>
                <a:gd name="connsiteY14" fmla="*/ 111823 h 148873"/>
                <a:gd name="connsiteX15" fmla="*/ 172 w 48230"/>
                <a:gd name="connsiteY15" fmla="*/ 136224 h 148873"/>
                <a:gd name="connsiteX16" fmla="*/ 10491 w 48230"/>
                <a:gd name="connsiteY16" fmla="*/ 148985 h 148873"/>
                <a:gd name="connsiteX17" fmla="*/ 41897 w 48230"/>
                <a:gd name="connsiteY17" fmla="*/ 123464 h 148873"/>
                <a:gd name="connsiteX18" fmla="*/ 38981 w 48230"/>
                <a:gd name="connsiteY18" fmla="*/ 121001 h 148873"/>
                <a:gd name="connsiteX19" fmla="*/ 37186 w 48230"/>
                <a:gd name="connsiteY19" fmla="*/ 112 h 148873"/>
                <a:gd name="connsiteX20" fmla="*/ 26643 w 48230"/>
                <a:gd name="connsiteY20" fmla="*/ 11977 h 148873"/>
                <a:gd name="connsiteX21" fmla="*/ 37410 w 48230"/>
                <a:gd name="connsiteY21" fmla="*/ 23842 h 148873"/>
                <a:gd name="connsiteX22" fmla="*/ 48402 w 48230"/>
                <a:gd name="connsiteY22" fmla="*/ 12425 h 148873"/>
                <a:gd name="connsiteX23" fmla="*/ 37186 w 48230"/>
                <a:gd name="connsiteY23" fmla="*/ 112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8981" y="121001"/>
                  </a:moveTo>
                  <a:cubicBezTo>
                    <a:pt x="33597" y="128165"/>
                    <a:pt x="32027" y="129956"/>
                    <a:pt x="29783" y="132419"/>
                  </a:cubicBezTo>
                  <a:cubicBezTo>
                    <a:pt x="25970" y="136224"/>
                    <a:pt x="22605" y="138463"/>
                    <a:pt x="20586" y="138463"/>
                  </a:cubicBezTo>
                  <a:cubicBezTo>
                    <a:pt x="18791" y="138463"/>
                    <a:pt x="16997" y="136672"/>
                    <a:pt x="16997" y="135105"/>
                  </a:cubicBezTo>
                  <a:cubicBezTo>
                    <a:pt x="16997" y="132866"/>
                    <a:pt x="17669" y="129508"/>
                    <a:pt x="19240" y="125255"/>
                  </a:cubicBezTo>
                  <a:cubicBezTo>
                    <a:pt x="19240" y="124583"/>
                    <a:pt x="19913" y="123016"/>
                    <a:pt x="20361" y="121225"/>
                  </a:cubicBezTo>
                  <a:lnTo>
                    <a:pt x="20361" y="120777"/>
                  </a:lnTo>
                  <a:lnTo>
                    <a:pt x="20586" y="120330"/>
                  </a:lnTo>
                  <a:lnTo>
                    <a:pt x="40327" y="48244"/>
                  </a:lnTo>
                  <a:lnTo>
                    <a:pt x="39654" y="47796"/>
                  </a:lnTo>
                  <a:cubicBezTo>
                    <a:pt x="16997" y="52050"/>
                    <a:pt x="12510" y="52721"/>
                    <a:pt x="3761" y="53393"/>
                  </a:cubicBezTo>
                  <a:lnTo>
                    <a:pt x="3761" y="56975"/>
                  </a:lnTo>
                  <a:cubicBezTo>
                    <a:pt x="15651" y="57199"/>
                    <a:pt x="17894" y="57870"/>
                    <a:pt x="17894" y="62348"/>
                  </a:cubicBezTo>
                  <a:cubicBezTo>
                    <a:pt x="17894" y="64139"/>
                    <a:pt x="17221" y="67720"/>
                    <a:pt x="15875" y="72198"/>
                  </a:cubicBezTo>
                  <a:lnTo>
                    <a:pt x="5107" y="111823"/>
                  </a:lnTo>
                  <a:cubicBezTo>
                    <a:pt x="1518" y="124807"/>
                    <a:pt x="172" y="131747"/>
                    <a:pt x="172" y="136224"/>
                  </a:cubicBezTo>
                  <a:cubicBezTo>
                    <a:pt x="172" y="144508"/>
                    <a:pt x="3761" y="148985"/>
                    <a:pt x="10491" y="148985"/>
                  </a:cubicBezTo>
                  <a:cubicBezTo>
                    <a:pt x="20810" y="148985"/>
                    <a:pt x="29110" y="142269"/>
                    <a:pt x="41897" y="123464"/>
                  </a:cubicBezTo>
                  <a:lnTo>
                    <a:pt x="38981" y="121001"/>
                  </a:lnTo>
                  <a:close/>
                  <a:moveTo>
                    <a:pt x="37186" y="112"/>
                  </a:moveTo>
                  <a:cubicBezTo>
                    <a:pt x="31129" y="112"/>
                    <a:pt x="26643" y="5261"/>
                    <a:pt x="26643" y="11977"/>
                  </a:cubicBezTo>
                  <a:cubicBezTo>
                    <a:pt x="26643" y="19141"/>
                    <a:pt x="30905" y="23842"/>
                    <a:pt x="37410" y="23842"/>
                  </a:cubicBezTo>
                  <a:cubicBezTo>
                    <a:pt x="43243" y="23842"/>
                    <a:pt x="48402" y="18693"/>
                    <a:pt x="48402" y="12425"/>
                  </a:cubicBezTo>
                  <a:cubicBezTo>
                    <a:pt x="48402" y="5932"/>
                    <a:pt x="43243" y="112"/>
                    <a:pt x="37186" y="112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71070549-A4DF-3E25-A051-48A565489522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877648" y="5791983"/>
              <a:ext cx="149178" cy="149097"/>
            </a:xfrm>
            <a:custGeom>
              <a:avLst/>
              <a:gdLst>
                <a:gd name="connsiteX0" fmla="*/ 79362 w 149178"/>
                <a:gd name="connsiteY0" fmla="*/ 79137 h 149097"/>
                <a:gd name="connsiteX1" fmla="*/ 141950 w 149178"/>
                <a:gd name="connsiteY1" fmla="*/ 79137 h 149097"/>
                <a:gd name="connsiteX2" fmla="*/ 149353 w 149178"/>
                <a:gd name="connsiteY2" fmla="*/ 74660 h 149097"/>
                <a:gd name="connsiteX3" fmla="*/ 141950 w 149178"/>
                <a:gd name="connsiteY3" fmla="*/ 70182 h 149097"/>
                <a:gd name="connsiteX4" fmla="*/ 79362 w 149178"/>
                <a:gd name="connsiteY4" fmla="*/ 70182 h 149097"/>
                <a:gd name="connsiteX5" fmla="*/ 79362 w 149178"/>
                <a:gd name="connsiteY5" fmla="*/ 7499 h 149097"/>
                <a:gd name="connsiteX6" fmla="*/ 74876 w 149178"/>
                <a:gd name="connsiteY6" fmla="*/ 111 h 149097"/>
                <a:gd name="connsiteX7" fmla="*/ 70389 w 149178"/>
                <a:gd name="connsiteY7" fmla="*/ 7499 h 149097"/>
                <a:gd name="connsiteX8" fmla="*/ 70389 w 149178"/>
                <a:gd name="connsiteY8" fmla="*/ 70182 h 149097"/>
                <a:gd name="connsiteX9" fmla="*/ 7577 w 149178"/>
                <a:gd name="connsiteY9" fmla="*/ 70182 h 149097"/>
                <a:gd name="connsiteX10" fmla="*/ 174 w 149178"/>
                <a:gd name="connsiteY10" fmla="*/ 74660 h 149097"/>
                <a:gd name="connsiteX11" fmla="*/ 7577 w 149178"/>
                <a:gd name="connsiteY11" fmla="*/ 79137 h 149097"/>
                <a:gd name="connsiteX12" fmla="*/ 70389 w 149178"/>
                <a:gd name="connsiteY12" fmla="*/ 79137 h 149097"/>
                <a:gd name="connsiteX13" fmla="*/ 70389 w 149178"/>
                <a:gd name="connsiteY13" fmla="*/ 141820 h 149097"/>
                <a:gd name="connsiteX14" fmla="*/ 74876 w 149178"/>
                <a:gd name="connsiteY14" fmla="*/ 149208 h 149097"/>
                <a:gd name="connsiteX15" fmla="*/ 79362 w 149178"/>
                <a:gd name="connsiteY15" fmla="*/ 141820 h 149097"/>
                <a:gd name="connsiteX16" fmla="*/ 79362 w 149178"/>
                <a:gd name="connsiteY16" fmla="*/ 79137 h 14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9178" h="149097">
                  <a:moveTo>
                    <a:pt x="79362" y="79137"/>
                  </a:moveTo>
                  <a:lnTo>
                    <a:pt x="141950" y="79137"/>
                  </a:lnTo>
                  <a:cubicBezTo>
                    <a:pt x="145091" y="79137"/>
                    <a:pt x="149353" y="79137"/>
                    <a:pt x="149353" y="74660"/>
                  </a:cubicBezTo>
                  <a:cubicBezTo>
                    <a:pt x="149353" y="70182"/>
                    <a:pt x="145091" y="70182"/>
                    <a:pt x="141950" y="70182"/>
                  </a:cubicBezTo>
                  <a:lnTo>
                    <a:pt x="79362" y="70182"/>
                  </a:lnTo>
                  <a:lnTo>
                    <a:pt x="79362" y="7499"/>
                  </a:lnTo>
                  <a:cubicBezTo>
                    <a:pt x="79362" y="4364"/>
                    <a:pt x="79362" y="111"/>
                    <a:pt x="74876" y="111"/>
                  </a:cubicBezTo>
                  <a:cubicBezTo>
                    <a:pt x="70389" y="111"/>
                    <a:pt x="70389" y="4364"/>
                    <a:pt x="70389" y="7499"/>
                  </a:cubicBezTo>
                  <a:lnTo>
                    <a:pt x="70389" y="70182"/>
                  </a:lnTo>
                  <a:lnTo>
                    <a:pt x="7577" y="70182"/>
                  </a:lnTo>
                  <a:cubicBezTo>
                    <a:pt x="4437" y="70182"/>
                    <a:pt x="174" y="70182"/>
                    <a:pt x="174" y="74660"/>
                  </a:cubicBezTo>
                  <a:cubicBezTo>
                    <a:pt x="174" y="79137"/>
                    <a:pt x="4437" y="79137"/>
                    <a:pt x="7577" y="79137"/>
                  </a:cubicBezTo>
                  <a:lnTo>
                    <a:pt x="70389" y="79137"/>
                  </a:lnTo>
                  <a:lnTo>
                    <a:pt x="70389" y="141820"/>
                  </a:lnTo>
                  <a:cubicBezTo>
                    <a:pt x="70389" y="144955"/>
                    <a:pt x="70389" y="149208"/>
                    <a:pt x="74876" y="149208"/>
                  </a:cubicBezTo>
                  <a:cubicBezTo>
                    <a:pt x="79362" y="149208"/>
                    <a:pt x="79362" y="144955"/>
                    <a:pt x="79362" y="141820"/>
                  </a:cubicBezTo>
                  <a:lnTo>
                    <a:pt x="79362" y="7913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203D5A0D-08B3-7A83-AA6F-1249D73EF6CD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064941" y="5771163"/>
              <a:ext cx="63484" cy="151335"/>
            </a:xfrm>
            <a:custGeom>
              <a:avLst/>
              <a:gdLst>
                <a:gd name="connsiteX0" fmla="*/ 40559 w 63484"/>
                <a:gd name="connsiteY0" fmla="*/ 111 h 151335"/>
                <a:gd name="connsiteX1" fmla="*/ 180 w 63484"/>
                <a:gd name="connsiteY1" fmla="*/ 20483 h 151335"/>
                <a:gd name="connsiteX2" fmla="*/ 180 w 63484"/>
                <a:gd name="connsiteY2" fmla="*/ 23617 h 151335"/>
                <a:gd name="connsiteX3" fmla="*/ 6237 w 63484"/>
                <a:gd name="connsiteY3" fmla="*/ 21155 h 151335"/>
                <a:gd name="connsiteX4" fmla="*/ 16332 w 63484"/>
                <a:gd name="connsiteY4" fmla="*/ 18692 h 151335"/>
                <a:gd name="connsiteX5" fmla="*/ 23062 w 63484"/>
                <a:gd name="connsiteY5" fmla="*/ 29214 h 151335"/>
                <a:gd name="connsiteX6" fmla="*/ 23062 w 63484"/>
                <a:gd name="connsiteY6" fmla="*/ 130627 h 151335"/>
                <a:gd name="connsiteX7" fmla="*/ 17678 w 63484"/>
                <a:gd name="connsiteY7" fmla="*/ 145178 h 151335"/>
                <a:gd name="connsiteX8" fmla="*/ 1750 w 63484"/>
                <a:gd name="connsiteY8" fmla="*/ 148089 h 151335"/>
                <a:gd name="connsiteX9" fmla="*/ 1750 w 63484"/>
                <a:gd name="connsiteY9" fmla="*/ 151447 h 151335"/>
                <a:gd name="connsiteX10" fmla="*/ 63665 w 63484"/>
                <a:gd name="connsiteY10" fmla="*/ 151447 h 151335"/>
                <a:gd name="connsiteX11" fmla="*/ 63665 w 63484"/>
                <a:gd name="connsiteY11" fmla="*/ 148089 h 151335"/>
                <a:gd name="connsiteX12" fmla="*/ 42354 w 63484"/>
                <a:gd name="connsiteY12" fmla="*/ 134880 h 151335"/>
                <a:gd name="connsiteX13" fmla="*/ 42354 w 63484"/>
                <a:gd name="connsiteY13" fmla="*/ 559 h 151335"/>
                <a:gd name="connsiteX14" fmla="*/ 40559 w 63484"/>
                <a:gd name="connsiteY14" fmla="*/ 111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4" h="151335">
                  <a:moveTo>
                    <a:pt x="40559" y="111"/>
                  </a:moveTo>
                  <a:lnTo>
                    <a:pt x="180" y="20483"/>
                  </a:lnTo>
                  <a:lnTo>
                    <a:pt x="180" y="23617"/>
                  </a:lnTo>
                  <a:cubicBezTo>
                    <a:pt x="2872" y="22498"/>
                    <a:pt x="5340" y="21602"/>
                    <a:pt x="6237" y="21155"/>
                  </a:cubicBezTo>
                  <a:cubicBezTo>
                    <a:pt x="10275" y="19588"/>
                    <a:pt x="14088" y="18692"/>
                    <a:pt x="16332" y="18692"/>
                  </a:cubicBezTo>
                  <a:cubicBezTo>
                    <a:pt x="21043" y="18692"/>
                    <a:pt x="23062" y="22050"/>
                    <a:pt x="23062" y="29214"/>
                  </a:cubicBezTo>
                  <a:lnTo>
                    <a:pt x="23062" y="130627"/>
                  </a:lnTo>
                  <a:cubicBezTo>
                    <a:pt x="23062" y="138015"/>
                    <a:pt x="21267" y="143164"/>
                    <a:pt x="17678" y="145178"/>
                  </a:cubicBezTo>
                  <a:cubicBezTo>
                    <a:pt x="14313" y="147193"/>
                    <a:pt x="11172" y="147865"/>
                    <a:pt x="1750" y="148089"/>
                  </a:cubicBezTo>
                  <a:lnTo>
                    <a:pt x="1750" y="151447"/>
                  </a:lnTo>
                  <a:lnTo>
                    <a:pt x="63665" y="151447"/>
                  </a:lnTo>
                  <a:lnTo>
                    <a:pt x="63665" y="148089"/>
                  </a:lnTo>
                  <a:cubicBezTo>
                    <a:pt x="45943" y="147865"/>
                    <a:pt x="42354" y="145626"/>
                    <a:pt x="42354" y="134880"/>
                  </a:cubicBezTo>
                  <a:lnTo>
                    <a:pt x="42354" y="559"/>
                  </a:lnTo>
                  <a:lnTo>
                    <a:pt x="40559" y="111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BFD8D97D-3E0C-D2C0-0796-7EBBC483C737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235260" y="5794945"/>
              <a:ext cx="185222" cy="12101"/>
            </a:xfrm>
            <a:custGeom>
              <a:avLst/>
              <a:gdLst>
                <a:gd name="connsiteX0" fmla="*/ 174799 w 185222"/>
                <a:gd name="connsiteY0" fmla="*/ 12210 h 12101"/>
                <a:gd name="connsiteX1" fmla="*/ 185409 w 185222"/>
                <a:gd name="connsiteY1" fmla="*/ 6159 h 12101"/>
                <a:gd name="connsiteX2" fmla="*/ 174799 w 185222"/>
                <a:gd name="connsiteY2" fmla="*/ 109 h 12101"/>
                <a:gd name="connsiteX3" fmla="*/ 10797 w 185222"/>
                <a:gd name="connsiteY3" fmla="*/ 109 h 12101"/>
                <a:gd name="connsiteX4" fmla="*/ 187 w 185222"/>
                <a:gd name="connsiteY4" fmla="*/ 6159 h 12101"/>
                <a:gd name="connsiteX5" fmla="*/ 10797 w 185222"/>
                <a:gd name="connsiteY5" fmla="*/ 12210 h 12101"/>
                <a:gd name="connsiteX6" fmla="*/ 174799 w 185222"/>
                <a:gd name="connsiteY6" fmla="*/ 12210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22" h="12101">
                  <a:moveTo>
                    <a:pt x="174799" y="12210"/>
                  </a:moveTo>
                  <a:cubicBezTo>
                    <a:pt x="179953" y="12210"/>
                    <a:pt x="185409" y="12210"/>
                    <a:pt x="185409" y="6159"/>
                  </a:cubicBezTo>
                  <a:cubicBezTo>
                    <a:pt x="185409" y="109"/>
                    <a:pt x="179953" y="109"/>
                    <a:pt x="174799" y="109"/>
                  </a:cubicBezTo>
                  <a:lnTo>
                    <a:pt x="10797" y="109"/>
                  </a:lnTo>
                  <a:cubicBezTo>
                    <a:pt x="5643" y="109"/>
                    <a:pt x="187" y="109"/>
                    <a:pt x="187" y="6159"/>
                  </a:cubicBezTo>
                  <a:cubicBezTo>
                    <a:pt x="187" y="12210"/>
                    <a:pt x="5643" y="12210"/>
                    <a:pt x="10797" y="12210"/>
                  </a:cubicBezTo>
                  <a:lnTo>
                    <a:pt x="174799" y="1221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E28FAB47-5923-D049-1E4D-D2D211360E9C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481509" y="5743213"/>
              <a:ext cx="136416" cy="195734"/>
            </a:xfrm>
            <a:custGeom>
              <a:avLst/>
              <a:gdLst>
                <a:gd name="connsiteX0" fmla="*/ 12017 w 136416"/>
                <a:gd name="connsiteY0" fmla="*/ 12513 h 195734"/>
                <a:gd name="connsiteX1" fmla="*/ 21415 w 136416"/>
                <a:gd name="connsiteY1" fmla="*/ 11303 h 195734"/>
                <a:gd name="connsiteX2" fmla="*/ 57186 w 136416"/>
                <a:gd name="connsiteY2" fmla="*/ 70901 h 195734"/>
                <a:gd name="connsiteX3" fmla="*/ 69615 w 136416"/>
                <a:gd name="connsiteY3" fmla="*/ 131104 h 195734"/>
                <a:gd name="connsiteX4" fmla="*/ 63249 w 136416"/>
                <a:gd name="connsiteY4" fmla="*/ 146230 h 195734"/>
                <a:gd name="connsiteX5" fmla="*/ 44454 w 136416"/>
                <a:gd name="connsiteY5" fmla="*/ 170130 h 195734"/>
                <a:gd name="connsiteX6" fmla="*/ 30509 w 136416"/>
                <a:gd name="connsiteY6" fmla="*/ 179205 h 195734"/>
                <a:gd name="connsiteX7" fmla="*/ 23234 w 136416"/>
                <a:gd name="connsiteY7" fmla="*/ 175878 h 195734"/>
                <a:gd name="connsiteX8" fmla="*/ 12017 w 136416"/>
                <a:gd name="connsiteY8" fmla="*/ 170735 h 195734"/>
                <a:gd name="connsiteX9" fmla="*/ 195 w 136416"/>
                <a:gd name="connsiteY9" fmla="*/ 182533 h 195734"/>
                <a:gd name="connsiteX10" fmla="*/ 15655 w 136416"/>
                <a:gd name="connsiteY10" fmla="*/ 195844 h 195734"/>
                <a:gd name="connsiteX11" fmla="*/ 107509 w 136416"/>
                <a:gd name="connsiteY11" fmla="*/ 90565 h 195734"/>
                <a:gd name="connsiteX12" fmla="*/ 136611 w 136416"/>
                <a:gd name="connsiteY12" fmla="*/ 16748 h 195734"/>
                <a:gd name="connsiteX13" fmla="*/ 119938 w 136416"/>
                <a:gd name="connsiteY13" fmla="*/ 109 h 195734"/>
                <a:gd name="connsiteX14" fmla="*/ 108115 w 136416"/>
                <a:gd name="connsiteY14" fmla="*/ 11303 h 195734"/>
                <a:gd name="connsiteX15" fmla="*/ 116603 w 136416"/>
                <a:gd name="connsiteY15" fmla="*/ 23102 h 195734"/>
                <a:gd name="connsiteX16" fmla="*/ 124485 w 136416"/>
                <a:gd name="connsiteY16" fmla="*/ 33387 h 195734"/>
                <a:gd name="connsiteX17" fmla="*/ 87501 w 136416"/>
                <a:gd name="connsiteY17" fmla="*/ 111742 h 195734"/>
                <a:gd name="connsiteX18" fmla="*/ 81438 w 136416"/>
                <a:gd name="connsiteY18" fmla="*/ 76649 h 195734"/>
                <a:gd name="connsiteX19" fmla="*/ 55367 w 136416"/>
                <a:gd name="connsiteY19" fmla="*/ 109 h 195734"/>
                <a:gd name="connsiteX20" fmla="*/ 54155 w 136416"/>
                <a:gd name="connsiteY20" fmla="*/ 109 h 195734"/>
                <a:gd name="connsiteX21" fmla="*/ 51427 w 136416"/>
                <a:gd name="connsiteY21" fmla="*/ 412 h 195734"/>
                <a:gd name="connsiteX22" fmla="*/ 21718 w 136416"/>
                <a:gd name="connsiteY22" fmla="*/ 5555 h 195734"/>
                <a:gd name="connsiteX23" fmla="*/ 12017 w 136416"/>
                <a:gd name="connsiteY23" fmla="*/ 7370 h 195734"/>
                <a:gd name="connsiteX24" fmla="*/ 12017 w 136416"/>
                <a:gd name="connsiteY24" fmla="*/ 12513 h 19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416" h="195734">
                  <a:moveTo>
                    <a:pt x="12017" y="12513"/>
                  </a:moveTo>
                  <a:cubicBezTo>
                    <a:pt x="15958" y="11605"/>
                    <a:pt x="18080" y="11303"/>
                    <a:pt x="21415" y="11303"/>
                  </a:cubicBezTo>
                  <a:cubicBezTo>
                    <a:pt x="38694" y="11303"/>
                    <a:pt x="43242" y="18866"/>
                    <a:pt x="57186" y="70901"/>
                  </a:cubicBezTo>
                  <a:cubicBezTo>
                    <a:pt x="62340" y="90565"/>
                    <a:pt x="69615" y="125961"/>
                    <a:pt x="69615" y="131104"/>
                  </a:cubicBezTo>
                  <a:cubicBezTo>
                    <a:pt x="69615" y="135944"/>
                    <a:pt x="67797" y="140784"/>
                    <a:pt x="63249" y="146230"/>
                  </a:cubicBezTo>
                  <a:cubicBezTo>
                    <a:pt x="53852" y="158634"/>
                    <a:pt x="47789" y="166499"/>
                    <a:pt x="44454" y="170130"/>
                  </a:cubicBezTo>
                  <a:cubicBezTo>
                    <a:pt x="38088" y="176785"/>
                    <a:pt x="34450" y="179205"/>
                    <a:pt x="30509" y="179205"/>
                  </a:cubicBezTo>
                  <a:cubicBezTo>
                    <a:pt x="28691" y="179205"/>
                    <a:pt x="26569" y="178298"/>
                    <a:pt x="23234" y="175878"/>
                  </a:cubicBezTo>
                  <a:cubicBezTo>
                    <a:pt x="18687" y="172247"/>
                    <a:pt x="15352" y="170735"/>
                    <a:pt x="12017" y="170735"/>
                  </a:cubicBezTo>
                  <a:cubicBezTo>
                    <a:pt x="5348" y="170735"/>
                    <a:pt x="195" y="175878"/>
                    <a:pt x="195" y="182533"/>
                  </a:cubicBezTo>
                  <a:cubicBezTo>
                    <a:pt x="195" y="190096"/>
                    <a:pt x="6864" y="195844"/>
                    <a:pt x="15655" y="195844"/>
                  </a:cubicBezTo>
                  <a:cubicBezTo>
                    <a:pt x="35057" y="195844"/>
                    <a:pt x="74769" y="150465"/>
                    <a:pt x="107509" y="90565"/>
                  </a:cubicBezTo>
                  <a:cubicBezTo>
                    <a:pt x="128123" y="53354"/>
                    <a:pt x="136611" y="31572"/>
                    <a:pt x="136611" y="16748"/>
                  </a:cubicBezTo>
                  <a:cubicBezTo>
                    <a:pt x="136611" y="7673"/>
                    <a:pt x="129032" y="109"/>
                    <a:pt x="119938" y="109"/>
                  </a:cubicBezTo>
                  <a:cubicBezTo>
                    <a:pt x="112965" y="109"/>
                    <a:pt x="108115" y="4647"/>
                    <a:pt x="108115" y="11303"/>
                  </a:cubicBezTo>
                  <a:cubicBezTo>
                    <a:pt x="108115" y="15841"/>
                    <a:pt x="110540" y="19169"/>
                    <a:pt x="116603" y="23102"/>
                  </a:cubicBezTo>
                  <a:cubicBezTo>
                    <a:pt x="122363" y="26429"/>
                    <a:pt x="124485" y="29152"/>
                    <a:pt x="124485" y="33387"/>
                  </a:cubicBezTo>
                  <a:cubicBezTo>
                    <a:pt x="124485" y="45488"/>
                    <a:pt x="113269" y="69086"/>
                    <a:pt x="87501" y="111742"/>
                  </a:cubicBezTo>
                  <a:lnTo>
                    <a:pt x="81438" y="76649"/>
                  </a:lnTo>
                  <a:cubicBezTo>
                    <a:pt x="76891" y="50026"/>
                    <a:pt x="59915" y="109"/>
                    <a:pt x="55367" y="109"/>
                  </a:cubicBezTo>
                  <a:lnTo>
                    <a:pt x="54155" y="109"/>
                  </a:lnTo>
                  <a:cubicBezTo>
                    <a:pt x="53852" y="412"/>
                    <a:pt x="52639" y="412"/>
                    <a:pt x="51427" y="412"/>
                  </a:cubicBezTo>
                  <a:cubicBezTo>
                    <a:pt x="48698" y="715"/>
                    <a:pt x="37785" y="2530"/>
                    <a:pt x="21718" y="5555"/>
                  </a:cubicBezTo>
                  <a:cubicBezTo>
                    <a:pt x="20202" y="5857"/>
                    <a:pt x="16262" y="6765"/>
                    <a:pt x="12017" y="7370"/>
                  </a:cubicBezTo>
                  <a:lnTo>
                    <a:pt x="12017" y="1251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BE07F86D-C89D-1321-7058-B6424AAED0B5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634877" y="5775765"/>
              <a:ext cx="48230" cy="148873"/>
            </a:xfrm>
            <a:custGeom>
              <a:avLst/>
              <a:gdLst>
                <a:gd name="connsiteX0" fmla="*/ 39008 w 48230"/>
                <a:gd name="connsiteY0" fmla="*/ 121001 h 148873"/>
                <a:gd name="connsiteX1" fmla="*/ 29810 w 48230"/>
                <a:gd name="connsiteY1" fmla="*/ 132419 h 148873"/>
                <a:gd name="connsiteX2" fmla="*/ 20613 w 48230"/>
                <a:gd name="connsiteY2" fmla="*/ 138463 h 148873"/>
                <a:gd name="connsiteX3" fmla="*/ 17023 w 48230"/>
                <a:gd name="connsiteY3" fmla="*/ 135105 h 148873"/>
                <a:gd name="connsiteX4" fmla="*/ 19267 w 48230"/>
                <a:gd name="connsiteY4" fmla="*/ 125255 h 148873"/>
                <a:gd name="connsiteX5" fmla="*/ 20388 w 48230"/>
                <a:gd name="connsiteY5" fmla="*/ 121225 h 148873"/>
                <a:gd name="connsiteX6" fmla="*/ 20388 w 48230"/>
                <a:gd name="connsiteY6" fmla="*/ 120777 h 148873"/>
                <a:gd name="connsiteX7" fmla="*/ 20613 w 48230"/>
                <a:gd name="connsiteY7" fmla="*/ 120330 h 148873"/>
                <a:gd name="connsiteX8" fmla="*/ 40354 w 48230"/>
                <a:gd name="connsiteY8" fmla="*/ 48244 h 148873"/>
                <a:gd name="connsiteX9" fmla="*/ 39681 w 48230"/>
                <a:gd name="connsiteY9" fmla="*/ 47796 h 148873"/>
                <a:gd name="connsiteX10" fmla="*/ 3788 w 48230"/>
                <a:gd name="connsiteY10" fmla="*/ 53393 h 148873"/>
                <a:gd name="connsiteX11" fmla="*/ 3788 w 48230"/>
                <a:gd name="connsiteY11" fmla="*/ 56975 h 148873"/>
                <a:gd name="connsiteX12" fmla="*/ 17921 w 48230"/>
                <a:gd name="connsiteY12" fmla="*/ 62348 h 148873"/>
                <a:gd name="connsiteX13" fmla="*/ 15902 w 48230"/>
                <a:gd name="connsiteY13" fmla="*/ 72198 h 148873"/>
                <a:gd name="connsiteX14" fmla="*/ 5134 w 48230"/>
                <a:gd name="connsiteY14" fmla="*/ 111823 h 148873"/>
                <a:gd name="connsiteX15" fmla="*/ 199 w 48230"/>
                <a:gd name="connsiteY15" fmla="*/ 136224 h 148873"/>
                <a:gd name="connsiteX16" fmla="*/ 10518 w 48230"/>
                <a:gd name="connsiteY16" fmla="*/ 148985 h 148873"/>
                <a:gd name="connsiteX17" fmla="*/ 41924 w 48230"/>
                <a:gd name="connsiteY17" fmla="*/ 123464 h 148873"/>
                <a:gd name="connsiteX18" fmla="*/ 39008 w 48230"/>
                <a:gd name="connsiteY18" fmla="*/ 121001 h 148873"/>
                <a:gd name="connsiteX19" fmla="*/ 37213 w 48230"/>
                <a:gd name="connsiteY19" fmla="*/ 112 h 148873"/>
                <a:gd name="connsiteX20" fmla="*/ 26670 w 48230"/>
                <a:gd name="connsiteY20" fmla="*/ 11977 h 148873"/>
                <a:gd name="connsiteX21" fmla="*/ 37437 w 48230"/>
                <a:gd name="connsiteY21" fmla="*/ 23842 h 148873"/>
                <a:gd name="connsiteX22" fmla="*/ 48429 w 48230"/>
                <a:gd name="connsiteY22" fmla="*/ 12425 h 148873"/>
                <a:gd name="connsiteX23" fmla="*/ 37213 w 48230"/>
                <a:gd name="connsiteY23" fmla="*/ 112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9008" y="121001"/>
                  </a:moveTo>
                  <a:cubicBezTo>
                    <a:pt x="33624" y="128165"/>
                    <a:pt x="32053" y="129956"/>
                    <a:pt x="29810" y="132419"/>
                  </a:cubicBezTo>
                  <a:cubicBezTo>
                    <a:pt x="25997" y="136224"/>
                    <a:pt x="22632" y="138463"/>
                    <a:pt x="20613" y="138463"/>
                  </a:cubicBezTo>
                  <a:cubicBezTo>
                    <a:pt x="18818" y="138463"/>
                    <a:pt x="17023" y="136672"/>
                    <a:pt x="17023" y="135105"/>
                  </a:cubicBezTo>
                  <a:cubicBezTo>
                    <a:pt x="17023" y="132866"/>
                    <a:pt x="17696" y="129508"/>
                    <a:pt x="19267" y="125255"/>
                  </a:cubicBezTo>
                  <a:cubicBezTo>
                    <a:pt x="19267" y="124583"/>
                    <a:pt x="19940" y="123016"/>
                    <a:pt x="20388" y="121225"/>
                  </a:cubicBezTo>
                  <a:lnTo>
                    <a:pt x="20388" y="120777"/>
                  </a:lnTo>
                  <a:lnTo>
                    <a:pt x="20613" y="120330"/>
                  </a:lnTo>
                  <a:lnTo>
                    <a:pt x="40354" y="48244"/>
                  </a:lnTo>
                  <a:lnTo>
                    <a:pt x="39681" y="47796"/>
                  </a:lnTo>
                  <a:cubicBezTo>
                    <a:pt x="17023" y="52050"/>
                    <a:pt x="12537" y="52721"/>
                    <a:pt x="3788" y="53393"/>
                  </a:cubicBezTo>
                  <a:lnTo>
                    <a:pt x="3788" y="56975"/>
                  </a:lnTo>
                  <a:cubicBezTo>
                    <a:pt x="15677" y="57199"/>
                    <a:pt x="17921" y="57870"/>
                    <a:pt x="17921" y="62348"/>
                  </a:cubicBezTo>
                  <a:cubicBezTo>
                    <a:pt x="17921" y="64138"/>
                    <a:pt x="17248" y="67720"/>
                    <a:pt x="15902" y="72198"/>
                  </a:cubicBezTo>
                  <a:lnTo>
                    <a:pt x="5134" y="111823"/>
                  </a:lnTo>
                  <a:cubicBezTo>
                    <a:pt x="1545" y="124807"/>
                    <a:pt x="199" y="131747"/>
                    <a:pt x="199" y="136224"/>
                  </a:cubicBezTo>
                  <a:cubicBezTo>
                    <a:pt x="199" y="144508"/>
                    <a:pt x="3788" y="148985"/>
                    <a:pt x="10518" y="148985"/>
                  </a:cubicBezTo>
                  <a:cubicBezTo>
                    <a:pt x="20837" y="148985"/>
                    <a:pt x="29137" y="142269"/>
                    <a:pt x="41924" y="123464"/>
                  </a:cubicBezTo>
                  <a:lnTo>
                    <a:pt x="39008" y="121001"/>
                  </a:lnTo>
                  <a:close/>
                  <a:moveTo>
                    <a:pt x="37213" y="112"/>
                  </a:moveTo>
                  <a:cubicBezTo>
                    <a:pt x="31156" y="112"/>
                    <a:pt x="26670" y="5261"/>
                    <a:pt x="26670" y="11977"/>
                  </a:cubicBezTo>
                  <a:cubicBezTo>
                    <a:pt x="26670" y="19141"/>
                    <a:pt x="30932" y="23842"/>
                    <a:pt x="37437" y="23842"/>
                  </a:cubicBezTo>
                  <a:cubicBezTo>
                    <a:pt x="43270" y="23842"/>
                    <a:pt x="48429" y="18693"/>
                    <a:pt x="48429" y="12425"/>
                  </a:cubicBezTo>
                  <a:cubicBezTo>
                    <a:pt x="48429" y="5932"/>
                    <a:pt x="43270" y="112"/>
                    <a:pt x="37213" y="112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DE6245F3-3756-403A-C6CA-B15A1790D8E7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718973" y="5649732"/>
              <a:ext cx="70330" cy="302526"/>
            </a:xfrm>
            <a:custGeom>
              <a:avLst/>
              <a:gdLst>
                <a:gd name="connsiteX0" fmla="*/ 70532 w 70330"/>
                <a:gd name="connsiteY0" fmla="*/ 151372 h 302526"/>
                <a:gd name="connsiteX1" fmla="*/ 50525 w 70330"/>
                <a:gd name="connsiteY1" fmla="*/ 56984 h 302526"/>
                <a:gd name="connsiteX2" fmla="*/ 3234 w 70330"/>
                <a:gd name="connsiteY2" fmla="*/ 109 h 302526"/>
                <a:gd name="connsiteX3" fmla="*/ 202 w 70330"/>
                <a:gd name="connsiteY3" fmla="*/ 3134 h 302526"/>
                <a:gd name="connsiteX4" fmla="*/ 5962 w 70330"/>
                <a:gd name="connsiteY4" fmla="*/ 10092 h 302526"/>
                <a:gd name="connsiteX5" fmla="*/ 52950 w 70330"/>
                <a:gd name="connsiteY5" fmla="*/ 151372 h 302526"/>
                <a:gd name="connsiteX6" fmla="*/ 4143 w 70330"/>
                <a:gd name="connsiteY6" fmla="*/ 294467 h 302526"/>
                <a:gd name="connsiteX7" fmla="*/ 202 w 70330"/>
                <a:gd name="connsiteY7" fmla="*/ 299610 h 302526"/>
                <a:gd name="connsiteX8" fmla="*/ 3234 w 70330"/>
                <a:gd name="connsiteY8" fmla="*/ 302636 h 302526"/>
                <a:gd name="connsiteX9" fmla="*/ 51434 w 70330"/>
                <a:gd name="connsiteY9" fmla="*/ 243643 h 302526"/>
                <a:gd name="connsiteX10" fmla="*/ 70532 w 70330"/>
                <a:gd name="connsiteY10" fmla="*/ 1513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532" y="151372"/>
                  </a:moveTo>
                  <a:cubicBezTo>
                    <a:pt x="70532" y="127775"/>
                    <a:pt x="67198" y="91169"/>
                    <a:pt x="50525" y="56984"/>
                  </a:cubicBezTo>
                  <a:cubicBezTo>
                    <a:pt x="32336" y="19773"/>
                    <a:pt x="6265" y="109"/>
                    <a:pt x="3234" y="109"/>
                  </a:cubicBezTo>
                  <a:cubicBezTo>
                    <a:pt x="1415" y="109"/>
                    <a:pt x="202" y="1319"/>
                    <a:pt x="202" y="3134"/>
                  </a:cubicBezTo>
                  <a:cubicBezTo>
                    <a:pt x="202" y="4042"/>
                    <a:pt x="202" y="4647"/>
                    <a:pt x="5962" y="10092"/>
                  </a:cubicBezTo>
                  <a:cubicBezTo>
                    <a:pt x="35670" y="40042"/>
                    <a:pt x="52950" y="88144"/>
                    <a:pt x="52950" y="151372"/>
                  </a:cubicBezTo>
                  <a:cubicBezTo>
                    <a:pt x="52950" y="203104"/>
                    <a:pt x="41733" y="256349"/>
                    <a:pt x="4143" y="294467"/>
                  </a:cubicBezTo>
                  <a:cubicBezTo>
                    <a:pt x="202" y="298098"/>
                    <a:pt x="202" y="298703"/>
                    <a:pt x="202" y="299610"/>
                  </a:cubicBezTo>
                  <a:cubicBezTo>
                    <a:pt x="202" y="301425"/>
                    <a:pt x="1415" y="302636"/>
                    <a:pt x="3234" y="302636"/>
                  </a:cubicBezTo>
                  <a:cubicBezTo>
                    <a:pt x="6265" y="302636"/>
                    <a:pt x="33548" y="282064"/>
                    <a:pt x="51434" y="243643"/>
                  </a:cubicBezTo>
                  <a:cubicBezTo>
                    <a:pt x="66894" y="210365"/>
                    <a:pt x="70532" y="176784"/>
                    <a:pt x="70532" y="151372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E1DAC4EB-D3D4-E8DB-AC34-A5925AECEC9E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836425" y="5649732"/>
              <a:ext cx="117924" cy="302526"/>
            </a:xfrm>
            <a:custGeom>
              <a:avLst/>
              <a:gdLst>
                <a:gd name="connsiteX0" fmla="*/ 116615 w 117924"/>
                <a:gd name="connsiteY0" fmla="*/ 11605 h 302526"/>
                <a:gd name="connsiteX1" fmla="*/ 118130 w 117924"/>
                <a:gd name="connsiteY1" fmla="*/ 6159 h 302526"/>
                <a:gd name="connsiteX2" fmla="*/ 112067 w 117924"/>
                <a:gd name="connsiteY2" fmla="*/ 109 h 302526"/>
                <a:gd name="connsiteX3" fmla="*/ 106914 w 117924"/>
                <a:gd name="connsiteY3" fmla="*/ 2832 h 302526"/>
                <a:gd name="connsiteX4" fmla="*/ 1722 w 117924"/>
                <a:gd name="connsiteY4" fmla="*/ 291140 h 302526"/>
                <a:gd name="connsiteX5" fmla="*/ 206 w 117924"/>
                <a:gd name="connsiteY5" fmla="*/ 296585 h 302526"/>
                <a:gd name="connsiteX6" fmla="*/ 6269 w 117924"/>
                <a:gd name="connsiteY6" fmla="*/ 302636 h 302526"/>
                <a:gd name="connsiteX7" fmla="*/ 12938 w 117924"/>
                <a:gd name="connsiteY7" fmla="*/ 295375 h 302526"/>
                <a:gd name="connsiteX8" fmla="*/ 116615 w 117924"/>
                <a:gd name="connsiteY8" fmla="*/ 1160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24" h="302526">
                  <a:moveTo>
                    <a:pt x="116615" y="11605"/>
                  </a:moveTo>
                  <a:cubicBezTo>
                    <a:pt x="118130" y="7672"/>
                    <a:pt x="118130" y="6462"/>
                    <a:pt x="118130" y="6159"/>
                  </a:cubicBezTo>
                  <a:cubicBezTo>
                    <a:pt x="118130" y="2832"/>
                    <a:pt x="115402" y="109"/>
                    <a:pt x="112067" y="109"/>
                  </a:cubicBezTo>
                  <a:cubicBezTo>
                    <a:pt x="109945" y="109"/>
                    <a:pt x="107823" y="1016"/>
                    <a:pt x="106914" y="2832"/>
                  </a:cubicBezTo>
                  <a:lnTo>
                    <a:pt x="1722" y="291140"/>
                  </a:lnTo>
                  <a:cubicBezTo>
                    <a:pt x="206" y="295072"/>
                    <a:pt x="206" y="296282"/>
                    <a:pt x="206" y="296585"/>
                  </a:cubicBezTo>
                  <a:cubicBezTo>
                    <a:pt x="206" y="299913"/>
                    <a:pt x="2935" y="302636"/>
                    <a:pt x="6269" y="302636"/>
                  </a:cubicBezTo>
                  <a:cubicBezTo>
                    <a:pt x="10210" y="302636"/>
                    <a:pt x="11120" y="300518"/>
                    <a:pt x="12938" y="295375"/>
                  </a:cubicBezTo>
                  <a:lnTo>
                    <a:pt x="116615" y="1160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D4EE4E3D-C292-1F14-FB26-663393D15915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977654" y="5670002"/>
              <a:ext cx="139144" cy="209348"/>
            </a:xfrm>
            <a:custGeom>
              <a:avLst/>
              <a:gdLst>
                <a:gd name="connsiteX0" fmla="*/ 135414 w 139144"/>
                <a:gd name="connsiteY0" fmla="*/ 171340 h 209348"/>
                <a:gd name="connsiteX1" fmla="*/ 110556 w 139144"/>
                <a:gd name="connsiteY1" fmla="*/ 195239 h 209348"/>
                <a:gd name="connsiteX2" fmla="*/ 105706 w 139144"/>
                <a:gd name="connsiteY2" fmla="*/ 189794 h 209348"/>
                <a:gd name="connsiteX3" fmla="*/ 115710 w 139144"/>
                <a:gd name="connsiteY3" fmla="*/ 151978 h 209348"/>
                <a:gd name="connsiteX4" fmla="*/ 130261 w 139144"/>
                <a:gd name="connsiteY4" fmla="*/ 93590 h 209348"/>
                <a:gd name="connsiteX5" fmla="*/ 110253 w 139144"/>
                <a:gd name="connsiteY5" fmla="*/ 73321 h 209348"/>
                <a:gd name="connsiteX6" fmla="*/ 40832 w 139144"/>
                <a:gd name="connsiteY6" fmla="*/ 137154 h 209348"/>
                <a:gd name="connsiteX7" fmla="*/ 77210 w 139144"/>
                <a:gd name="connsiteY7" fmla="*/ 1622 h 209348"/>
                <a:gd name="connsiteX8" fmla="*/ 75694 w 139144"/>
                <a:gd name="connsiteY8" fmla="*/ 109 h 209348"/>
                <a:gd name="connsiteX9" fmla="*/ 28100 w 139144"/>
                <a:gd name="connsiteY9" fmla="*/ 8278 h 209348"/>
                <a:gd name="connsiteX10" fmla="*/ 28100 w 139144"/>
                <a:gd name="connsiteY10" fmla="*/ 12816 h 209348"/>
                <a:gd name="connsiteX11" fmla="*/ 35982 w 139144"/>
                <a:gd name="connsiteY11" fmla="*/ 12816 h 209348"/>
                <a:gd name="connsiteX12" fmla="*/ 36891 w 139144"/>
                <a:gd name="connsiteY12" fmla="*/ 12513 h 209348"/>
                <a:gd name="connsiteX13" fmla="*/ 48411 w 139144"/>
                <a:gd name="connsiteY13" fmla="*/ 20076 h 209348"/>
                <a:gd name="connsiteX14" fmla="*/ 44167 w 139144"/>
                <a:gd name="connsiteY14" fmla="*/ 40648 h 209348"/>
                <a:gd name="connsiteX15" fmla="*/ 41135 w 139144"/>
                <a:gd name="connsiteY15" fmla="*/ 51842 h 209348"/>
                <a:gd name="connsiteX16" fmla="*/ 211 w 139144"/>
                <a:gd name="connsiteY16" fmla="*/ 206735 h 209348"/>
                <a:gd name="connsiteX17" fmla="*/ 22947 w 139144"/>
                <a:gd name="connsiteY17" fmla="*/ 206735 h 209348"/>
                <a:gd name="connsiteX18" fmla="*/ 51139 w 139144"/>
                <a:gd name="connsiteY18" fmla="*/ 131406 h 209348"/>
                <a:gd name="connsiteX19" fmla="*/ 98127 w 139144"/>
                <a:gd name="connsiteY19" fmla="*/ 88750 h 209348"/>
                <a:gd name="connsiteX20" fmla="*/ 106615 w 139144"/>
                <a:gd name="connsiteY20" fmla="*/ 96313 h 209348"/>
                <a:gd name="connsiteX21" fmla="*/ 104493 w 139144"/>
                <a:gd name="connsiteY21" fmla="*/ 106296 h 209348"/>
                <a:gd name="connsiteX22" fmla="*/ 87820 w 139144"/>
                <a:gd name="connsiteY22" fmla="*/ 168919 h 209348"/>
                <a:gd name="connsiteX23" fmla="*/ 81757 w 139144"/>
                <a:gd name="connsiteY23" fmla="*/ 196752 h 209348"/>
                <a:gd name="connsiteX24" fmla="*/ 95096 w 139144"/>
                <a:gd name="connsiteY24" fmla="*/ 209458 h 209348"/>
                <a:gd name="connsiteX25" fmla="*/ 139355 w 139144"/>
                <a:gd name="connsiteY25" fmla="*/ 174970 h 209348"/>
                <a:gd name="connsiteX26" fmla="*/ 135414 w 139144"/>
                <a:gd name="connsiteY26" fmla="*/ 171340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44" h="209348">
                  <a:moveTo>
                    <a:pt x="135414" y="171340"/>
                  </a:moveTo>
                  <a:cubicBezTo>
                    <a:pt x="119044" y="191911"/>
                    <a:pt x="115406" y="195239"/>
                    <a:pt x="110556" y="195239"/>
                  </a:cubicBezTo>
                  <a:cubicBezTo>
                    <a:pt x="107828" y="195239"/>
                    <a:pt x="105706" y="192517"/>
                    <a:pt x="105706" y="189794"/>
                  </a:cubicBezTo>
                  <a:cubicBezTo>
                    <a:pt x="105706" y="186769"/>
                    <a:pt x="110556" y="167709"/>
                    <a:pt x="115710" y="151978"/>
                  </a:cubicBezTo>
                  <a:cubicBezTo>
                    <a:pt x="124501" y="123238"/>
                    <a:pt x="130261" y="100851"/>
                    <a:pt x="130261" y="93590"/>
                  </a:cubicBezTo>
                  <a:cubicBezTo>
                    <a:pt x="130261" y="81489"/>
                    <a:pt x="122076" y="73321"/>
                    <a:pt x="110253" y="73321"/>
                  </a:cubicBezTo>
                  <a:cubicBezTo>
                    <a:pt x="90548" y="73321"/>
                    <a:pt x="69025" y="93288"/>
                    <a:pt x="40832" y="137154"/>
                  </a:cubicBezTo>
                  <a:lnTo>
                    <a:pt x="77210" y="1622"/>
                  </a:lnTo>
                  <a:lnTo>
                    <a:pt x="75694" y="109"/>
                  </a:lnTo>
                  <a:cubicBezTo>
                    <a:pt x="58112" y="4042"/>
                    <a:pt x="46289" y="6160"/>
                    <a:pt x="28100" y="8278"/>
                  </a:cubicBezTo>
                  <a:lnTo>
                    <a:pt x="28100" y="12816"/>
                  </a:lnTo>
                  <a:lnTo>
                    <a:pt x="35982" y="12816"/>
                  </a:lnTo>
                  <a:cubicBezTo>
                    <a:pt x="36285" y="12816"/>
                    <a:pt x="36588" y="12816"/>
                    <a:pt x="36891" y="12513"/>
                  </a:cubicBezTo>
                  <a:cubicBezTo>
                    <a:pt x="41135" y="10698"/>
                    <a:pt x="48411" y="15841"/>
                    <a:pt x="48411" y="20076"/>
                  </a:cubicBezTo>
                  <a:cubicBezTo>
                    <a:pt x="48411" y="24312"/>
                    <a:pt x="46895" y="31875"/>
                    <a:pt x="44167" y="40648"/>
                  </a:cubicBezTo>
                  <a:cubicBezTo>
                    <a:pt x="43864" y="40951"/>
                    <a:pt x="42954" y="45186"/>
                    <a:pt x="41135" y="51842"/>
                  </a:cubicBezTo>
                  <a:lnTo>
                    <a:pt x="211" y="206735"/>
                  </a:lnTo>
                  <a:lnTo>
                    <a:pt x="22947" y="206735"/>
                  </a:lnTo>
                  <a:cubicBezTo>
                    <a:pt x="35072" y="160146"/>
                    <a:pt x="39013" y="149860"/>
                    <a:pt x="51139" y="131406"/>
                  </a:cubicBezTo>
                  <a:cubicBezTo>
                    <a:pt x="66903" y="107506"/>
                    <a:pt x="87517" y="88750"/>
                    <a:pt x="98127" y="88750"/>
                  </a:cubicBezTo>
                  <a:cubicBezTo>
                    <a:pt x="102674" y="88750"/>
                    <a:pt x="106615" y="92380"/>
                    <a:pt x="106615" y="96313"/>
                  </a:cubicBezTo>
                  <a:cubicBezTo>
                    <a:pt x="106615" y="97523"/>
                    <a:pt x="105706" y="101456"/>
                    <a:pt x="104493" y="106296"/>
                  </a:cubicBezTo>
                  <a:lnTo>
                    <a:pt x="87820" y="168919"/>
                  </a:lnTo>
                  <a:cubicBezTo>
                    <a:pt x="83879" y="183743"/>
                    <a:pt x="81757" y="193122"/>
                    <a:pt x="81757" y="196752"/>
                  </a:cubicBezTo>
                  <a:cubicBezTo>
                    <a:pt x="81757" y="204618"/>
                    <a:pt x="86911" y="209458"/>
                    <a:pt x="95096" y="209458"/>
                  </a:cubicBezTo>
                  <a:cubicBezTo>
                    <a:pt x="110556" y="209458"/>
                    <a:pt x="121166" y="201290"/>
                    <a:pt x="139355" y="174970"/>
                  </a:cubicBezTo>
                  <a:lnTo>
                    <a:pt x="135414" y="17134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C6BBAA4A-9418-1724-D3E2-9CCCC226627E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148288" y="5737768"/>
              <a:ext cx="42137" cy="181515"/>
            </a:xfrm>
            <a:custGeom>
              <a:avLst/>
              <a:gdLst>
                <a:gd name="connsiteX0" fmla="*/ 8401 w 42137"/>
                <a:gd name="connsiteY0" fmla="*/ 181625 h 181515"/>
                <a:gd name="connsiteX1" fmla="*/ 42353 w 42137"/>
                <a:gd name="connsiteY1" fmla="*/ 135036 h 181515"/>
                <a:gd name="connsiteX2" fmla="*/ 18102 w 42137"/>
                <a:gd name="connsiteY2" fmla="*/ 108111 h 181515"/>
                <a:gd name="connsiteX3" fmla="*/ 216 w 42137"/>
                <a:gd name="connsiteY3" fmla="*/ 125053 h 181515"/>
                <a:gd name="connsiteX4" fmla="*/ 18102 w 42137"/>
                <a:gd name="connsiteY4" fmla="*/ 140784 h 181515"/>
                <a:gd name="connsiteX5" fmla="*/ 23861 w 42137"/>
                <a:gd name="connsiteY5" fmla="*/ 140179 h 181515"/>
                <a:gd name="connsiteX6" fmla="*/ 26287 w 42137"/>
                <a:gd name="connsiteY6" fmla="*/ 139574 h 181515"/>
                <a:gd name="connsiteX7" fmla="*/ 30531 w 42137"/>
                <a:gd name="connsiteY7" fmla="*/ 143809 h 181515"/>
                <a:gd name="connsiteX8" fmla="*/ 5673 w 42137"/>
                <a:gd name="connsiteY8" fmla="*/ 175877 h 181515"/>
                <a:gd name="connsiteX9" fmla="*/ 8401 w 42137"/>
                <a:gd name="connsiteY9" fmla="*/ 181625 h 181515"/>
                <a:gd name="connsiteX10" fmla="*/ 17192 w 42137"/>
                <a:gd name="connsiteY10" fmla="*/ 109 h 181515"/>
                <a:gd name="connsiteX11" fmla="*/ 519 w 42137"/>
                <a:gd name="connsiteY11" fmla="*/ 17353 h 181515"/>
                <a:gd name="connsiteX12" fmla="*/ 16889 w 42137"/>
                <a:gd name="connsiteY12" fmla="*/ 33690 h 181515"/>
                <a:gd name="connsiteX13" fmla="*/ 34168 w 42137"/>
                <a:gd name="connsiteY13" fmla="*/ 17353 h 181515"/>
                <a:gd name="connsiteX14" fmla="*/ 17192 w 42137"/>
                <a:gd name="connsiteY14" fmla="*/ 109 h 18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137" h="181515">
                  <a:moveTo>
                    <a:pt x="8401" y="181625"/>
                  </a:moveTo>
                  <a:cubicBezTo>
                    <a:pt x="29318" y="171339"/>
                    <a:pt x="42353" y="153188"/>
                    <a:pt x="42353" y="135036"/>
                  </a:cubicBezTo>
                  <a:cubicBezTo>
                    <a:pt x="42353" y="119910"/>
                    <a:pt x="31743" y="108111"/>
                    <a:pt x="18102" y="108111"/>
                  </a:cubicBezTo>
                  <a:cubicBezTo>
                    <a:pt x="7492" y="108111"/>
                    <a:pt x="216" y="114767"/>
                    <a:pt x="216" y="125053"/>
                  </a:cubicBezTo>
                  <a:cubicBezTo>
                    <a:pt x="216" y="135036"/>
                    <a:pt x="6885" y="140784"/>
                    <a:pt x="18102" y="140784"/>
                  </a:cubicBezTo>
                  <a:cubicBezTo>
                    <a:pt x="19921" y="140784"/>
                    <a:pt x="22043" y="140481"/>
                    <a:pt x="23861" y="140179"/>
                  </a:cubicBezTo>
                  <a:cubicBezTo>
                    <a:pt x="25983" y="139574"/>
                    <a:pt x="25983" y="139574"/>
                    <a:pt x="26287" y="139574"/>
                  </a:cubicBezTo>
                  <a:cubicBezTo>
                    <a:pt x="28712" y="139574"/>
                    <a:pt x="30531" y="141389"/>
                    <a:pt x="30531" y="143809"/>
                  </a:cubicBezTo>
                  <a:cubicBezTo>
                    <a:pt x="30531" y="153490"/>
                    <a:pt x="22043" y="164684"/>
                    <a:pt x="5673" y="175877"/>
                  </a:cubicBezTo>
                  <a:lnTo>
                    <a:pt x="8401" y="181625"/>
                  </a:lnTo>
                  <a:close/>
                  <a:moveTo>
                    <a:pt x="17192" y="109"/>
                  </a:moveTo>
                  <a:cubicBezTo>
                    <a:pt x="8098" y="109"/>
                    <a:pt x="519" y="7975"/>
                    <a:pt x="519" y="17353"/>
                  </a:cubicBezTo>
                  <a:cubicBezTo>
                    <a:pt x="519" y="26126"/>
                    <a:pt x="8098" y="33690"/>
                    <a:pt x="16889" y="33690"/>
                  </a:cubicBezTo>
                  <a:cubicBezTo>
                    <a:pt x="26287" y="33690"/>
                    <a:pt x="34168" y="26126"/>
                    <a:pt x="34168" y="17353"/>
                  </a:cubicBezTo>
                  <a:cubicBezTo>
                    <a:pt x="34168" y="7975"/>
                    <a:pt x="26287" y="109"/>
                    <a:pt x="17192" y="109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7560ADD0-52ED-93FA-DEB3-4477308C7A45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546413" y="5679077"/>
              <a:ext cx="192498" cy="197549"/>
            </a:xfrm>
            <a:custGeom>
              <a:avLst/>
              <a:gdLst>
                <a:gd name="connsiteX0" fmla="*/ 192728 w 192498"/>
                <a:gd name="connsiteY0" fmla="*/ 109 h 197549"/>
                <a:gd name="connsiteX1" fmla="*/ 42064 w 192498"/>
                <a:gd name="connsiteY1" fmla="*/ 109 h 197549"/>
                <a:gd name="connsiteX2" fmla="*/ 42064 w 192498"/>
                <a:gd name="connsiteY2" fmla="*/ 4950 h 197549"/>
                <a:gd name="connsiteX3" fmla="*/ 65406 w 192498"/>
                <a:gd name="connsiteY3" fmla="*/ 17353 h 197549"/>
                <a:gd name="connsiteX4" fmla="*/ 62071 w 192498"/>
                <a:gd name="connsiteY4" fmla="*/ 36715 h 197549"/>
                <a:gd name="connsiteX5" fmla="*/ 24784 w 192498"/>
                <a:gd name="connsiteY5" fmla="*/ 170432 h 197549"/>
                <a:gd name="connsiteX6" fmla="*/ 229 w 192498"/>
                <a:gd name="connsiteY6" fmla="*/ 192819 h 197549"/>
                <a:gd name="connsiteX7" fmla="*/ 229 w 192498"/>
                <a:gd name="connsiteY7" fmla="*/ 197659 h 197549"/>
                <a:gd name="connsiteX8" fmla="*/ 153925 w 192498"/>
                <a:gd name="connsiteY8" fmla="*/ 197659 h 197549"/>
                <a:gd name="connsiteX9" fmla="*/ 172720 w 192498"/>
                <a:gd name="connsiteY9" fmla="*/ 148650 h 197549"/>
                <a:gd name="connsiteX10" fmla="*/ 167870 w 192498"/>
                <a:gd name="connsiteY10" fmla="*/ 146230 h 197549"/>
                <a:gd name="connsiteX11" fmla="*/ 132705 w 192498"/>
                <a:gd name="connsiteY11" fmla="*/ 179508 h 197549"/>
                <a:gd name="connsiteX12" fmla="*/ 78138 w 192498"/>
                <a:gd name="connsiteY12" fmla="*/ 187676 h 197549"/>
                <a:gd name="connsiteX13" fmla="*/ 53886 w 192498"/>
                <a:gd name="connsiteY13" fmla="*/ 177390 h 197549"/>
                <a:gd name="connsiteX14" fmla="*/ 64800 w 192498"/>
                <a:gd name="connsiteY14" fmla="*/ 133221 h 197549"/>
                <a:gd name="connsiteX15" fmla="*/ 74500 w 192498"/>
                <a:gd name="connsiteY15" fmla="*/ 98431 h 197549"/>
                <a:gd name="connsiteX16" fmla="*/ 98146 w 192498"/>
                <a:gd name="connsiteY16" fmla="*/ 99338 h 197549"/>
                <a:gd name="connsiteX17" fmla="*/ 121791 w 192498"/>
                <a:gd name="connsiteY17" fmla="*/ 103876 h 197549"/>
                <a:gd name="connsiteX18" fmla="*/ 123913 w 192498"/>
                <a:gd name="connsiteY18" fmla="*/ 113254 h 197549"/>
                <a:gd name="connsiteX19" fmla="*/ 121791 w 192498"/>
                <a:gd name="connsiteY19" fmla="*/ 128986 h 197549"/>
                <a:gd name="connsiteX20" fmla="*/ 127854 w 192498"/>
                <a:gd name="connsiteY20" fmla="*/ 130499 h 197549"/>
                <a:gd name="connsiteX21" fmla="*/ 148468 w 192498"/>
                <a:gd name="connsiteY21" fmla="*/ 60312 h 197549"/>
                <a:gd name="connsiteX22" fmla="*/ 143012 w 192498"/>
                <a:gd name="connsiteY22" fmla="*/ 59102 h 197549"/>
                <a:gd name="connsiteX23" fmla="*/ 101177 w 192498"/>
                <a:gd name="connsiteY23" fmla="*/ 87842 h 197549"/>
                <a:gd name="connsiteX24" fmla="*/ 77229 w 192498"/>
                <a:gd name="connsiteY24" fmla="*/ 88447 h 197549"/>
                <a:gd name="connsiteX25" fmla="*/ 97236 w 192498"/>
                <a:gd name="connsiteY25" fmla="*/ 17959 h 197549"/>
                <a:gd name="connsiteX26" fmla="*/ 119366 w 192498"/>
                <a:gd name="connsiteY26" fmla="*/ 10093 h 197549"/>
                <a:gd name="connsiteX27" fmla="*/ 177570 w 192498"/>
                <a:gd name="connsiteY27" fmla="*/ 32177 h 197549"/>
                <a:gd name="connsiteX28" fmla="*/ 176964 w 192498"/>
                <a:gd name="connsiteY28" fmla="*/ 45791 h 197549"/>
                <a:gd name="connsiteX29" fmla="*/ 183330 w 192498"/>
                <a:gd name="connsiteY29" fmla="*/ 46396 h 197549"/>
                <a:gd name="connsiteX30" fmla="*/ 192728 w 192498"/>
                <a:gd name="connsiteY30" fmla="*/ 109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2498" h="197549">
                  <a:moveTo>
                    <a:pt x="192728" y="109"/>
                  </a:moveTo>
                  <a:lnTo>
                    <a:pt x="42064" y="109"/>
                  </a:lnTo>
                  <a:lnTo>
                    <a:pt x="42064" y="4950"/>
                  </a:lnTo>
                  <a:cubicBezTo>
                    <a:pt x="60859" y="6765"/>
                    <a:pt x="65406" y="9185"/>
                    <a:pt x="65406" y="17353"/>
                  </a:cubicBezTo>
                  <a:cubicBezTo>
                    <a:pt x="65406" y="20681"/>
                    <a:pt x="63587" y="31270"/>
                    <a:pt x="62071" y="36715"/>
                  </a:cubicBezTo>
                  <a:lnTo>
                    <a:pt x="24784" y="170432"/>
                  </a:lnTo>
                  <a:cubicBezTo>
                    <a:pt x="19631" y="187676"/>
                    <a:pt x="17206" y="189794"/>
                    <a:pt x="229" y="192819"/>
                  </a:cubicBezTo>
                  <a:lnTo>
                    <a:pt x="229" y="197659"/>
                  </a:lnTo>
                  <a:lnTo>
                    <a:pt x="153925" y="197659"/>
                  </a:lnTo>
                  <a:lnTo>
                    <a:pt x="172720" y="148650"/>
                  </a:lnTo>
                  <a:lnTo>
                    <a:pt x="167870" y="146230"/>
                  </a:lnTo>
                  <a:cubicBezTo>
                    <a:pt x="153622" y="165592"/>
                    <a:pt x="145740" y="173457"/>
                    <a:pt x="132705" y="179508"/>
                  </a:cubicBezTo>
                  <a:cubicBezTo>
                    <a:pt x="121488" y="184651"/>
                    <a:pt x="100874" y="187676"/>
                    <a:pt x="78138" y="187676"/>
                  </a:cubicBezTo>
                  <a:cubicBezTo>
                    <a:pt x="61162" y="187676"/>
                    <a:pt x="53886" y="184651"/>
                    <a:pt x="53886" y="177390"/>
                  </a:cubicBezTo>
                  <a:cubicBezTo>
                    <a:pt x="53886" y="174062"/>
                    <a:pt x="57221" y="159844"/>
                    <a:pt x="64800" y="133221"/>
                  </a:cubicBezTo>
                  <a:cubicBezTo>
                    <a:pt x="68741" y="119910"/>
                    <a:pt x="71469" y="109927"/>
                    <a:pt x="74500" y="98431"/>
                  </a:cubicBezTo>
                  <a:cubicBezTo>
                    <a:pt x="85110" y="99036"/>
                    <a:pt x="94508" y="99338"/>
                    <a:pt x="98146" y="99338"/>
                  </a:cubicBezTo>
                  <a:cubicBezTo>
                    <a:pt x="109969" y="99036"/>
                    <a:pt x="118457" y="100851"/>
                    <a:pt x="121791" y="103876"/>
                  </a:cubicBezTo>
                  <a:cubicBezTo>
                    <a:pt x="123307" y="105389"/>
                    <a:pt x="123913" y="108112"/>
                    <a:pt x="123913" y="113254"/>
                  </a:cubicBezTo>
                  <a:cubicBezTo>
                    <a:pt x="123913" y="118397"/>
                    <a:pt x="123307" y="122330"/>
                    <a:pt x="121791" y="128986"/>
                  </a:cubicBezTo>
                  <a:lnTo>
                    <a:pt x="127854" y="130499"/>
                  </a:lnTo>
                  <a:lnTo>
                    <a:pt x="148468" y="60312"/>
                  </a:lnTo>
                  <a:lnTo>
                    <a:pt x="143012" y="59102"/>
                  </a:lnTo>
                  <a:cubicBezTo>
                    <a:pt x="131492" y="84817"/>
                    <a:pt x="128764" y="86632"/>
                    <a:pt x="101177" y="87842"/>
                  </a:cubicBezTo>
                  <a:cubicBezTo>
                    <a:pt x="97539" y="87842"/>
                    <a:pt x="87839" y="88145"/>
                    <a:pt x="77229" y="88447"/>
                  </a:cubicBezTo>
                  <a:lnTo>
                    <a:pt x="97236" y="17959"/>
                  </a:lnTo>
                  <a:cubicBezTo>
                    <a:pt x="99055" y="11303"/>
                    <a:pt x="102390" y="10093"/>
                    <a:pt x="119366" y="10093"/>
                  </a:cubicBezTo>
                  <a:cubicBezTo>
                    <a:pt x="166960" y="10093"/>
                    <a:pt x="177570" y="14026"/>
                    <a:pt x="177570" y="32177"/>
                  </a:cubicBezTo>
                  <a:cubicBezTo>
                    <a:pt x="177570" y="36110"/>
                    <a:pt x="177267" y="40648"/>
                    <a:pt x="176964" y="45791"/>
                  </a:cubicBezTo>
                  <a:lnTo>
                    <a:pt x="183330" y="46396"/>
                  </a:lnTo>
                  <a:lnTo>
                    <a:pt x="192728" y="10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957E2DD5-5DE6-08B5-2DD8-C61BDCB19890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746274" y="5743213"/>
              <a:ext cx="111254" cy="133414"/>
            </a:xfrm>
            <a:custGeom>
              <a:avLst/>
              <a:gdLst>
                <a:gd name="connsiteX0" fmla="*/ 23275 w 111254"/>
                <a:gd name="connsiteY0" fmla="*/ 133524 h 133414"/>
                <a:gd name="connsiteX1" fmla="*/ 58137 w 111254"/>
                <a:gd name="connsiteY1" fmla="*/ 46094 h 133414"/>
                <a:gd name="connsiteX2" fmla="*/ 81782 w 111254"/>
                <a:gd name="connsiteY2" fmla="*/ 19774 h 133414"/>
                <a:gd name="connsiteX3" fmla="*/ 86632 w 111254"/>
                <a:gd name="connsiteY3" fmla="*/ 24009 h 133414"/>
                <a:gd name="connsiteX4" fmla="*/ 97546 w 111254"/>
                <a:gd name="connsiteY4" fmla="*/ 30665 h 133414"/>
                <a:gd name="connsiteX5" fmla="*/ 111490 w 111254"/>
                <a:gd name="connsiteY5" fmla="*/ 15841 h 133414"/>
                <a:gd name="connsiteX6" fmla="*/ 97242 w 111254"/>
                <a:gd name="connsiteY6" fmla="*/ 109 h 133414"/>
                <a:gd name="connsiteX7" fmla="*/ 74203 w 111254"/>
                <a:gd name="connsiteY7" fmla="*/ 12816 h 133414"/>
                <a:gd name="connsiteX8" fmla="*/ 44798 w 111254"/>
                <a:gd name="connsiteY8" fmla="*/ 55472 h 133414"/>
                <a:gd name="connsiteX9" fmla="*/ 40554 w 111254"/>
                <a:gd name="connsiteY9" fmla="*/ 66363 h 133414"/>
                <a:gd name="connsiteX10" fmla="*/ 56621 w 111254"/>
                <a:gd name="connsiteY10" fmla="*/ 715 h 133414"/>
                <a:gd name="connsiteX11" fmla="*/ 55711 w 111254"/>
                <a:gd name="connsiteY11" fmla="*/ 109 h 133414"/>
                <a:gd name="connsiteX12" fmla="*/ 8724 w 111254"/>
                <a:gd name="connsiteY12" fmla="*/ 8278 h 133414"/>
                <a:gd name="connsiteX13" fmla="*/ 8724 w 111254"/>
                <a:gd name="connsiteY13" fmla="*/ 13421 h 133414"/>
                <a:gd name="connsiteX14" fmla="*/ 19031 w 111254"/>
                <a:gd name="connsiteY14" fmla="*/ 11908 h 133414"/>
                <a:gd name="connsiteX15" fmla="*/ 29641 w 111254"/>
                <a:gd name="connsiteY15" fmla="*/ 20379 h 133414"/>
                <a:gd name="connsiteX16" fmla="*/ 24790 w 111254"/>
                <a:gd name="connsiteY16" fmla="*/ 45186 h 133414"/>
                <a:gd name="connsiteX17" fmla="*/ 235 w 111254"/>
                <a:gd name="connsiteY17" fmla="*/ 133524 h 133414"/>
                <a:gd name="connsiteX18" fmla="*/ 23275 w 111254"/>
                <a:gd name="connsiteY18" fmla="*/ 133524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75" y="133524"/>
                  </a:moveTo>
                  <a:cubicBezTo>
                    <a:pt x="39038" y="82094"/>
                    <a:pt x="44192" y="69086"/>
                    <a:pt x="58137" y="46094"/>
                  </a:cubicBezTo>
                  <a:cubicBezTo>
                    <a:pt x="68140" y="29152"/>
                    <a:pt x="76628" y="19774"/>
                    <a:pt x="81782" y="19774"/>
                  </a:cubicBezTo>
                  <a:cubicBezTo>
                    <a:pt x="83601" y="19774"/>
                    <a:pt x="85117" y="20984"/>
                    <a:pt x="86632" y="24009"/>
                  </a:cubicBezTo>
                  <a:cubicBezTo>
                    <a:pt x="89057" y="29152"/>
                    <a:pt x="91483" y="30665"/>
                    <a:pt x="97546" y="30665"/>
                  </a:cubicBezTo>
                  <a:cubicBezTo>
                    <a:pt x="106337" y="30665"/>
                    <a:pt x="111490" y="25219"/>
                    <a:pt x="111490" y="15841"/>
                  </a:cubicBezTo>
                  <a:cubicBezTo>
                    <a:pt x="111490" y="6463"/>
                    <a:pt x="105731" y="109"/>
                    <a:pt x="97242" y="109"/>
                  </a:cubicBezTo>
                  <a:cubicBezTo>
                    <a:pt x="90270" y="109"/>
                    <a:pt x="82085" y="4647"/>
                    <a:pt x="74203" y="12816"/>
                  </a:cubicBezTo>
                  <a:cubicBezTo>
                    <a:pt x="61774" y="25522"/>
                    <a:pt x="49648" y="43371"/>
                    <a:pt x="44798" y="55472"/>
                  </a:cubicBezTo>
                  <a:lnTo>
                    <a:pt x="40554" y="66363"/>
                  </a:lnTo>
                  <a:lnTo>
                    <a:pt x="56621" y="715"/>
                  </a:lnTo>
                  <a:lnTo>
                    <a:pt x="55711" y="109"/>
                  </a:lnTo>
                  <a:cubicBezTo>
                    <a:pt x="33582" y="4042"/>
                    <a:pt x="30853" y="4647"/>
                    <a:pt x="8724" y="8278"/>
                  </a:cubicBezTo>
                  <a:lnTo>
                    <a:pt x="8724" y="13421"/>
                  </a:lnTo>
                  <a:cubicBezTo>
                    <a:pt x="15999" y="11908"/>
                    <a:pt x="16909" y="11908"/>
                    <a:pt x="19031" y="11908"/>
                  </a:cubicBezTo>
                  <a:cubicBezTo>
                    <a:pt x="25700" y="11908"/>
                    <a:pt x="29641" y="14933"/>
                    <a:pt x="29641" y="20379"/>
                  </a:cubicBezTo>
                  <a:cubicBezTo>
                    <a:pt x="29641" y="24614"/>
                    <a:pt x="29641" y="24614"/>
                    <a:pt x="24790" y="45186"/>
                  </a:cubicBezTo>
                  <a:lnTo>
                    <a:pt x="235" y="133524"/>
                  </a:lnTo>
                  <a:lnTo>
                    <a:pt x="23275" y="13352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DCBC8CB5-26E4-1942-5761-7287CB4B218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864638" y="5743213"/>
              <a:ext cx="111254" cy="133414"/>
            </a:xfrm>
            <a:custGeom>
              <a:avLst/>
              <a:gdLst>
                <a:gd name="connsiteX0" fmla="*/ 23279 w 111254"/>
                <a:gd name="connsiteY0" fmla="*/ 133524 h 133414"/>
                <a:gd name="connsiteX1" fmla="*/ 58140 w 111254"/>
                <a:gd name="connsiteY1" fmla="*/ 46094 h 133414"/>
                <a:gd name="connsiteX2" fmla="*/ 81786 w 111254"/>
                <a:gd name="connsiteY2" fmla="*/ 19774 h 133414"/>
                <a:gd name="connsiteX3" fmla="*/ 86636 w 111254"/>
                <a:gd name="connsiteY3" fmla="*/ 24009 h 133414"/>
                <a:gd name="connsiteX4" fmla="*/ 97549 w 111254"/>
                <a:gd name="connsiteY4" fmla="*/ 30665 h 133414"/>
                <a:gd name="connsiteX5" fmla="*/ 111494 w 111254"/>
                <a:gd name="connsiteY5" fmla="*/ 15841 h 133414"/>
                <a:gd name="connsiteX6" fmla="*/ 97246 w 111254"/>
                <a:gd name="connsiteY6" fmla="*/ 109 h 133414"/>
                <a:gd name="connsiteX7" fmla="*/ 74207 w 111254"/>
                <a:gd name="connsiteY7" fmla="*/ 12816 h 133414"/>
                <a:gd name="connsiteX8" fmla="*/ 44802 w 111254"/>
                <a:gd name="connsiteY8" fmla="*/ 55472 h 133414"/>
                <a:gd name="connsiteX9" fmla="*/ 40558 w 111254"/>
                <a:gd name="connsiteY9" fmla="*/ 66363 h 133414"/>
                <a:gd name="connsiteX10" fmla="*/ 56625 w 111254"/>
                <a:gd name="connsiteY10" fmla="*/ 715 h 133414"/>
                <a:gd name="connsiteX11" fmla="*/ 55715 w 111254"/>
                <a:gd name="connsiteY11" fmla="*/ 109 h 133414"/>
                <a:gd name="connsiteX12" fmla="*/ 8727 w 111254"/>
                <a:gd name="connsiteY12" fmla="*/ 8278 h 133414"/>
                <a:gd name="connsiteX13" fmla="*/ 8727 w 111254"/>
                <a:gd name="connsiteY13" fmla="*/ 13421 h 133414"/>
                <a:gd name="connsiteX14" fmla="*/ 19034 w 111254"/>
                <a:gd name="connsiteY14" fmla="*/ 11908 h 133414"/>
                <a:gd name="connsiteX15" fmla="*/ 29645 w 111254"/>
                <a:gd name="connsiteY15" fmla="*/ 20379 h 133414"/>
                <a:gd name="connsiteX16" fmla="*/ 24794 w 111254"/>
                <a:gd name="connsiteY16" fmla="*/ 45186 h 133414"/>
                <a:gd name="connsiteX17" fmla="*/ 239 w 111254"/>
                <a:gd name="connsiteY17" fmla="*/ 133524 h 133414"/>
                <a:gd name="connsiteX18" fmla="*/ 23279 w 111254"/>
                <a:gd name="connsiteY18" fmla="*/ 133524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79" y="133524"/>
                  </a:moveTo>
                  <a:cubicBezTo>
                    <a:pt x="39042" y="82094"/>
                    <a:pt x="44196" y="69086"/>
                    <a:pt x="58140" y="46094"/>
                  </a:cubicBezTo>
                  <a:cubicBezTo>
                    <a:pt x="68144" y="29152"/>
                    <a:pt x="76632" y="19774"/>
                    <a:pt x="81786" y="19774"/>
                  </a:cubicBezTo>
                  <a:cubicBezTo>
                    <a:pt x="83605" y="19774"/>
                    <a:pt x="85120" y="20984"/>
                    <a:pt x="86636" y="24009"/>
                  </a:cubicBezTo>
                  <a:cubicBezTo>
                    <a:pt x="89061" y="29152"/>
                    <a:pt x="91487" y="30665"/>
                    <a:pt x="97549" y="30665"/>
                  </a:cubicBezTo>
                  <a:cubicBezTo>
                    <a:pt x="106341" y="30665"/>
                    <a:pt x="111494" y="25219"/>
                    <a:pt x="111494" y="15841"/>
                  </a:cubicBezTo>
                  <a:cubicBezTo>
                    <a:pt x="111494" y="6463"/>
                    <a:pt x="105734" y="109"/>
                    <a:pt x="97246" y="109"/>
                  </a:cubicBezTo>
                  <a:cubicBezTo>
                    <a:pt x="90274" y="109"/>
                    <a:pt x="82089" y="4647"/>
                    <a:pt x="74207" y="12816"/>
                  </a:cubicBezTo>
                  <a:cubicBezTo>
                    <a:pt x="61778" y="25522"/>
                    <a:pt x="49652" y="43371"/>
                    <a:pt x="44802" y="55472"/>
                  </a:cubicBezTo>
                  <a:lnTo>
                    <a:pt x="40558" y="66363"/>
                  </a:lnTo>
                  <a:lnTo>
                    <a:pt x="56625" y="715"/>
                  </a:lnTo>
                  <a:lnTo>
                    <a:pt x="55715" y="109"/>
                  </a:lnTo>
                  <a:cubicBezTo>
                    <a:pt x="33586" y="4042"/>
                    <a:pt x="30857" y="4647"/>
                    <a:pt x="8727" y="8278"/>
                  </a:cubicBezTo>
                  <a:lnTo>
                    <a:pt x="8727" y="13421"/>
                  </a:lnTo>
                  <a:cubicBezTo>
                    <a:pt x="16003" y="11908"/>
                    <a:pt x="16912" y="11908"/>
                    <a:pt x="19034" y="11908"/>
                  </a:cubicBezTo>
                  <a:cubicBezTo>
                    <a:pt x="25704" y="11908"/>
                    <a:pt x="29645" y="14933"/>
                    <a:pt x="29645" y="20379"/>
                  </a:cubicBezTo>
                  <a:cubicBezTo>
                    <a:pt x="29645" y="24614"/>
                    <a:pt x="29645" y="24614"/>
                    <a:pt x="24794" y="45186"/>
                  </a:cubicBezTo>
                  <a:lnTo>
                    <a:pt x="239" y="133524"/>
                  </a:lnTo>
                  <a:lnTo>
                    <a:pt x="23279" y="13352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A15AD488-A1A5-8DBC-182E-7215C2E0DEBD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963853" y="5743213"/>
              <a:ext cx="133687" cy="136742"/>
            </a:xfrm>
            <a:custGeom>
              <a:avLst/>
              <a:gdLst>
                <a:gd name="connsiteX0" fmla="*/ 90581 w 133687"/>
                <a:gd name="connsiteY0" fmla="*/ 109 h 136742"/>
                <a:gd name="connsiteX1" fmla="*/ 243 w 133687"/>
                <a:gd name="connsiteY1" fmla="*/ 94498 h 136742"/>
                <a:gd name="connsiteX2" fmla="*/ 44805 w 133687"/>
                <a:gd name="connsiteY2" fmla="*/ 136852 h 136742"/>
                <a:gd name="connsiteX3" fmla="*/ 101797 w 133687"/>
                <a:gd name="connsiteY3" fmla="*/ 110532 h 136742"/>
                <a:gd name="connsiteX4" fmla="*/ 133931 w 133687"/>
                <a:gd name="connsiteY4" fmla="*/ 42463 h 136742"/>
                <a:gd name="connsiteX5" fmla="*/ 90581 w 133687"/>
                <a:gd name="connsiteY5" fmla="*/ 109 h 136742"/>
                <a:gd name="connsiteX6" fmla="*/ 86943 w 133687"/>
                <a:gd name="connsiteY6" fmla="*/ 6463 h 136742"/>
                <a:gd name="connsiteX7" fmla="*/ 108466 w 133687"/>
                <a:gd name="connsiteY7" fmla="*/ 34900 h 136742"/>
                <a:gd name="connsiteX8" fmla="*/ 85124 w 133687"/>
                <a:gd name="connsiteY8" fmla="*/ 106901 h 136742"/>
                <a:gd name="connsiteX9" fmla="*/ 49353 w 133687"/>
                <a:gd name="connsiteY9" fmla="*/ 130499 h 136742"/>
                <a:gd name="connsiteX10" fmla="*/ 25707 w 133687"/>
                <a:gd name="connsiteY10" fmla="*/ 102969 h 136742"/>
                <a:gd name="connsiteX11" fmla="*/ 49353 w 133687"/>
                <a:gd name="connsiteY11" fmla="*/ 32480 h 136742"/>
                <a:gd name="connsiteX12" fmla="*/ 86943 w 133687"/>
                <a:gd name="connsiteY12" fmla="*/ 6463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687" h="136742">
                  <a:moveTo>
                    <a:pt x="90581" y="109"/>
                  </a:moveTo>
                  <a:cubicBezTo>
                    <a:pt x="45109" y="109"/>
                    <a:pt x="243" y="47001"/>
                    <a:pt x="243" y="94498"/>
                  </a:cubicBezTo>
                  <a:cubicBezTo>
                    <a:pt x="243" y="120515"/>
                    <a:pt x="17219" y="136852"/>
                    <a:pt x="44805" y="136852"/>
                  </a:cubicBezTo>
                  <a:cubicBezTo>
                    <a:pt x="64813" y="136852"/>
                    <a:pt x="84214" y="127776"/>
                    <a:pt x="101797" y="110532"/>
                  </a:cubicBezTo>
                  <a:cubicBezTo>
                    <a:pt x="121805" y="90868"/>
                    <a:pt x="133931" y="65153"/>
                    <a:pt x="133931" y="42463"/>
                  </a:cubicBezTo>
                  <a:cubicBezTo>
                    <a:pt x="133931" y="17353"/>
                    <a:pt x="116348" y="109"/>
                    <a:pt x="90581" y="109"/>
                  </a:cubicBezTo>
                  <a:close/>
                  <a:moveTo>
                    <a:pt x="86943" y="6463"/>
                  </a:moveTo>
                  <a:cubicBezTo>
                    <a:pt x="99978" y="6463"/>
                    <a:pt x="108466" y="17656"/>
                    <a:pt x="108466" y="34900"/>
                  </a:cubicBezTo>
                  <a:cubicBezTo>
                    <a:pt x="108466" y="56985"/>
                    <a:pt x="98462" y="87237"/>
                    <a:pt x="85124" y="106901"/>
                  </a:cubicBezTo>
                  <a:cubicBezTo>
                    <a:pt x="73907" y="122935"/>
                    <a:pt x="62388" y="130499"/>
                    <a:pt x="49353" y="130499"/>
                  </a:cubicBezTo>
                  <a:cubicBezTo>
                    <a:pt x="35105" y="130499"/>
                    <a:pt x="25707" y="119608"/>
                    <a:pt x="25707" y="102969"/>
                  </a:cubicBezTo>
                  <a:cubicBezTo>
                    <a:pt x="25707" y="80582"/>
                    <a:pt x="34498" y="53959"/>
                    <a:pt x="49353" y="32480"/>
                  </a:cubicBezTo>
                  <a:cubicBezTo>
                    <a:pt x="61175" y="15538"/>
                    <a:pt x="73907" y="6463"/>
                    <a:pt x="86943" y="6463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ADDAFC47-B87F-111E-BAB3-44BCBA9AB42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121451" y="5743213"/>
              <a:ext cx="111254" cy="133414"/>
            </a:xfrm>
            <a:custGeom>
              <a:avLst/>
              <a:gdLst>
                <a:gd name="connsiteX0" fmla="*/ 23287 w 111254"/>
                <a:gd name="connsiteY0" fmla="*/ 133524 h 133414"/>
                <a:gd name="connsiteX1" fmla="*/ 58149 w 111254"/>
                <a:gd name="connsiteY1" fmla="*/ 46094 h 133414"/>
                <a:gd name="connsiteX2" fmla="*/ 81794 w 111254"/>
                <a:gd name="connsiteY2" fmla="*/ 19774 h 133414"/>
                <a:gd name="connsiteX3" fmla="*/ 86645 w 111254"/>
                <a:gd name="connsiteY3" fmla="*/ 24009 h 133414"/>
                <a:gd name="connsiteX4" fmla="*/ 97558 w 111254"/>
                <a:gd name="connsiteY4" fmla="*/ 30665 h 133414"/>
                <a:gd name="connsiteX5" fmla="*/ 111503 w 111254"/>
                <a:gd name="connsiteY5" fmla="*/ 15841 h 133414"/>
                <a:gd name="connsiteX6" fmla="*/ 97255 w 111254"/>
                <a:gd name="connsiteY6" fmla="*/ 109 h 133414"/>
                <a:gd name="connsiteX7" fmla="*/ 74216 w 111254"/>
                <a:gd name="connsiteY7" fmla="*/ 12816 h 133414"/>
                <a:gd name="connsiteX8" fmla="*/ 44810 w 111254"/>
                <a:gd name="connsiteY8" fmla="*/ 55472 h 133414"/>
                <a:gd name="connsiteX9" fmla="*/ 40566 w 111254"/>
                <a:gd name="connsiteY9" fmla="*/ 66363 h 133414"/>
                <a:gd name="connsiteX10" fmla="*/ 56633 w 111254"/>
                <a:gd name="connsiteY10" fmla="*/ 715 h 133414"/>
                <a:gd name="connsiteX11" fmla="*/ 55724 w 111254"/>
                <a:gd name="connsiteY11" fmla="*/ 109 h 133414"/>
                <a:gd name="connsiteX12" fmla="*/ 8736 w 111254"/>
                <a:gd name="connsiteY12" fmla="*/ 8278 h 133414"/>
                <a:gd name="connsiteX13" fmla="*/ 8736 w 111254"/>
                <a:gd name="connsiteY13" fmla="*/ 13421 h 133414"/>
                <a:gd name="connsiteX14" fmla="*/ 19043 w 111254"/>
                <a:gd name="connsiteY14" fmla="*/ 11908 h 133414"/>
                <a:gd name="connsiteX15" fmla="*/ 29653 w 111254"/>
                <a:gd name="connsiteY15" fmla="*/ 20379 h 133414"/>
                <a:gd name="connsiteX16" fmla="*/ 24803 w 111254"/>
                <a:gd name="connsiteY16" fmla="*/ 45186 h 133414"/>
                <a:gd name="connsiteX17" fmla="*/ 248 w 111254"/>
                <a:gd name="connsiteY17" fmla="*/ 133524 h 133414"/>
                <a:gd name="connsiteX18" fmla="*/ 23287 w 111254"/>
                <a:gd name="connsiteY18" fmla="*/ 133524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87" y="133524"/>
                  </a:moveTo>
                  <a:cubicBezTo>
                    <a:pt x="39051" y="82094"/>
                    <a:pt x="44204" y="69086"/>
                    <a:pt x="58149" y="46094"/>
                  </a:cubicBezTo>
                  <a:cubicBezTo>
                    <a:pt x="68153" y="29152"/>
                    <a:pt x="76641" y="19774"/>
                    <a:pt x="81794" y="19774"/>
                  </a:cubicBezTo>
                  <a:cubicBezTo>
                    <a:pt x="83613" y="19774"/>
                    <a:pt x="85129" y="20984"/>
                    <a:pt x="86645" y="24009"/>
                  </a:cubicBezTo>
                  <a:cubicBezTo>
                    <a:pt x="89070" y="29152"/>
                    <a:pt x="91495" y="30665"/>
                    <a:pt x="97558" y="30665"/>
                  </a:cubicBezTo>
                  <a:cubicBezTo>
                    <a:pt x="106349" y="30665"/>
                    <a:pt x="111503" y="25219"/>
                    <a:pt x="111503" y="15841"/>
                  </a:cubicBezTo>
                  <a:cubicBezTo>
                    <a:pt x="111503" y="6463"/>
                    <a:pt x="105743" y="109"/>
                    <a:pt x="97255" y="109"/>
                  </a:cubicBezTo>
                  <a:cubicBezTo>
                    <a:pt x="90282" y="109"/>
                    <a:pt x="82097" y="4647"/>
                    <a:pt x="74216" y="12816"/>
                  </a:cubicBezTo>
                  <a:cubicBezTo>
                    <a:pt x="61787" y="25522"/>
                    <a:pt x="49661" y="43371"/>
                    <a:pt x="44810" y="55472"/>
                  </a:cubicBezTo>
                  <a:lnTo>
                    <a:pt x="40566" y="66363"/>
                  </a:lnTo>
                  <a:lnTo>
                    <a:pt x="56633" y="715"/>
                  </a:lnTo>
                  <a:lnTo>
                    <a:pt x="55724" y="109"/>
                  </a:lnTo>
                  <a:cubicBezTo>
                    <a:pt x="33594" y="4042"/>
                    <a:pt x="30866" y="4647"/>
                    <a:pt x="8736" y="8278"/>
                  </a:cubicBezTo>
                  <a:lnTo>
                    <a:pt x="8736" y="13421"/>
                  </a:lnTo>
                  <a:cubicBezTo>
                    <a:pt x="16011" y="11908"/>
                    <a:pt x="16921" y="11908"/>
                    <a:pt x="19043" y="11908"/>
                  </a:cubicBezTo>
                  <a:cubicBezTo>
                    <a:pt x="25712" y="11908"/>
                    <a:pt x="29653" y="14933"/>
                    <a:pt x="29653" y="20379"/>
                  </a:cubicBezTo>
                  <a:cubicBezTo>
                    <a:pt x="29653" y="24614"/>
                    <a:pt x="29653" y="24614"/>
                    <a:pt x="24803" y="45186"/>
                  </a:cubicBezTo>
                  <a:lnTo>
                    <a:pt x="248" y="133524"/>
                  </a:lnTo>
                  <a:lnTo>
                    <a:pt x="23287" y="133524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E2A0F4A1-E2CE-B1F6-D6BB-E66FC4779629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241330" y="5743213"/>
              <a:ext cx="63963" cy="136742"/>
            </a:xfrm>
            <a:custGeom>
              <a:avLst/>
              <a:gdLst>
                <a:gd name="connsiteX0" fmla="*/ 17228 w 63963"/>
                <a:gd name="connsiteY0" fmla="*/ 103271 h 136742"/>
                <a:gd name="connsiteX1" fmla="*/ 252 w 63963"/>
                <a:gd name="connsiteY1" fmla="*/ 120515 h 136742"/>
                <a:gd name="connsiteX2" fmla="*/ 16622 w 63963"/>
                <a:gd name="connsiteY2" fmla="*/ 136852 h 136742"/>
                <a:gd name="connsiteX3" fmla="*/ 33901 w 63963"/>
                <a:gd name="connsiteY3" fmla="*/ 120515 h 136742"/>
                <a:gd name="connsiteX4" fmla="*/ 17228 w 63963"/>
                <a:gd name="connsiteY4" fmla="*/ 103271 h 136742"/>
                <a:gd name="connsiteX5" fmla="*/ 47239 w 63963"/>
                <a:gd name="connsiteY5" fmla="*/ 109 h 136742"/>
                <a:gd name="connsiteX6" fmla="*/ 30566 w 63963"/>
                <a:gd name="connsiteY6" fmla="*/ 17353 h 136742"/>
                <a:gd name="connsiteX7" fmla="*/ 46936 w 63963"/>
                <a:gd name="connsiteY7" fmla="*/ 33690 h 136742"/>
                <a:gd name="connsiteX8" fmla="*/ 64216 w 63963"/>
                <a:gd name="connsiteY8" fmla="*/ 17353 h 136742"/>
                <a:gd name="connsiteX9" fmla="*/ 47239 w 63963"/>
                <a:gd name="connsiteY9" fmla="*/ 109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963" h="136742">
                  <a:moveTo>
                    <a:pt x="17228" y="103271"/>
                  </a:moveTo>
                  <a:cubicBezTo>
                    <a:pt x="7830" y="103271"/>
                    <a:pt x="252" y="111137"/>
                    <a:pt x="252" y="120515"/>
                  </a:cubicBezTo>
                  <a:cubicBezTo>
                    <a:pt x="252" y="129288"/>
                    <a:pt x="7830" y="136852"/>
                    <a:pt x="16622" y="136852"/>
                  </a:cubicBezTo>
                  <a:cubicBezTo>
                    <a:pt x="26322" y="136852"/>
                    <a:pt x="33901" y="129591"/>
                    <a:pt x="33901" y="120515"/>
                  </a:cubicBezTo>
                  <a:cubicBezTo>
                    <a:pt x="33901" y="111137"/>
                    <a:pt x="26322" y="103271"/>
                    <a:pt x="17228" y="103271"/>
                  </a:cubicBezTo>
                  <a:close/>
                  <a:moveTo>
                    <a:pt x="47239" y="109"/>
                  </a:moveTo>
                  <a:cubicBezTo>
                    <a:pt x="37842" y="109"/>
                    <a:pt x="30566" y="7673"/>
                    <a:pt x="30566" y="17353"/>
                  </a:cubicBezTo>
                  <a:cubicBezTo>
                    <a:pt x="30566" y="26429"/>
                    <a:pt x="37842" y="33690"/>
                    <a:pt x="46936" y="33690"/>
                  </a:cubicBezTo>
                  <a:cubicBezTo>
                    <a:pt x="56637" y="33690"/>
                    <a:pt x="64216" y="26429"/>
                    <a:pt x="64216" y="17353"/>
                  </a:cubicBezTo>
                  <a:cubicBezTo>
                    <a:pt x="64216" y="7673"/>
                    <a:pt x="56637" y="109"/>
                    <a:pt x="47239" y="109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A8E83BFD-1FE6-5573-1F46-2E156863954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345686" y="5675144"/>
              <a:ext cx="193817" cy="206928"/>
            </a:xfrm>
            <a:custGeom>
              <a:avLst/>
              <a:gdLst>
                <a:gd name="connsiteX0" fmla="*/ 125758 w 193817"/>
                <a:gd name="connsiteY0" fmla="*/ 109 h 206928"/>
                <a:gd name="connsiteX1" fmla="*/ 48758 w 193817"/>
                <a:gd name="connsiteY1" fmla="*/ 34295 h 206928"/>
                <a:gd name="connsiteX2" fmla="*/ 255 w 193817"/>
                <a:gd name="connsiteY2" fmla="*/ 134734 h 206928"/>
                <a:gd name="connsiteX3" fmla="*/ 66341 w 193817"/>
                <a:gd name="connsiteY3" fmla="*/ 207038 h 206928"/>
                <a:gd name="connsiteX4" fmla="*/ 193966 w 193817"/>
                <a:gd name="connsiteY4" fmla="*/ 75136 h 206928"/>
                <a:gd name="connsiteX5" fmla="*/ 125758 w 193817"/>
                <a:gd name="connsiteY5" fmla="*/ 109 h 206928"/>
                <a:gd name="connsiteX6" fmla="*/ 123029 w 193817"/>
                <a:gd name="connsiteY6" fmla="*/ 10093 h 206928"/>
                <a:gd name="connsiteX7" fmla="*/ 162135 w 193817"/>
                <a:gd name="connsiteY7" fmla="*/ 56077 h 206928"/>
                <a:gd name="connsiteX8" fmla="*/ 128183 w 193817"/>
                <a:gd name="connsiteY8" fmla="*/ 161356 h 206928"/>
                <a:gd name="connsiteX9" fmla="*/ 71494 w 193817"/>
                <a:gd name="connsiteY9" fmla="*/ 197054 h 206928"/>
                <a:gd name="connsiteX10" fmla="*/ 32085 w 193817"/>
                <a:gd name="connsiteY10" fmla="*/ 145927 h 206928"/>
                <a:gd name="connsiteX11" fmla="*/ 65432 w 193817"/>
                <a:gd name="connsiteY11" fmla="*/ 46094 h 206928"/>
                <a:gd name="connsiteX12" fmla="*/ 123029 w 193817"/>
                <a:gd name="connsiteY12" fmla="*/ 10093 h 20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817" h="206928">
                  <a:moveTo>
                    <a:pt x="125758" y="109"/>
                  </a:moveTo>
                  <a:cubicBezTo>
                    <a:pt x="100293" y="109"/>
                    <a:pt x="73010" y="12211"/>
                    <a:pt x="48758" y="34295"/>
                  </a:cubicBezTo>
                  <a:cubicBezTo>
                    <a:pt x="18141" y="62430"/>
                    <a:pt x="255" y="99338"/>
                    <a:pt x="255" y="134734"/>
                  </a:cubicBezTo>
                  <a:cubicBezTo>
                    <a:pt x="255" y="177088"/>
                    <a:pt x="27841" y="207038"/>
                    <a:pt x="66341" y="207038"/>
                  </a:cubicBezTo>
                  <a:cubicBezTo>
                    <a:pt x="129395" y="207038"/>
                    <a:pt x="190631" y="143507"/>
                    <a:pt x="193966" y="75136"/>
                  </a:cubicBezTo>
                  <a:cubicBezTo>
                    <a:pt x="196088" y="32480"/>
                    <a:pt x="166379" y="109"/>
                    <a:pt x="125758" y="109"/>
                  </a:cubicBezTo>
                  <a:close/>
                  <a:moveTo>
                    <a:pt x="123029" y="10093"/>
                  </a:moveTo>
                  <a:cubicBezTo>
                    <a:pt x="146978" y="10093"/>
                    <a:pt x="162135" y="27639"/>
                    <a:pt x="162135" y="56077"/>
                  </a:cubicBezTo>
                  <a:cubicBezTo>
                    <a:pt x="162135" y="88750"/>
                    <a:pt x="147887" y="132919"/>
                    <a:pt x="128183" y="161356"/>
                  </a:cubicBezTo>
                  <a:cubicBezTo>
                    <a:pt x="111510" y="185256"/>
                    <a:pt x="92715" y="197054"/>
                    <a:pt x="71494" y="197054"/>
                  </a:cubicBezTo>
                  <a:cubicBezTo>
                    <a:pt x="46030" y="197054"/>
                    <a:pt x="32085" y="178600"/>
                    <a:pt x="32085" y="145927"/>
                  </a:cubicBezTo>
                  <a:cubicBezTo>
                    <a:pt x="32085" y="117490"/>
                    <a:pt x="47243" y="72413"/>
                    <a:pt x="65432" y="46094"/>
                  </a:cubicBezTo>
                  <a:cubicBezTo>
                    <a:pt x="82408" y="21589"/>
                    <a:pt x="100900" y="10093"/>
                    <a:pt x="123029" y="10093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FCFEEB01-E7EC-D3C6-A262-63DC191B941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577200" y="5649732"/>
              <a:ext cx="70329" cy="302526"/>
            </a:xfrm>
            <a:custGeom>
              <a:avLst/>
              <a:gdLst>
                <a:gd name="connsiteX0" fmla="*/ 70593 w 70329"/>
                <a:gd name="connsiteY0" fmla="*/ 299610 h 302526"/>
                <a:gd name="connsiteX1" fmla="*/ 65439 w 70329"/>
                <a:gd name="connsiteY1" fmla="*/ 292955 h 302526"/>
                <a:gd name="connsiteX2" fmla="*/ 17845 w 70329"/>
                <a:gd name="connsiteY2" fmla="*/ 151372 h 302526"/>
                <a:gd name="connsiteX3" fmla="*/ 66652 w 70329"/>
                <a:gd name="connsiteY3" fmla="*/ 8277 h 302526"/>
                <a:gd name="connsiteX4" fmla="*/ 70593 w 70329"/>
                <a:gd name="connsiteY4" fmla="*/ 3134 h 302526"/>
                <a:gd name="connsiteX5" fmla="*/ 67561 w 70329"/>
                <a:gd name="connsiteY5" fmla="*/ 109 h 302526"/>
                <a:gd name="connsiteX6" fmla="*/ 19361 w 70329"/>
                <a:gd name="connsiteY6" fmla="*/ 59102 h 302526"/>
                <a:gd name="connsiteX7" fmla="*/ 263 w 70329"/>
                <a:gd name="connsiteY7" fmla="*/ 151372 h 302526"/>
                <a:gd name="connsiteX8" fmla="*/ 20270 w 70329"/>
                <a:gd name="connsiteY8" fmla="*/ 245760 h 302526"/>
                <a:gd name="connsiteX9" fmla="*/ 67561 w 70329"/>
                <a:gd name="connsiteY9" fmla="*/ 302636 h 302526"/>
                <a:gd name="connsiteX10" fmla="*/ 70593 w 70329"/>
                <a:gd name="connsiteY10" fmla="*/ 29961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593" y="299610"/>
                  </a:moveTo>
                  <a:cubicBezTo>
                    <a:pt x="70593" y="298703"/>
                    <a:pt x="70593" y="298098"/>
                    <a:pt x="65439" y="292955"/>
                  </a:cubicBezTo>
                  <a:cubicBezTo>
                    <a:pt x="27546" y="254836"/>
                    <a:pt x="17845" y="197659"/>
                    <a:pt x="17845" y="151372"/>
                  </a:cubicBezTo>
                  <a:cubicBezTo>
                    <a:pt x="17845" y="98733"/>
                    <a:pt x="29365" y="46093"/>
                    <a:pt x="66652" y="8277"/>
                  </a:cubicBezTo>
                  <a:cubicBezTo>
                    <a:pt x="70593" y="4647"/>
                    <a:pt x="70593" y="4042"/>
                    <a:pt x="70593" y="3134"/>
                  </a:cubicBezTo>
                  <a:cubicBezTo>
                    <a:pt x="70593" y="1016"/>
                    <a:pt x="69380" y="109"/>
                    <a:pt x="67561" y="109"/>
                  </a:cubicBezTo>
                  <a:cubicBezTo>
                    <a:pt x="64530" y="109"/>
                    <a:pt x="37247" y="20681"/>
                    <a:pt x="19361" y="59102"/>
                  </a:cubicBezTo>
                  <a:cubicBezTo>
                    <a:pt x="3900" y="92379"/>
                    <a:pt x="263" y="125960"/>
                    <a:pt x="263" y="151372"/>
                  </a:cubicBezTo>
                  <a:cubicBezTo>
                    <a:pt x="263" y="174969"/>
                    <a:pt x="3597" y="211575"/>
                    <a:pt x="20270" y="245760"/>
                  </a:cubicBezTo>
                  <a:cubicBezTo>
                    <a:pt x="38459" y="282971"/>
                    <a:pt x="64530" y="302636"/>
                    <a:pt x="67561" y="302636"/>
                  </a:cubicBezTo>
                  <a:cubicBezTo>
                    <a:pt x="69380" y="302636"/>
                    <a:pt x="70593" y="301728"/>
                    <a:pt x="70593" y="299610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7F3A4DB9-4527-BD3B-D30D-B44FCE456969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671007" y="5670002"/>
              <a:ext cx="139144" cy="209348"/>
            </a:xfrm>
            <a:custGeom>
              <a:avLst/>
              <a:gdLst>
                <a:gd name="connsiteX0" fmla="*/ 135469 w 139144"/>
                <a:gd name="connsiteY0" fmla="*/ 171340 h 209348"/>
                <a:gd name="connsiteX1" fmla="*/ 110611 w 139144"/>
                <a:gd name="connsiteY1" fmla="*/ 195239 h 209348"/>
                <a:gd name="connsiteX2" fmla="*/ 105761 w 139144"/>
                <a:gd name="connsiteY2" fmla="*/ 189794 h 209348"/>
                <a:gd name="connsiteX3" fmla="*/ 115765 w 139144"/>
                <a:gd name="connsiteY3" fmla="*/ 151978 h 209348"/>
                <a:gd name="connsiteX4" fmla="*/ 130316 w 139144"/>
                <a:gd name="connsiteY4" fmla="*/ 93590 h 209348"/>
                <a:gd name="connsiteX5" fmla="*/ 110308 w 139144"/>
                <a:gd name="connsiteY5" fmla="*/ 73321 h 209348"/>
                <a:gd name="connsiteX6" fmla="*/ 40888 w 139144"/>
                <a:gd name="connsiteY6" fmla="*/ 137154 h 209348"/>
                <a:gd name="connsiteX7" fmla="*/ 77265 w 139144"/>
                <a:gd name="connsiteY7" fmla="*/ 1622 h 209348"/>
                <a:gd name="connsiteX8" fmla="*/ 75750 w 139144"/>
                <a:gd name="connsiteY8" fmla="*/ 109 h 209348"/>
                <a:gd name="connsiteX9" fmla="*/ 28156 w 139144"/>
                <a:gd name="connsiteY9" fmla="*/ 8278 h 209348"/>
                <a:gd name="connsiteX10" fmla="*/ 28156 w 139144"/>
                <a:gd name="connsiteY10" fmla="*/ 12816 h 209348"/>
                <a:gd name="connsiteX11" fmla="*/ 36037 w 139144"/>
                <a:gd name="connsiteY11" fmla="*/ 12816 h 209348"/>
                <a:gd name="connsiteX12" fmla="*/ 36947 w 139144"/>
                <a:gd name="connsiteY12" fmla="*/ 12513 h 209348"/>
                <a:gd name="connsiteX13" fmla="*/ 48466 w 139144"/>
                <a:gd name="connsiteY13" fmla="*/ 20076 h 209348"/>
                <a:gd name="connsiteX14" fmla="*/ 44222 w 139144"/>
                <a:gd name="connsiteY14" fmla="*/ 40648 h 209348"/>
                <a:gd name="connsiteX15" fmla="*/ 41191 w 139144"/>
                <a:gd name="connsiteY15" fmla="*/ 51842 h 209348"/>
                <a:gd name="connsiteX16" fmla="*/ 266 w 139144"/>
                <a:gd name="connsiteY16" fmla="*/ 206735 h 209348"/>
                <a:gd name="connsiteX17" fmla="*/ 23002 w 139144"/>
                <a:gd name="connsiteY17" fmla="*/ 206735 h 209348"/>
                <a:gd name="connsiteX18" fmla="*/ 51195 w 139144"/>
                <a:gd name="connsiteY18" fmla="*/ 131406 h 209348"/>
                <a:gd name="connsiteX19" fmla="*/ 98182 w 139144"/>
                <a:gd name="connsiteY19" fmla="*/ 88750 h 209348"/>
                <a:gd name="connsiteX20" fmla="*/ 106671 w 139144"/>
                <a:gd name="connsiteY20" fmla="*/ 96313 h 209348"/>
                <a:gd name="connsiteX21" fmla="*/ 104548 w 139144"/>
                <a:gd name="connsiteY21" fmla="*/ 106296 h 209348"/>
                <a:gd name="connsiteX22" fmla="*/ 87875 w 139144"/>
                <a:gd name="connsiteY22" fmla="*/ 168919 h 209348"/>
                <a:gd name="connsiteX23" fmla="*/ 81813 w 139144"/>
                <a:gd name="connsiteY23" fmla="*/ 196752 h 209348"/>
                <a:gd name="connsiteX24" fmla="*/ 95151 w 139144"/>
                <a:gd name="connsiteY24" fmla="*/ 209458 h 209348"/>
                <a:gd name="connsiteX25" fmla="*/ 139410 w 139144"/>
                <a:gd name="connsiteY25" fmla="*/ 174970 h 209348"/>
                <a:gd name="connsiteX26" fmla="*/ 135469 w 139144"/>
                <a:gd name="connsiteY26" fmla="*/ 171340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44" h="209348">
                  <a:moveTo>
                    <a:pt x="135469" y="171340"/>
                  </a:moveTo>
                  <a:cubicBezTo>
                    <a:pt x="119100" y="191911"/>
                    <a:pt x="115462" y="195239"/>
                    <a:pt x="110611" y="195239"/>
                  </a:cubicBezTo>
                  <a:cubicBezTo>
                    <a:pt x="107883" y="195239"/>
                    <a:pt x="105761" y="192517"/>
                    <a:pt x="105761" y="189794"/>
                  </a:cubicBezTo>
                  <a:cubicBezTo>
                    <a:pt x="105761" y="186769"/>
                    <a:pt x="110611" y="167709"/>
                    <a:pt x="115765" y="151978"/>
                  </a:cubicBezTo>
                  <a:cubicBezTo>
                    <a:pt x="124556" y="123238"/>
                    <a:pt x="130316" y="100851"/>
                    <a:pt x="130316" y="93590"/>
                  </a:cubicBezTo>
                  <a:cubicBezTo>
                    <a:pt x="130316" y="81489"/>
                    <a:pt x="122131" y="73321"/>
                    <a:pt x="110308" y="73321"/>
                  </a:cubicBezTo>
                  <a:cubicBezTo>
                    <a:pt x="90604" y="73321"/>
                    <a:pt x="69080" y="93288"/>
                    <a:pt x="40888" y="137154"/>
                  </a:cubicBezTo>
                  <a:lnTo>
                    <a:pt x="77265" y="1622"/>
                  </a:lnTo>
                  <a:lnTo>
                    <a:pt x="75750" y="109"/>
                  </a:lnTo>
                  <a:cubicBezTo>
                    <a:pt x="58167" y="4042"/>
                    <a:pt x="46344" y="6160"/>
                    <a:pt x="28156" y="8278"/>
                  </a:cubicBezTo>
                  <a:lnTo>
                    <a:pt x="28156" y="12816"/>
                  </a:lnTo>
                  <a:lnTo>
                    <a:pt x="36037" y="12816"/>
                  </a:lnTo>
                  <a:cubicBezTo>
                    <a:pt x="36340" y="12816"/>
                    <a:pt x="36644" y="12816"/>
                    <a:pt x="36947" y="12513"/>
                  </a:cubicBezTo>
                  <a:cubicBezTo>
                    <a:pt x="41191" y="10698"/>
                    <a:pt x="48466" y="15841"/>
                    <a:pt x="48466" y="20076"/>
                  </a:cubicBezTo>
                  <a:cubicBezTo>
                    <a:pt x="48466" y="24312"/>
                    <a:pt x="46951" y="31875"/>
                    <a:pt x="44222" y="40648"/>
                  </a:cubicBezTo>
                  <a:cubicBezTo>
                    <a:pt x="43919" y="40951"/>
                    <a:pt x="43010" y="45186"/>
                    <a:pt x="41191" y="51842"/>
                  </a:cubicBezTo>
                  <a:lnTo>
                    <a:pt x="266" y="206735"/>
                  </a:lnTo>
                  <a:lnTo>
                    <a:pt x="23002" y="206735"/>
                  </a:lnTo>
                  <a:cubicBezTo>
                    <a:pt x="35128" y="160146"/>
                    <a:pt x="39069" y="149860"/>
                    <a:pt x="51195" y="131406"/>
                  </a:cubicBezTo>
                  <a:cubicBezTo>
                    <a:pt x="66958" y="107506"/>
                    <a:pt x="87572" y="88750"/>
                    <a:pt x="98182" y="88750"/>
                  </a:cubicBezTo>
                  <a:cubicBezTo>
                    <a:pt x="102730" y="88750"/>
                    <a:pt x="106671" y="92380"/>
                    <a:pt x="106671" y="96313"/>
                  </a:cubicBezTo>
                  <a:cubicBezTo>
                    <a:pt x="106671" y="97523"/>
                    <a:pt x="105761" y="101456"/>
                    <a:pt x="104548" y="106296"/>
                  </a:cubicBezTo>
                  <a:lnTo>
                    <a:pt x="87875" y="168919"/>
                  </a:lnTo>
                  <a:cubicBezTo>
                    <a:pt x="83935" y="183743"/>
                    <a:pt x="81813" y="193122"/>
                    <a:pt x="81813" y="196752"/>
                  </a:cubicBezTo>
                  <a:cubicBezTo>
                    <a:pt x="81813" y="204618"/>
                    <a:pt x="86966" y="209458"/>
                    <a:pt x="95151" y="209458"/>
                  </a:cubicBezTo>
                  <a:cubicBezTo>
                    <a:pt x="110611" y="209458"/>
                    <a:pt x="121222" y="201290"/>
                    <a:pt x="139410" y="174970"/>
                  </a:cubicBezTo>
                  <a:lnTo>
                    <a:pt x="135469" y="17134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EAFA994D-5512-9473-BDCD-D7C3C6110723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834668" y="5649732"/>
              <a:ext cx="70330" cy="302526"/>
            </a:xfrm>
            <a:custGeom>
              <a:avLst/>
              <a:gdLst>
                <a:gd name="connsiteX0" fmla="*/ 70601 w 70330"/>
                <a:gd name="connsiteY0" fmla="*/ 151372 h 302526"/>
                <a:gd name="connsiteX1" fmla="*/ 50594 w 70330"/>
                <a:gd name="connsiteY1" fmla="*/ 56984 h 302526"/>
                <a:gd name="connsiteX2" fmla="*/ 3303 w 70330"/>
                <a:gd name="connsiteY2" fmla="*/ 109 h 302526"/>
                <a:gd name="connsiteX3" fmla="*/ 271 w 70330"/>
                <a:gd name="connsiteY3" fmla="*/ 3134 h 302526"/>
                <a:gd name="connsiteX4" fmla="*/ 6031 w 70330"/>
                <a:gd name="connsiteY4" fmla="*/ 10092 h 302526"/>
                <a:gd name="connsiteX5" fmla="*/ 53019 w 70330"/>
                <a:gd name="connsiteY5" fmla="*/ 151372 h 302526"/>
                <a:gd name="connsiteX6" fmla="*/ 4212 w 70330"/>
                <a:gd name="connsiteY6" fmla="*/ 294467 h 302526"/>
                <a:gd name="connsiteX7" fmla="*/ 271 w 70330"/>
                <a:gd name="connsiteY7" fmla="*/ 299610 h 302526"/>
                <a:gd name="connsiteX8" fmla="*/ 3303 w 70330"/>
                <a:gd name="connsiteY8" fmla="*/ 302636 h 302526"/>
                <a:gd name="connsiteX9" fmla="*/ 51503 w 70330"/>
                <a:gd name="connsiteY9" fmla="*/ 243643 h 302526"/>
                <a:gd name="connsiteX10" fmla="*/ 70601 w 70330"/>
                <a:gd name="connsiteY10" fmla="*/ 15137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601" y="151372"/>
                  </a:moveTo>
                  <a:cubicBezTo>
                    <a:pt x="70601" y="127775"/>
                    <a:pt x="67267" y="91169"/>
                    <a:pt x="50594" y="56984"/>
                  </a:cubicBezTo>
                  <a:cubicBezTo>
                    <a:pt x="32405" y="19773"/>
                    <a:pt x="6334" y="109"/>
                    <a:pt x="3303" y="109"/>
                  </a:cubicBezTo>
                  <a:cubicBezTo>
                    <a:pt x="1484" y="109"/>
                    <a:pt x="271" y="1319"/>
                    <a:pt x="271" y="3134"/>
                  </a:cubicBezTo>
                  <a:cubicBezTo>
                    <a:pt x="271" y="4042"/>
                    <a:pt x="271" y="4647"/>
                    <a:pt x="6031" y="10092"/>
                  </a:cubicBezTo>
                  <a:cubicBezTo>
                    <a:pt x="35740" y="40042"/>
                    <a:pt x="53019" y="88144"/>
                    <a:pt x="53019" y="151372"/>
                  </a:cubicBezTo>
                  <a:cubicBezTo>
                    <a:pt x="53019" y="203104"/>
                    <a:pt x="41803" y="256349"/>
                    <a:pt x="4212" y="294467"/>
                  </a:cubicBezTo>
                  <a:cubicBezTo>
                    <a:pt x="271" y="298098"/>
                    <a:pt x="271" y="298703"/>
                    <a:pt x="271" y="299610"/>
                  </a:cubicBezTo>
                  <a:cubicBezTo>
                    <a:pt x="271" y="301425"/>
                    <a:pt x="1484" y="302636"/>
                    <a:pt x="3303" y="302636"/>
                  </a:cubicBezTo>
                  <a:cubicBezTo>
                    <a:pt x="6334" y="302636"/>
                    <a:pt x="33618" y="282064"/>
                    <a:pt x="51503" y="243643"/>
                  </a:cubicBezTo>
                  <a:cubicBezTo>
                    <a:pt x="66964" y="210365"/>
                    <a:pt x="70601" y="176784"/>
                    <a:pt x="70601" y="151372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7D47FAB9-9F5F-58AC-A9FB-D081023CA99A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253675" y="5666674"/>
              <a:ext cx="78818" cy="260778"/>
            </a:xfrm>
            <a:custGeom>
              <a:avLst/>
              <a:gdLst>
                <a:gd name="connsiteX0" fmla="*/ 79103 w 78818"/>
                <a:gd name="connsiteY0" fmla="*/ 109 h 260778"/>
                <a:gd name="connsiteX1" fmla="*/ 39997 w 78818"/>
                <a:gd name="connsiteY1" fmla="*/ 28850 h 260778"/>
                <a:gd name="connsiteX2" fmla="*/ 285 w 78818"/>
                <a:gd name="connsiteY2" fmla="*/ 131709 h 260778"/>
                <a:gd name="connsiteX3" fmla="*/ 22415 w 78818"/>
                <a:gd name="connsiteY3" fmla="*/ 209155 h 260778"/>
                <a:gd name="connsiteX4" fmla="*/ 79103 w 78818"/>
                <a:gd name="connsiteY4" fmla="*/ 260888 h 260778"/>
                <a:gd name="connsiteX5" fmla="*/ 79103 w 78818"/>
                <a:gd name="connsiteY5" fmla="*/ 252417 h 260778"/>
                <a:gd name="connsiteX6" fmla="*/ 47879 w 78818"/>
                <a:gd name="connsiteY6" fmla="*/ 220046 h 260778"/>
                <a:gd name="connsiteX7" fmla="*/ 34540 w 78818"/>
                <a:gd name="connsiteY7" fmla="*/ 132011 h 260778"/>
                <a:gd name="connsiteX8" fmla="*/ 47273 w 78818"/>
                <a:gd name="connsiteY8" fmla="*/ 41556 h 260778"/>
                <a:gd name="connsiteX9" fmla="*/ 79103 w 78818"/>
                <a:gd name="connsiteY9" fmla="*/ 8278 h 260778"/>
                <a:gd name="connsiteX10" fmla="*/ 79103 w 78818"/>
                <a:gd name="connsiteY10" fmla="*/ 109 h 26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18" h="260778">
                  <a:moveTo>
                    <a:pt x="79103" y="109"/>
                  </a:moveTo>
                  <a:cubicBezTo>
                    <a:pt x="60308" y="10093"/>
                    <a:pt x="51820" y="16446"/>
                    <a:pt x="39997" y="28850"/>
                  </a:cubicBezTo>
                  <a:cubicBezTo>
                    <a:pt x="14230" y="56682"/>
                    <a:pt x="285" y="92683"/>
                    <a:pt x="285" y="131709"/>
                  </a:cubicBezTo>
                  <a:cubicBezTo>
                    <a:pt x="285" y="159239"/>
                    <a:pt x="7864" y="186163"/>
                    <a:pt x="22415" y="209155"/>
                  </a:cubicBezTo>
                  <a:cubicBezTo>
                    <a:pt x="36359" y="230937"/>
                    <a:pt x="49395" y="243038"/>
                    <a:pt x="79103" y="260888"/>
                  </a:cubicBezTo>
                  <a:lnTo>
                    <a:pt x="79103" y="252417"/>
                  </a:lnTo>
                  <a:cubicBezTo>
                    <a:pt x="61824" y="241526"/>
                    <a:pt x="54245" y="233660"/>
                    <a:pt x="47879" y="220046"/>
                  </a:cubicBezTo>
                  <a:cubicBezTo>
                    <a:pt x="38784" y="201290"/>
                    <a:pt x="34540" y="173457"/>
                    <a:pt x="34540" y="132011"/>
                  </a:cubicBezTo>
                  <a:cubicBezTo>
                    <a:pt x="34540" y="90262"/>
                    <a:pt x="38784" y="59707"/>
                    <a:pt x="47273" y="41556"/>
                  </a:cubicBezTo>
                  <a:cubicBezTo>
                    <a:pt x="53639" y="28244"/>
                    <a:pt x="60914" y="20379"/>
                    <a:pt x="79103" y="8278"/>
                  </a:cubicBezTo>
                  <a:lnTo>
                    <a:pt x="79103" y="10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FE92F587-2045-CB5D-E75B-CD0AEF7223FD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345906" y="5672119"/>
              <a:ext cx="171884" cy="204508"/>
            </a:xfrm>
            <a:custGeom>
              <a:avLst/>
              <a:gdLst>
                <a:gd name="connsiteX0" fmla="*/ 172172 w 171884"/>
                <a:gd name="connsiteY0" fmla="*/ 109 h 204508"/>
                <a:gd name="connsiteX1" fmla="*/ 288 w 171884"/>
                <a:gd name="connsiteY1" fmla="*/ 109 h 204508"/>
                <a:gd name="connsiteX2" fmla="*/ 288 w 171884"/>
                <a:gd name="connsiteY2" fmla="*/ 7673 h 204508"/>
                <a:gd name="connsiteX3" fmla="*/ 26965 w 171884"/>
                <a:gd name="connsiteY3" fmla="*/ 29152 h 204508"/>
                <a:gd name="connsiteX4" fmla="*/ 26965 w 171884"/>
                <a:gd name="connsiteY4" fmla="*/ 175575 h 204508"/>
                <a:gd name="connsiteX5" fmla="*/ 288 w 171884"/>
                <a:gd name="connsiteY5" fmla="*/ 197054 h 204508"/>
                <a:gd name="connsiteX6" fmla="*/ 288 w 171884"/>
                <a:gd name="connsiteY6" fmla="*/ 204618 h 204508"/>
                <a:gd name="connsiteX7" fmla="*/ 109421 w 171884"/>
                <a:gd name="connsiteY7" fmla="*/ 204618 h 204508"/>
                <a:gd name="connsiteX8" fmla="*/ 109421 w 171884"/>
                <a:gd name="connsiteY8" fmla="*/ 197054 h 204508"/>
                <a:gd name="connsiteX9" fmla="*/ 76075 w 171884"/>
                <a:gd name="connsiteY9" fmla="*/ 175575 h 204508"/>
                <a:gd name="connsiteX10" fmla="*/ 76075 w 171884"/>
                <a:gd name="connsiteY10" fmla="*/ 105086 h 204508"/>
                <a:gd name="connsiteX11" fmla="*/ 122456 w 171884"/>
                <a:gd name="connsiteY11" fmla="*/ 151978 h 204508"/>
                <a:gd name="connsiteX12" fmla="*/ 130035 w 171884"/>
                <a:gd name="connsiteY12" fmla="*/ 151978 h 204508"/>
                <a:gd name="connsiteX13" fmla="*/ 130035 w 171884"/>
                <a:gd name="connsiteY13" fmla="*/ 49724 h 204508"/>
                <a:gd name="connsiteX14" fmla="*/ 122456 w 171884"/>
                <a:gd name="connsiteY14" fmla="*/ 49724 h 204508"/>
                <a:gd name="connsiteX15" fmla="*/ 76075 w 171884"/>
                <a:gd name="connsiteY15" fmla="*/ 94800 h 204508"/>
                <a:gd name="connsiteX16" fmla="*/ 76075 w 171884"/>
                <a:gd name="connsiteY16" fmla="*/ 24614 h 204508"/>
                <a:gd name="connsiteX17" fmla="*/ 95476 w 171884"/>
                <a:gd name="connsiteY17" fmla="*/ 10395 h 204508"/>
                <a:gd name="connsiteX18" fmla="*/ 150649 w 171884"/>
                <a:gd name="connsiteY18" fmla="*/ 26127 h 204508"/>
                <a:gd name="connsiteX19" fmla="*/ 164897 w 171884"/>
                <a:gd name="connsiteY19" fmla="*/ 60917 h 204508"/>
                <a:gd name="connsiteX20" fmla="*/ 172172 w 171884"/>
                <a:gd name="connsiteY20" fmla="*/ 60917 h 204508"/>
                <a:gd name="connsiteX21" fmla="*/ 172172 w 171884"/>
                <a:gd name="connsiteY21" fmla="*/ 1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884" h="204508">
                  <a:moveTo>
                    <a:pt x="172172" y="109"/>
                  </a:moveTo>
                  <a:lnTo>
                    <a:pt x="288" y="109"/>
                  </a:lnTo>
                  <a:lnTo>
                    <a:pt x="288" y="7673"/>
                  </a:lnTo>
                  <a:cubicBezTo>
                    <a:pt x="21205" y="8883"/>
                    <a:pt x="26965" y="13421"/>
                    <a:pt x="26965" y="29152"/>
                  </a:cubicBezTo>
                  <a:lnTo>
                    <a:pt x="26965" y="175575"/>
                  </a:lnTo>
                  <a:cubicBezTo>
                    <a:pt x="26965" y="191306"/>
                    <a:pt x="22721" y="194634"/>
                    <a:pt x="288" y="197054"/>
                  </a:cubicBezTo>
                  <a:lnTo>
                    <a:pt x="288" y="204618"/>
                  </a:lnTo>
                  <a:lnTo>
                    <a:pt x="109421" y="204618"/>
                  </a:lnTo>
                  <a:lnTo>
                    <a:pt x="109421" y="197054"/>
                  </a:lnTo>
                  <a:cubicBezTo>
                    <a:pt x="81531" y="195844"/>
                    <a:pt x="76075" y="192214"/>
                    <a:pt x="76075" y="175575"/>
                  </a:cubicBezTo>
                  <a:lnTo>
                    <a:pt x="76075" y="105086"/>
                  </a:lnTo>
                  <a:cubicBezTo>
                    <a:pt x="106996" y="105691"/>
                    <a:pt x="118212" y="116885"/>
                    <a:pt x="122456" y="151978"/>
                  </a:cubicBezTo>
                  <a:lnTo>
                    <a:pt x="130035" y="151978"/>
                  </a:lnTo>
                  <a:lnTo>
                    <a:pt x="130035" y="49724"/>
                  </a:lnTo>
                  <a:lnTo>
                    <a:pt x="122456" y="49724"/>
                  </a:lnTo>
                  <a:cubicBezTo>
                    <a:pt x="117000" y="84212"/>
                    <a:pt x="106390" y="94800"/>
                    <a:pt x="76075" y="94800"/>
                  </a:cubicBezTo>
                  <a:lnTo>
                    <a:pt x="76075" y="24614"/>
                  </a:lnTo>
                  <a:cubicBezTo>
                    <a:pt x="76075" y="13421"/>
                    <a:pt x="80016" y="10395"/>
                    <a:pt x="95476" y="10395"/>
                  </a:cubicBezTo>
                  <a:cubicBezTo>
                    <a:pt x="123366" y="10395"/>
                    <a:pt x="141251" y="15538"/>
                    <a:pt x="150649" y="26127"/>
                  </a:cubicBezTo>
                  <a:cubicBezTo>
                    <a:pt x="157318" y="33690"/>
                    <a:pt x="160653" y="41858"/>
                    <a:pt x="164897" y="60917"/>
                  </a:cubicBezTo>
                  <a:lnTo>
                    <a:pt x="172172" y="60917"/>
                  </a:lnTo>
                  <a:lnTo>
                    <a:pt x="172172" y="10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4B7C18FC-E3B6-28C9-F857-23DB272294B7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526944" y="5733532"/>
              <a:ext cx="136719" cy="147330"/>
            </a:xfrm>
            <a:custGeom>
              <a:avLst/>
              <a:gdLst>
                <a:gd name="connsiteX0" fmla="*/ 68805 w 136719"/>
                <a:gd name="connsiteY0" fmla="*/ 109 h 147330"/>
                <a:gd name="connsiteX1" fmla="*/ 294 w 136719"/>
                <a:gd name="connsiteY1" fmla="*/ 73018 h 147330"/>
                <a:gd name="connsiteX2" fmla="*/ 68805 w 136719"/>
                <a:gd name="connsiteY2" fmla="*/ 147440 h 147330"/>
                <a:gd name="connsiteX3" fmla="*/ 137013 w 136719"/>
                <a:gd name="connsiteY3" fmla="*/ 73926 h 147330"/>
                <a:gd name="connsiteX4" fmla="*/ 68805 w 136719"/>
                <a:gd name="connsiteY4" fmla="*/ 109 h 147330"/>
                <a:gd name="connsiteX5" fmla="*/ 69108 w 136719"/>
                <a:gd name="connsiteY5" fmla="*/ 9488 h 147330"/>
                <a:gd name="connsiteX6" fmla="*/ 92451 w 136719"/>
                <a:gd name="connsiteY6" fmla="*/ 75741 h 147330"/>
                <a:gd name="connsiteX7" fmla="*/ 68805 w 136719"/>
                <a:gd name="connsiteY7" fmla="*/ 138062 h 147330"/>
                <a:gd name="connsiteX8" fmla="*/ 44857 w 136719"/>
                <a:gd name="connsiteY8" fmla="*/ 78464 h 147330"/>
                <a:gd name="connsiteX9" fmla="*/ 69108 w 136719"/>
                <a:gd name="connsiteY9" fmla="*/ 9488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19" h="147330">
                  <a:moveTo>
                    <a:pt x="68805" y="109"/>
                  </a:moveTo>
                  <a:cubicBezTo>
                    <a:pt x="30306" y="109"/>
                    <a:pt x="294" y="31875"/>
                    <a:pt x="294" y="73018"/>
                  </a:cubicBezTo>
                  <a:cubicBezTo>
                    <a:pt x="294" y="116280"/>
                    <a:pt x="29093" y="147440"/>
                    <a:pt x="68805" y="147440"/>
                  </a:cubicBezTo>
                  <a:cubicBezTo>
                    <a:pt x="107911" y="147440"/>
                    <a:pt x="137013" y="115977"/>
                    <a:pt x="137013" y="73926"/>
                  </a:cubicBezTo>
                  <a:cubicBezTo>
                    <a:pt x="137013" y="31572"/>
                    <a:pt x="107911" y="109"/>
                    <a:pt x="68805" y="109"/>
                  </a:cubicBezTo>
                  <a:close/>
                  <a:moveTo>
                    <a:pt x="69108" y="9488"/>
                  </a:moveTo>
                  <a:cubicBezTo>
                    <a:pt x="86691" y="9488"/>
                    <a:pt x="92451" y="26127"/>
                    <a:pt x="92451" y="75741"/>
                  </a:cubicBezTo>
                  <a:cubicBezTo>
                    <a:pt x="92451" y="122330"/>
                    <a:pt x="86388" y="138062"/>
                    <a:pt x="68805" y="138062"/>
                  </a:cubicBezTo>
                  <a:cubicBezTo>
                    <a:pt x="50920" y="138062"/>
                    <a:pt x="44857" y="122633"/>
                    <a:pt x="44857" y="78464"/>
                  </a:cubicBezTo>
                  <a:cubicBezTo>
                    <a:pt x="44857" y="25219"/>
                    <a:pt x="50313" y="9488"/>
                    <a:pt x="69108" y="9488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9CFB1CE3-550F-30A7-52BF-60ACE18443CF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675437" y="5737162"/>
              <a:ext cx="207352" cy="143700"/>
            </a:xfrm>
            <a:custGeom>
              <a:avLst/>
              <a:gdLst>
                <a:gd name="connsiteX0" fmla="*/ 207651 w 207352"/>
                <a:gd name="connsiteY0" fmla="*/ 109 h 143700"/>
                <a:gd name="connsiteX1" fmla="*/ 166726 w 207352"/>
                <a:gd name="connsiteY1" fmla="*/ 109 h 143700"/>
                <a:gd name="connsiteX2" fmla="*/ 166726 w 207352"/>
                <a:gd name="connsiteY2" fmla="*/ 7370 h 143700"/>
                <a:gd name="connsiteX3" fmla="*/ 181277 w 207352"/>
                <a:gd name="connsiteY3" fmla="*/ 17959 h 143700"/>
                <a:gd name="connsiteX4" fmla="*/ 167939 w 207352"/>
                <a:gd name="connsiteY4" fmla="*/ 56682 h 143700"/>
                <a:gd name="connsiteX5" fmla="*/ 157329 w 207352"/>
                <a:gd name="connsiteY5" fmla="*/ 85120 h 143700"/>
                <a:gd name="connsiteX6" fmla="*/ 147022 w 207352"/>
                <a:gd name="connsiteY6" fmla="*/ 46699 h 143700"/>
                <a:gd name="connsiteX7" fmla="*/ 138837 w 207352"/>
                <a:gd name="connsiteY7" fmla="*/ 14631 h 143700"/>
                <a:gd name="connsiteX8" fmla="*/ 153388 w 207352"/>
                <a:gd name="connsiteY8" fmla="*/ 7370 h 143700"/>
                <a:gd name="connsiteX9" fmla="*/ 153388 w 207352"/>
                <a:gd name="connsiteY9" fmla="*/ 109 h 143700"/>
                <a:gd name="connsiteX10" fmla="*/ 82452 w 207352"/>
                <a:gd name="connsiteY10" fmla="*/ 109 h 143700"/>
                <a:gd name="connsiteX11" fmla="*/ 82452 w 207352"/>
                <a:gd name="connsiteY11" fmla="*/ 7370 h 143700"/>
                <a:gd name="connsiteX12" fmla="*/ 100337 w 207352"/>
                <a:gd name="connsiteY12" fmla="*/ 28850 h 143700"/>
                <a:gd name="connsiteX13" fmla="*/ 102156 w 207352"/>
                <a:gd name="connsiteY13" fmla="*/ 34598 h 143700"/>
                <a:gd name="connsiteX14" fmla="*/ 81542 w 207352"/>
                <a:gd name="connsiteY14" fmla="*/ 86330 h 143700"/>
                <a:gd name="connsiteX15" fmla="*/ 74267 w 207352"/>
                <a:gd name="connsiteY15" fmla="*/ 66968 h 143700"/>
                <a:gd name="connsiteX16" fmla="*/ 67901 w 207352"/>
                <a:gd name="connsiteY16" fmla="*/ 50631 h 143700"/>
                <a:gd name="connsiteX17" fmla="*/ 56078 w 207352"/>
                <a:gd name="connsiteY17" fmla="*/ 15841 h 143700"/>
                <a:gd name="connsiteX18" fmla="*/ 67597 w 207352"/>
                <a:gd name="connsiteY18" fmla="*/ 7370 h 143700"/>
                <a:gd name="connsiteX19" fmla="*/ 67597 w 207352"/>
                <a:gd name="connsiteY19" fmla="*/ 109 h 143700"/>
                <a:gd name="connsiteX20" fmla="*/ 299 w 207352"/>
                <a:gd name="connsiteY20" fmla="*/ 109 h 143700"/>
                <a:gd name="connsiteX21" fmla="*/ 299 w 207352"/>
                <a:gd name="connsiteY21" fmla="*/ 7370 h 143700"/>
                <a:gd name="connsiteX22" fmla="*/ 17578 w 207352"/>
                <a:gd name="connsiteY22" fmla="*/ 30665 h 143700"/>
                <a:gd name="connsiteX23" fmla="*/ 62444 w 207352"/>
                <a:gd name="connsiteY23" fmla="*/ 143810 h 143700"/>
                <a:gd name="connsiteX24" fmla="*/ 69719 w 207352"/>
                <a:gd name="connsiteY24" fmla="*/ 143810 h 143700"/>
                <a:gd name="connsiteX25" fmla="*/ 107613 w 207352"/>
                <a:gd name="connsiteY25" fmla="*/ 50026 h 143700"/>
                <a:gd name="connsiteX26" fmla="*/ 138534 w 207352"/>
                <a:gd name="connsiteY26" fmla="*/ 143810 h 143700"/>
                <a:gd name="connsiteX27" fmla="*/ 145506 w 207352"/>
                <a:gd name="connsiteY27" fmla="*/ 143810 h 143700"/>
                <a:gd name="connsiteX28" fmla="*/ 192494 w 207352"/>
                <a:gd name="connsiteY28" fmla="*/ 22496 h 143700"/>
                <a:gd name="connsiteX29" fmla="*/ 207651 w 207352"/>
                <a:gd name="connsiteY29" fmla="*/ 7370 h 143700"/>
                <a:gd name="connsiteX30" fmla="*/ 207651 w 207352"/>
                <a:gd name="connsiteY30" fmla="*/ 109 h 14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07352" h="143700">
                  <a:moveTo>
                    <a:pt x="207651" y="109"/>
                  </a:moveTo>
                  <a:lnTo>
                    <a:pt x="166726" y="109"/>
                  </a:lnTo>
                  <a:lnTo>
                    <a:pt x="166726" y="7370"/>
                  </a:lnTo>
                  <a:cubicBezTo>
                    <a:pt x="177943" y="8580"/>
                    <a:pt x="181277" y="11000"/>
                    <a:pt x="181277" y="17959"/>
                  </a:cubicBezTo>
                  <a:cubicBezTo>
                    <a:pt x="181277" y="21589"/>
                    <a:pt x="177337" y="32782"/>
                    <a:pt x="167939" y="56682"/>
                  </a:cubicBezTo>
                  <a:cubicBezTo>
                    <a:pt x="163392" y="68481"/>
                    <a:pt x="160967" y="74834"/>
                    <a:pt x="157329" y="85120"/>
                  </a:cubicBezTo>
                  <a:cubicBezTo>
                    <a:pt x="154297" y="72716"/>
                    <a:pt x="153388" y="69086"/>
                    <a:pt x="147022" y="46699"/>
                  </a:cubicBezTo>
                  <a:cubicBezTo>
                    <a:pt x="140959" y="25824"/>
                    <a:pt x="138837" y="17354"/>
                    <a:pt x="138837" y="14631"/>
                  </a:cubicBezTo>
                  <a:cubicBezTo>
                    <a:pt x="138837" y="9790"/>
                    <a:pt x="141868" y="8278"/>
                    <a:pt x="153388" y="7370"/>
                  </a:cubicBezTo>
                  <a:lnTo>
                    <a:pt x="153388" y="109"/>
                  </a:lnTo>
                  <a:lnTo>
                    <a:pt x="82452" y="109"/>
                  </a:lnTo>
                  <a:lnTo>
                    <a:pt x="82452" y="7370"/>
                  </a:lnTo>
                  <a:cubicBezTo>
                    <a:pt x="94274" y="8580"/>
                    <a:pt x="94577" y="8883"/>
                    <a:pt x="100337" y="28850"/>
                  </a:cubicBezTo>
                  <a:lnTo>
                    <a:pt x="102156" y="34598"/>
                  </a:lnTo>
                  <a:lnTo>
                    <a:pt x="81542" y="86330"/>
                  </a:lnTo>
                  <a:lnTo>
                    <a:pt x="74267" y="66968"/>
                  </a:lnTo>
                  <a:cubicBezTo>
                    <a:pt x="71538" y="60615"/>
                    <a:pt x="69416" y="54867"/>
                    <a:pt x="67901" y="50631"/>
                  </a:cubicBezTo>
                  <a:cubicBezTo>
                    <a:pt x="59412" y="29455"/>
                    <a:pt x="56078" y="19774"/>
                    <a:pt x="56078" y="15841"/>
                  </a:cubicBezTo>
                  <a:cubicBezTo>
                    <a:pt x="56078" y="11000"/>
                    <a:pt x="59109" y="8580"/>
                    <a:pt x="67597" y="7370"/>
                  </a:cubicBezTo>
                  <a:lnTo>
                    <a:pt x="67597" y="109"/>
                  </a:lnTo>
                  <a:lnTo>
                    <a:pt x="299" y="109"/>
                  </a:lnTo>
                  <a:lnTo>
                    <a:pt x="299" y="7370"/>
                  </a:lnTo>
                  <a:cubicBezTo>
                    <a:pt x="8181" y="8883"/>
                    <a:pt x="9393" y="10698"/>
                    <a:pt x="17578" y="30665"/>
                  </a:cubicBezTo>
                  <a:lnTo>
                    <a:pt x="62444" y="143810"/>
                  </a:lnTo>
                  <a:lnTo>
                    <a:pt x="69719" y="143810"/>
                  </a:lnTo>
                  <a:lnTo>
                    <a:pt x="107613" y="50026"/>
                  </a:lnTo>
                  <a:lnTo>
                    <a:pt x="138534" y="143810"/>
                  </a:lnTo>
                  <a:lnTo>
                    <a:pt x="145506" y="143810"/>
                  </a:lnTo>
                  <a:lnTo>
                    <a:pt x="192494" y="22496"/>
                  </a:lnTo>
                  <a:cubicBezTo>
                    <a:pt x="197344" y="11303"/>
                    <a:pt x="199769" y="8883"/>
                    <a:pt x="207651" y="7370"/>
                  </a:cubicBezTo>
                  <a:lnTo>
                    <a:pt x="207651" y="10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2A3158FB-B214-0FC6-33E3-BBA03540EB04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895736" y="5733532"/>
              <a:ext cx="140356" cy="147330"/>
            </a:xfrm>
            <a:custGeom>
              <a:avLst/>
              <a:gdLst>
                <a:gd name="connsiteX0" fmla="*/ 136116 w 140356"/>
                <a:gd name="connsiteY0" fmla="*/ 123843 h 147330"/>
                <a:gd name="connsiteX1" fmla="*/ 133084 w 140356"/>
                <a:gd name="connsiteY1" fmla="*/ 126868 h 147330"/>
                <a:gd name="connsiteX2" fmla="*/ 129750 w 140356"/>
                <a:gd name="connsiteY2" fmla="*/ 128078 h 147330"/>
                <a:gd name="connsiteX3" fmla="*/ 123384 w 140356"/>
                <a:gd name="connsiteY3" fmla="*/ 120515 h 147330"/>
                <a:gd name="connsiteX4" fmla="*/ 123384 w 140356"/>
                <a:gd name="connsiteY4" fmla="*/ 41556 h 147330"/>
                <a:gd name="connsiteX5" fmla="*/ 63361 w 140356"/>
                <a:gd name="connsiteY5" fmla="*/ 109 h 147330"/>
                <a:gd name="connsiteX6" fmla="*/ 6066 w 140356"/>
                <a:gd name="connsiteY6" fmla="*/ 38228 h 147330"/>
                <a:gd name="connsiteX7" fmla="*/ 25770 w 140356"/>
                <a:gd name="connsiteY7" fmla="*/ 58195 h 147330"/>
                <a:gd name="connsiteX8" fmla="*/ 46384 w 140356"/>
                <a:gd name="connsiteY8" fmla="*/ 40648 h 147330"/>
                <a:gd name="connsiteX9" fmla="*/ 40928 w 140356"/>
                <a:gd name="connsiteY9" fmla="*/ 27639 h 147330"/>
                <a:gd name="connsiteX10" fmla="*/ 37290 w 140356"/>
                <a:gd name="connsiteY10" fmla="*/ 20984 h 147330"/>
                <a:gd name="connsiteX11" fmla="*/ 56388 w 140356"/>
                <a:gd name="connsiteY11" fmla="*/ 9790 h 147330"/>
                <a:gd name="connsiteX12" fmla="*/ 81853 w 140356"/>
                <a:gd name="connsiteY12" fmla="*/ 36413 h 147330"/>
                <a:gd name="connsiteX13" fmla="*/ 81853 w 140356"/>
                <a:gd name="connsiteY13" fmla="*/ 58497 h 147330"/>
                <a:gd name="connsiteX14" fmla="*/ 19707 w 140356"/>
                <a:gd name="connsiteY14" fmla="*/ 83002 h 147330"/>
                <a:gd name="connsiteX15" fmla="*/ 306 w 140356"/>
                <a:gd name="connsiteY15" fmla="*/ 115372 h 147330"/>
                <a:gd name="connsiteX16" fmla="*/ 33955 w 140356"/>
                <a:gd name="connsiteY16" fmla="*/ 147440 h 147330"/>
                <a:gd name="connsiteX17" fmla="*/ 81853 w 140356"/>
                <a:gd name="connsiteY17" fmla="*/ 126263 h 147330"/>
                <a:gd name="connsiteX18" fmla="*/ 106711 w 140356"/>
                <a:gd name="connsiteY18" fmla="*/ 147440 h 147330"/>
                <a:gd name="connsiteX19" fmla="*/ 140663 w 140356"/>
                <a:gd name="connsiteY19" fmla="*/ 130196 h 147330"/>
                <a:gd name="connsiteX20" fmla="*/ 136116 w 140356"/>
                <a:gd name="connsiteY20" fmla="*/ 123843 h 147330"/>
                <a:gd name="connsiteX21" fmla="*/ 81549 w 140356"/>
                <a:gd name="connsiteY21" fmla="*/ 112952 h 147330"/>
                <a:gd name="connsiteX22" fmla="*/ 60026 w 140356"/>
                <a:gd name="connsiteY22" fmla="*/ 125961 h 147330"/>
                <a:gd name="connsiteX23" fmla="*/ 44566 w 140356"/>
                <a:gd name="connsiteY23" fmla="*/ 105691 h 147330"/>
                <a:gd name="connsiteX24" fmla="*/ 81549 w 140356"/>
                <a:gd name="connsiteY24" fmla="*/ 69086 h 147330"/>
                <a:gd name="connsiteX25" fmla="*/ 81549 w 140356"/>
                <a:gd name="connsiteY25" fmla="*/ 112952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356" h="147330">
                  <a:moveTo>
                    <a:pt x="136116" y="123843"/>
                  </a:moveTo>
                  <a:lnTo>
                    <a:pt x="133084" y="126868"/>
                  </a:lnTo>
                  <a:cubicBezTo>
                    <a:pt x="132175" y="127776"/>
                    <a:pt x="131265" y="128078"/>
                    <a:pt x="129750" y="128078"/>
                  </a:cubicBezTo>
                  <a:cubicBezTo>
                    <a:pt x="125506" y="128078"/>
                    <a:pt x="123384" y="125356"/>
                    <a:pt x="123384" y="120515"/>
                  </a:cubicBezTo>
                  <a:lnTo>
                    <a:pt x="123384" y="41556"/>
                  </a:lnTo>
                  <a:cubicBezTo>
                    <a:pt x="123384" y="16143"/>
                    <a:pt x="100345" y="109"/>
                    <a:pt x="63361" y="109"/>
                  </a:cubicBezTo>
                  <a:cubicBezTo>
                    <a:pt x="29105" y="109"/>
                    <a:pt x="6066" y="15538"/>
                    <a:pt x="6066" y="38228"/>
                  </a:cubicBezTo>
                  <a:cubicBezTo>
                    <a:pt x="6066" y="50631"/>
                    <a:pt x="13341" y="58195"/>
                    <a:pt x="25770" y="58195"/>
                  </a:cubicBezTo>
                  <a:cubicBezTo>
                    <a:pt x="37896" y="58195"/>
                    <a:pt x="46384" y="50934"/>
                    <a:pt x="46384" y="40648"/>
                  </a:cubicBezTo>
                  <a:cubicBezTo>
                    <a:pt x="46384" y="36413"/>
                    <a:pt x="44566" y="32480"/>
                    <a:pt x="40928" y="27639"/>
                  </a:cubicBezTo>
                  <a:cubicBezTo>
                    <a:pt x="38199" y="24614"/>
                    <a:pt x="37290" y="22799"/>
                    <a:pt x="37290" y="20984"/>
                  </a:cubicBezTo>
                  <a:cubicBezTo>
                    <a:pt x="37290" y="14631"/>
                    <a:pt x="45778" y="9790"/>
                    <a:pt x="56388" y="9790"/>
                  </a:cubicBezTo>
                  <a:cubicBezTo>
                    <a:pt x="73971" y="9790"/>
                    <a:pt x="81853" y="17959"/>
                    <a:pt x="81853" y="36413"/>
                  </a:cubicBezTo>
                  <a:lnTo>
                    <a:pt x="81853" y="58497"/>
                  </a:lnTo>
                  <a:cubicBezTo>
                    <a:pt x="45778" y="69388"/>
                    <a:pt x="30924" y="75439"/>
                    <a:pt x="19707" y="83002"/>
                  </a:cubicBezTo>
                  <a:cubicBezTo>
                    <a:pt x="6672" y="92078"/>
                    <a:pt x="306" y="102364"/>
                    <a:pt x="306" y="115372"/>
                  </a:cubicBezTo>
                  <a:cubicBezTo>
                    <a:pt x="306" y="133826"/>
                    <a:pt x="14554" y="147440"/>
                    <a:pt x="33955" y="147440"/>
                  </a:cubicBezTo>
                  <a:cubicBezTo>
                    <a:pt x="51235" y="147440"/>
                    <a:pt x="65179" y="141389"/>
                    <a:pt x="81853" y="126263"/>
                  </a:cubicBezTo>
                  <a:cubicBezTo>
                    <a:pt x="85187" y="141692"/>
                    <a:pt x="91856" y="147440"/>
                    <a:pt x="106711" y="147440"/>
                  </a:cubicBezTo>
                  <a:cubicBezTo>
                    <a:pt x="119746" y="147440"/>
                    <a:pt x="129143" y="142600"/>
                    <a:pt x="140663" y="130196"/>
                  </a:cubicBezTo>
                  <a:lnTo>
                    <a:pt x="136116" y="123843"/>
                  </a:lnTo>
                  <a:close/>
                  <a:moveTo>
                    <a:pt x="81549" y="112952"/>
                  </a:moveTo>
                  <a:cubicBezTo>
                    <a:pt x="73364" y="122330"/>
                    <a:pt x="67302" y="125961"/>
                    <a:pt x="60026" y="125961"/>
                  </a:cubicBezTo>
                  <a:cubicBezTo>
                    <a:pt x="50932" y="125961"/>
                    <a:pt x="44566" y="117792"/>
                    <a:pt x="44566" y="105691"/>
                  </a:cubicBezTo>
                  <a:cubicBezTo>
                    <a:pt x="44566" y="88145"/>
                    <a:pt x="57298" y="75439"/>
                    <a:pt x="81549" y="69086"/>
                  </a:cubicBezTo>
                  <a:lnTo>
                    <a:pt x="81549" y="112952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E9AB3775-3B36-8114-117C-45EC2B6EF1A4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049090" y="5733532"/>
              <a:ext cx="122774" cy="143095"/>
            </a:xfrm>
            <a:custGeom>
              <a:avLst/>
              <a:gdLst>
                <a:gd name="connsiteX0" fmla="*/ 57606 w 122774"/>
                <a:gd name="connsiteY0" fmla="*/ 3740 h 143095"/>
                <a:gd name="connsiteX1" fmla="*/ 311 w 122774"/>
                <a:gd name="connsiteY1" fmla="*/ 3740 h 143095"/>
                <a:gd name="connsiteX2" fmla="*/ 311 w 122774"/>
                <a:gd name="connsiteY2" fmla="*/ 11000 h 143095"/>
                <a:gd name="connsiteX3" fmla="*/ 16681 w 122774"/>
                <a:gd name="connsiteY3" fmla="*/ 28850 h 143095"/>
                <a:gd name="connsiteX4" fmla="*/ 16681 w 122774"/>
                <a:gd name="connsiteY4" fmla="*/ 117792 h 143095"/>
                <a:gd name="connsiteX5" fmla="*/ 311 w 122774"/>
                <a:gd name="connsiteY5" fmla="*/ 135944 h 143095"/>
                <a:gd name="connsiteX6" fmla="*/ 311 w 122774"/>
                <a:gd name="connsiteY6" fmla="*/ 143205 h 143095"/>
                <a:gd name="connsiteX7" fmla="*/ 80948 w 122774"/>
                <a:gd name="connsiteY7" fmla="*/ 143205 h 143095"/>
                <a:gd name="connsiteX8" fmla="*/ 80948 w 122774"/>
                <a:gd name="connsiteY8" fmla="*/ 135944 h 143095"/>
                <a:gd name="connsiteX9" fmla="*/ 58818 w 122774"/>
                <a:gd name="connsiteY9" fmla="*/ 112044 h 143095"/>
                <a:gd name="connsiteX10" fmla="*/ 58818 w 122774"/>
                <a:gd name="connsiteY10" fmla="*/ 54867 h 143095"/>
                <a:gd name="connsiteX11" fmla="*/ 77310 w 122774"/>
                <a:gd name="connsiteY11" fmla="*/ 26127 h 143095"/>
                <a:gd name="connsiteX12" fmla="*/ 85798 w 122774"/>
                <a:gd name="connsiteY12" fmla="*/ 33085 h 143095"/>
                <a:gd name="connsiteX13" fmla="*/ 103987 w 122774"/>
                <a:gd name="connsiteY13" fmla="*/ 43976 h 143095"/>
                <a:gd name="connsiteX14" fmla="*/ 123085 w 122774"/>
                <a:gd name="connsiteY14" fmla="*/ 23707 h 143095"/>
                <a:gd name="connsiteX15" fmla="*/ 98531 w 122774"/>
                <a:gd name="connsiteY15" fmla="*/ 109 h 143095"/>
                <a:gd name="connsiteX16" fmla="*/ 57606 w 122774"/>
                <a:gd name="connsiteY16" fmla="*/ 28547 h 143095"/>
                <a:gd name="connsiteX17" fmla="*/ 57606 w 122774"/>
                <a:gd name="connsiteY17" fmla="*/ 3740 h 14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774" h="143095">
                  <a:moveTo>
                    <a:pt x="57606" y="3740"/>
                  </a:moveTo>
                  <a:lnTo>
                    <a:pt x="311" y="3740"/>
                  </a:lnTo>
                  <a:lnTo>
                    <a:pt x="311" y="11000"/>
                  </a:lnTo>
                  <a:cubicBezTo>
                    <a:pt x="13346" y="12816"/>
                    <a:pt x="16681" y="16748"/>
                    <a:pt x="16681" y="28850"/>
                  </a:cubicBezTo>
                  <a:lnTo>
                    <a:pt x="16681" y="117792"/>
                  </a:lnTo>
                  <a:cubicBezTo>
                    <a:pt x="16681" y="130196"/>
                    <a:pt x="13650" y="133524"/>
                    <a:pt x="311" y="135944"/>
                  </a:cubicBezTo>
                  <a:lnTo>
                    <a:pt x="311" y="143205"/>
                  </a:lnTo>
                  <a:lnTo>
                    <a:pt x="80948" y="143205"/>
                  </a:lnTo>
                  <a:lnTo>
                    <a:pt x="80948" y="135944"/>
                  </a:lnTo>
                  <a:cubicBezTo>
                    <a:pt x="62456" y="134734"/>
                    <a:pt x="58818" y="130801"/>
                    <a:pt x="58818" y="112044"/>
                  </a:cubicBezTo>
                  <a:lnTo>
                    <a:pt x="58818" y="54867"/>
                  </a:lnTo>
                  <a:cubicBezTo>
                    <a:pt x="58818" y="39135"/>
                    <a:pt x="67306" y="26127"/>
                    <a:pt x="77310" y="26127"/>
                  </a:cubicBezTo>
                  <a:cubicBezTo>
                    <a:pt x="79736" y="26127"/>
                    <a:pt x="82464" y="28244"/>
                    <a:pt x="85798" y="33085"/>
                  </a:cubicBezTo>
                  <a:cubicBezTo>
                    <a:pt x="91558" y="41253"/>
                    <a:pt x="96105" y="43976"/>
                    <a:pt x="103987" y="43976"/>
                  </a:cubicBezTo>
                  <a:cubicBezTo>
                    <a:pt x="115204" y="43976"/>
                    <a:pt x="123085" y="35505"/>
                    <a:pt x="123085" y="23707"/>
                  </a:cubicBezTo>
                  <a:cubicBezTo>
                    <a:pt x="123085" y="10093"/>
                    <a:pt x="112779" y="109"/>
                    <a:pt x="98531" y="109"/>
                  </a:cubicBezTo>
                  <a:cubicBezTo>
                    <a:pt x="83373" y="109"/>
                    <a:pt x="71854" y="8278"/>
                    <a:pt x="57606" y="28547"/>
                  </a:cubicBezTo>
                  <a:lnTo>
                    <a:pt x="57606" y="3740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5786DB02-174B-1207-D62B-FE344D5DAC86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182978" y="5672119"/>
              <a:ext cx="154301" cy="208743"/>
            </a:xfrm>
            <a:custGeom>
              <a:avLst/>
              <a:gdLst>
                <a:gd name="connsiteX0" fmla="*/ 95504 w 154301"/>
                <a:gd name="connsiteY0" fmla="*/ 208550 h 208743"/>
                <a:gd name="connsiteX1" fmla="*/ 135822 w 154301"/>
                <a:gd name="connsiteY1" fmla="*/ 200987 h 208743"/>
                <a:gd name="connsiteX2" fmla="*/ 154617 w 154301"/>
                <a:gd name="connsiteY2" fmla="*/ 198567 h 208743"/>
                <a:gd name="connsiteX3" fmla="*/ 154617 w 154301"/>
                <a:gd name="connsiteY3" fmla="*/ 191609 h 208743"/>
                <a:gd name="connsiteX4" fmla="*/ 136732 w 154301"/>
                <a:gd name="connsiteY4" fmla="*/ 174062 h 208743"/>
                <a:gd name="connsiteX5" fmla="*/ 136732 w 154301"/>
                <a:gd name="connsiteY5" fmla="*/ 109 h 208743"/>
                <a:gd name="connsiteX6" fmla="*/ 71555 w 154301"/>
                <a:gd name="connsiteY6" fmla="*/ 109 h 208743"/>
                <a:gd name="connsiteX7" fmla="*/ 71555 w 154301"/>
                <a:gd name="connsiteY7" fmla="*/ 7370 h 208743"/>
                <a:gd name="connsiteX8" fmla="*/ 94594 w 154301"/>
                <a:gd name="connsiteY8" fmla="*/ 24917 h 208743"/>
                <a:gd name="connsiteX9" fmla="*/ 94594 w 154301"/>
                <a:gd name="connsiteY9" fmla="*/ 80279 h 208743"/>
                <a:gd name="connsiteX10" fmla="*/ 58520 w 154301"/>
                <a:gd name="connsiteY10" fmla="*/ 61522 h 208743"/>
                <a:gd name="connsiteX11" fmla="*/ 315 w 154301"/>
                <a:gd name="connsiteY11" fmla="*/ 137759 h 208743"/>
                <a:gd name="connsiteX12" fmla="*/ 55185 w 154301"/>
                <a:gd name="connsiteY12" fmla="*/ 208853 h 208743"/>
                <a:gd name="connsiteX13" fmla="*/ 95504 w 154301"/>
                <a:gd name="connsiteY13" fmla="*/ 188886 h 208743"/>
                <a:gd name="connsiteX14" fmla="*/ 95504 w 154301"/>
                <a:gd name="connsiteY14" fmla="*/ 208550 h 208743"/>
                <a:gd name="connsiteX15" fmla="*/ 94594 w 154301"/>
                <a:gd name="connsiteY15" fmla="*/ 170735 h 208743"/>
                <a:gd name="connsiteX16" fmla="*/ 87925 w 154301"/>
                <a:gd name="connsiteY16" fmla="*/ 181626 h 208743"/>
                <a:gd name="connsiteX17" fmla="*/ 68827 w 154301"/>
                <a:gd name="connsiteY17" fmla="*/ 191911 h 208743"/>
                <a:gd name="connsiteX18" fmla="*/ 45181 w 154301"/>
                <a:gd name="connsiteY18" fmla="*/ 135339 h 208743"/>
                <a:gd name="connsiteX19" fmla="*/ 70949 w 154301"/>
                <a:gd name="connsiteY19" fmla="*/ 78464 h 208743"/>
                <a:gd name="connsiteX20" fmla="*/ 94594 w 154301"/>
                <a:gd name="connsiteY20" fmla="*/ 97221 h 208743"/>
                <a:gd name="connsiteX21" fmla="*/ 94594 w 154301"/>
                <a:gd name="connsiteY21" fmla="*/ 17073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4301" h="208743">
                  <a:moveTo>
                    <a:pt x="95504" y="208550"/>
                  </a:moveTo>
                  <a:cubicBezTo>
                    <a:pt x="109448" y="204618"/>
                    <a:pt x="117027" y="203105"/>
                    <a:pt x="135822" y="200987"/>
                  </a:cubicBezTo>
                  <a:lnTo>
                    <a:pt x="154617" y="198567"/>
                  </a:lnTo>
                  <a:lnTo>
                    <a:pt x="154617" y="191609"/>
                  </a:lnTo>
                  <a:cubicBezTo>
                    <a:pt x="140672" y="190701"/>
                    <a:pt x="136732" y="186769"/>
                    <a:pt x="136732" y="174062"/>
                  </a:cubicBezTo>
                  <a:lnTo>
                    <a:pt x="136732" y="109"/>
                  </a:lnTo>
                  <a:lnTo>
                    <a:pt x="71555" y="109"/>
                  </a:lnTo>
                  <a:lnTo>
                    <a:pt x="71555" y="7370"/>
                  </a:lnTo>
                  <a:cubicBezTo>
                    <a:pt x="91866" y="8883"/>
                    <a:pt x="94594" y="11000"/>
                    <a:pt x="94594" y="24917"/>
                  </a:cubicBezTo>
                  <a:lnTo>
                    <a:pt x="94594" y="80279"/>
                  </a:lnTo>
                  <a:cubicBezTo>
                    <a:pt x="81559" y="66363"/>
                    <a:pt x="72464" y="61522"/>
                    <a:pt x="58520" y="61522"/>
                  </a:cubicBezTo>
                  <a:cubicBezTo>
                    <a:pt x="25174" y="61522"/>
                    <a:pt x="315" y="93893"/>
                    <a:pt x="315" y="137759"/>
                  </a:cubicBezTo>
                  <a:cubicBezTo>
                    <a:pt x="315" y="178903"/>
                    <a:pt x="23355" y="208853"/>
                    <a:pt x="55185" y="208853"/>
                  </a:cubicBezTo>
                  <a:cubicBezTo>
                    <a:pt x="71252" y="208853"/>
                    <a:pt x="81256" y="204013"/>
                    <a:pt x="95504" y="188886"/>
                  </a:cubicBezTo>
                  <a:lnTo>
                    <a:pt x="95504" y="208550"/>
                  </a:lnTo>
                  <a:close/>
                  <a:moveTo>
                    <a:pt x="94594" y="170735"/>
                  </a:moveTo>
                  <a:cubicBezTo>
                    <a:pt x="94594" y="172550"/>
                    <a:pt x="91563" y="177693"/>
                    <a:pt x="87925" y="181626"/>
                  </a:cubicBezTo>
                  <a:cubicBezTo>
                    <a:pt x="81862" y="188584"/>
                    <a:pt x="75496" y="191911"/>
                    <a:pt x="68827" y="191911"/>
                  </a:cubicBezTo>
                  <a:cubicBezTo>
                    <a:pt x="52760" y="191911"/>
                    <a:pt x="45181" y="173760"/>
                    <a:pt x="45181" y="135339"/>
                  </a:cubicBezTo>
                  <a:cubicBezTo>
                    <a:pt x="45181" y="96313"/>
                    <a:pt x="53366" y="78464"/>
                    <a:pt x="70949" y="78464"/>
                  </a:cubicBezTo>
                  <a:cubicBezTo>
                    <a:pt x="80953" y="78464"/>
                    <a:pt x="90350" y="85725"/>
                    <a:pt x="94594" y="97221"/>
                  </a:cubicBezTo>
                  <a:lnTo>
                    <a:pt x="94594" y="17073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BEF4EFD5-BB93-47D0-8888-2810CAFA629F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2352764" y="5666674"/>
              <a:ext cx="78818" cy="260778"/>
            </a:xfrm>
            <a:custGeom>
              <a:avLst/>
              <a:gdLst>
                <a:gd name="connsiteX0" fmla="*/ 321 w 78818"/>
                <a:gd name="connsiteY0" fmla="*/ 260888 h 260778"/>
                <a:gd name="connsiteX1" fmla="*/ 39124 w 78818"/>
                <a:gd name="connsiteY1" fmla="*/ 232148 h 260778"/>
                <a:gd name="connsiteX2" fmla="*/ 79139 w 78818"/>
                <a:gd name="connsiteY2" fmla="*/ 129591 h 260778"/>
                <a:gd name="connsiteX3" fmla="*/ 57009 w 78818"/>
                <a:gd name="connsiteY3" fmla="*/ 51842 h 260778"/>
                <a:gd name="connsiteX4" fmla="*/ 321 w 78818"/>
                <a:gd name="connsiteY4" fmla="*/ 109 h 260778"/>
                <a:gd name="connsiteX5" fmla="*/ 321 w 78818"/>
                <a:gd name="connsiteY5" fmla="*/ 8580 h 260778"/>
                <a:gd name="connsiteX6" fmla="*/ 31545 w 78818"/>
                <a:gd name="connsiteY6" fmla="*/ 40951 h 260778"/>
                <a:gd name="connsiteX7" fmla="*/ 44884 w 78818"/>
                <a:gd name="connsiteY7" fmla="*/ 128986 h 260778"/>
                <a:gd name="connsiteX8" fmla="*/ 32151 w 78818"/>
                <a:gd name="connsiteY8" fmla="*/ 219441 h 260778"/>
                <a:gd name="connsiteX9" fmla="*/ 321 w 78818"/>
                <a:gd name="connsiteY9" fmla="*/ 252719 h 260778"/>
                <a:gd name="connsiteX10" fmla="*/ 321 w 78818"/>
                <a:gd name="connsiteY10" fmla="*/ 260888 h 26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18" h="260778">
                  <a:moveTo>
                    <a:pt x="321" y="260888"/>
                  </a:moveTo>
                  <a:cubicBezTo>
                    <a:pt x="19116" y="250904"/>
                    <a:pt x="27604" y="244551"/>
                    <a:pt x="39124" y="232148"/>
                  </a:cubicBezTo>
                  <a:cubicBezTo>
                    <a:pt x="65194" y="204315"/>
                    <a:pt x="79139" y="168314"/>
                    <a:pt x="79139" y="129591"/>
                  </a:cubicBezTo>
                  <a:cubicBezTo>
                    <a:pt x="79139" y="101758"/>
                    <a:pt x="71561" y="74834"/>
                    <a:pt x="57009" y="51842"/>
                  </a:cubicBezTo>
                  <a:cubicBezTo>
                    <a:pt x="43065" y="30060"/>
                    <a:pt x="30029" y="17959"/>
                    <a:pt x="321" y="109"/>
                  </a:cubicBezTo>
                  <a:lnTo>
                    <a:pt x="321" y="8580"/>
                  </a:lnTo>
                  <a:cubicBezTo>
                    <a:pt x="17600" y="19774"/>
                    <a:pt x="25179" y="27337"/>
                    <a:pt x="31545" y="40951"/>
                  </a:cubicBezTo>
                  <a:cubicBezTo>
                    <a:pt x="40640" y="59707"/>
                    <a:pt x="44884" y="87842"/>
                    <a:pt x="44884" y="128986"/>
                  </a:cubicBezTo>
                  <a:cubicBezTo>
                    <a:pt x="44884" y="170735"/>
                    <a:pt x="40640" y="201290"/>
                    <a:pt x="32151" y="219441"/>
                  </a:cubicBezTo>
                  <a:cubicBezTo>
                    <a:pt x="26088" y="232753"/>
                    <a:pt x="18510" y="240618"/>
                    <a:pt x="321" y="252719"/>
                  </a:cubicBezTo>
                  <a:lnTo>
                    <a:pt x="321" y="26088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8F3DA92B-D3E3-A1B0-E52D-4BD33DA6AD09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7579344" y="6432598"/>
              <a:ext cx="70329" cy="302526"/>
            </a:xfrm>
            <a:custGeom>
              <a:avLst/>
              <a:gdLst>
                <a:gd name="connsiteX0" fmla="*/ 70495 w 70329"/>
                <a:gd name="connsiteY0" fmla="*/ 299636 h 302526"/>
                <a:gd name="connsiteX1" fmla="*/ 65341 w 70329"/>
                <a:gd name="connsiteY1" fmla="*/ 292980 h 302526"/>
                <a:gd name="connsiteX2" fmla="*/ 17747 w 70329"/>
                <a:gd name="connsiteY2" fmla="*/ 151398 h 302526"/>
                <a:gd name="connsiteX3" fmla="*/ 66554 w 70329"/>
                <a:gd name="connsiteY3" fmla="*/ 8303 h 302526"/>
                <a:gd name="connsiteX4" fmla="*/ 70495 w 70329"/>
                <a:gd name="connsiteY4" fmla="*/ 3160 h 302526"/>
                <a:gd name="connsiteX5" fmla="*/ 67463 w 70329"/>
                <a:gd name="connsiteY5" fmla="*/ 135 h 302526"/>
                <a:gd name="connsiteX6" fmla="*/ 19263 w 70329"/>
                <a:gd name="connsiteY6" fmla="*/ 59127 h 302526"/>
                <a:gd name="connsiteX7" fmla="*/ 165 w 70329"/>
                <a:gd name="connsiteY7" fmla="*/ 151398 h 302526"/>
                <a:gd name="connsiteX8" fmla="*/ 20172 w 70329"/>
                <a:gd name="connsiteY8" fmla="*/ 245786 h 302526"/>
                <a:gd name="connsiteX9" fmla="*/ 67463 w 70329"/>
                <a:gd name="connsiteY9" fmla="*/ 302661 h 302526"/>
                <a:gd name="connsiteX10" fmla="*/ 70495 w 70329"/>
                <a:gd name="connsiteY10" fmla="*/ 29963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495" y="299636"/>
                  </a:moveTo>
                  <a:cubicBezTo>
                    <a:pt x="70495" y="298728"/>
                    <a:pt x="70495" y="298123"/>
                    <a:pt x="65341" y="292980"/>
                  </a:cubicBezTo>
                  <a:cubicBezTo>
                    <a:pt x="27448" y="254862"/>
                    <a:pt x="17747" y="197684"/>
                    <a:pt x="17747" y="151398"/>
                  </a:cubicBezTo>
                  <a:cubicBezTo>
                    <a:pt x="17747" y="98758"/>
                    <a:pt x="29267" y="46119"/>
                    <a:pt x="66554" y="8303"/>
                  </a:cubicBezTo>
                  <a:cubicBezTo>
                    <a:pt x="70495" y="4672"/>
                    <a:pt x="70495" y="4067"/>
                    <a:pt x="70495" y="3160"/>
                  </a:cubicBezTo>
                  <a:cubicBezTo>
                    <a:pt x="70495" y="1042"/>
                    <a:pt x="69282" y="135"/>
                    <a:pt x="67463" y="135"/>
                  </a:cubicBezTo>
                  <a:cubicBezTo>
                    <a:pt x="64432" y="135"/>
                    <a:pt x="37148" y="20706"/>
                    <a:pt x="19263" y="59127"/>
                  </a:cubicBezTo>
                  <a:cubicBezTo>
                    <a:pt x="3802" y="92405"/>
                    <a:pt x="165" y="125986"/>
                    <a:pt x="165" y="151398"/>
                  </a:cubicBezTo>
                  <a:cubicBezTo>
                    <a:pt x="165" y="174995"/>
                    <a:pt x="3499" y="211601"/>
                    <a:pt x="20172" y="245786"/>
                  </a:cubicBezTo>
                  <a:cubicBezTo>
                    <a:pt x="38361" y="282997"/>
                    <a:pt x="64432" y="302661"/>
                    <a:pt x="67463" y="302661"/>
                  </a:cubicBezTo>
                  <a:cubicBezTo>
                    <a:pt x="69282" y="302661"/>
                    <a:pt x="70495" y="301754"/>
                    <a:pt x="70495" y="29963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5B0B931E-4A44-975B-9B30-21FD03C40B18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7660115" y="6526078"/>
              <a:ext cx="136416" cy="195734"/>
            </a:xfrm>
            <a:custGeom>
              <a:avLst/>
              <a:gdLst>
                <a:gd name="connsiteX0" fmla="*/ 11991 w 136416"/>
                <a:gd name="connsiteY0" fmla="*/ 12539 h 195734"/>
                <a:gd name="connsiteX1" fmla="*/ 21388 w 136416"/>
                <a:gd name="connsiteY1" fmla="*/ 11329 h 195734"/>
                <a:gd name="connsiteX2" fmla="*/ 57159 w 136416"/>
                <a:gd name="connsiteY2" fmla="*/ 70926 h 195734"/>
                <a:gd name="connsiteX3" fmla="*/ 69588 w 136416"/>
                <a:gd name="connsiteY3" fmla="*/ 131129 h 195734"/>
                <a:gd name="connsiteX4" fmla="*/ 63222 w 136416"/>
                <a:gd name="connsiteY4" fmla="*/ 146256 h 195734"/>
                <a:gd name="connsiteX5" fmla="*/ 44427 w 136416"/>
                <a:gd name="connsiteY5" fmla="*/ 170155 h 195734"/>
                <a:gd name="connsiteX6" fmla="*/ 30483 w 136416"/>
                <a:gd name="connsiteY6" fmla="*/ 179231 h 195734"/>
                <a:gd name="connsiteX7" fmla="*/ 23207 w 136416"/>
                <a:gd name="connsiteY7" fmla="*/ 175903 h 195734"/>
                <a:gd name="connsiteX8" fmla="*/ 11991 w 136416"/>
                <a:gd name="connsiteY8" fmla="*/ 170760 h 195734"/>
                <a:gd name="connsiteX9" fmla="*/ 168 w 136416"/>
                <a:gd name="connsiteY9" fmla="*/ 182559 h 195734"/>
                <a:gd name="connsiteX10" fmla="*/ 15628 w 136416"/>
                <a:gd name="connsiteY10" fmla="*/ 195870 h 195734"/>
                <a:gd name="connsiteX11" fmla="*/ 107482 w 136416"/>
                <a:gd name="connsiteY11" fmla="*/ 90591 h 195734"/>
                <a:gd name="connsiteX12" fmla="*/ 136584 w 136416"/>
                <a:gd name="connsiteY12" fmla="*/ 16774 h 195734"/>
                <a:gd name="connsiteX13" fmla="*/ 119911 w 136416"/>
                <a:gd name="connsiteY13" fmla="*/ 135 h 195734"/>
                <a:gd name="connsiteX14" fmla="*/ 108088 w 136416"/>
                <a:gd name="connsiteY14" fmla="*/ 11329 h 195734"/>
                <a:gd name="connsiteX15" fmla="*/ 116576 w 136416"/>
                <a:gd name="connsiteY15" fmla="*/ 23127 h 195734"/>
                <a:gd name="connsiteX16" fmla="*/ 124458 w 136416"/>
                <a:gd name="connsiteY16" fmla="*/ 33413 h 195734"/>
                <a:gd name="connsiteX17" fmla="*/ 87474 w 136416"/>
                <a:gd name="connsiteY17" fmla="*/ 111768 h 195734"/>
                <a:gd name="connsiteX18" fmla="*/ 81411 w 136416"/>
                <a:gd name="connsiteY18" fmla="*/ 76674 h 195734"/>
                <a:gd name="connsiteX19" fmla="*/ 55341 w 136416"/>
                <a:gd name="connsiteY19" fmla="*/ 135 h 195734"/>
                <a:gd name="connsiteX20" fmla="*/ 54128 w 136416"/>
                <a:gd name="connsiteY20" fmla="*/ 135 h 195734"/>
                <a:gd name="connsiteX21" fmla="*/ 51400 w 136416"/>
                <a:gd name="connsiteY21" fmla="*/ 438 h 195734"/>
                <a:gd name="connsiteX22" fmla="*/ 21691 w 136416"/>
                <a:gd name="connsiteY22" fmla="*/ 5581 h 195734"/>
                <a:gd name="connsiteX23" fmla="*/ 11991 w 136416"/>
                <a:gd name="connsiteY23" fmla="*/ 7396 h 195734"/>
                <a:gd name="connsiteX24" fmla="*/ 11991 w 136416"/>
                <a:gd name="connsiteY24" fmla="*/ 12539 h 19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416" h="195734">
                  <a:moveTo>
                    <a:pt x="11991" y="12539"/>
                  </a:moveTo>
                  <a:cubicBezTo>
                    <a:pt x="15932" y="11631"/>
                    <a:pt x="18054" y="11329"/>
                    <a:pt x="21388" y="11329"/>
                  </a:cubicBezTo>
                  <a:cubicBezTo>
                    <a:pt x="38668" y="11329"/>
                    <a:pt x="43215" y="18892"/>
                    <a:pt x="57159" y="70926"/>
                  </a:cubicBezTo>
                  <a:cubicBezTo>
                    <a:pt x="62313" y="90591"/>
                    <a:pt x="69588" y="125986"/>
                    <a:pt x="69588" y="131129"/>
                  </a:cubicBezTo>
                  <a:cubicBezTo>
                    <a:pt x="69588" y="135970"/>
                    <a:pt x="67770" y="140810"/>
                    <a:pt x="63222" y="146256"/>
                  </a:cubicBezTo>
                  <a:cubicBezTo>
                    <a:pt x="53825" y="158659"/>
                    <a:pt x="47762" y="166525"/>
                    <a:pt x="44427" y="170155"/>
                  </a:cubicBezTo>
                  <a:cubicBezTo>
                    <a:pt x="38061" y="176811"/>
                    <a:pt x="34423" y="179231"/>
                    <a:pt x="30483" y="179231"/>
                  </a:cubicBezTo>
                  <a:cubicBezTo>
                    <a:pt x="28664" y="179231"/>
                    <a:pt x="26542" y="178323"/>
                    <a:pt x="23207" y="175903"/>
                  </a:cubicBezTo>
                  <a:cubicBezTo>
                    <a:pt x="18660" y="172273"/>
                    <a:pt x="15325" y="170760"/>
                    <a:pt x="11991" y="170760"/>
                  </a:cubicBezTo>
                  <a:cubicBezTo>
                    <a:pt x="5321" y="170760"/>
                    <a:pt x="168" y="175903"/>
                    <a:pt x="168" y="182559"/>
                  </a:cubicBezTo>
                  <a:cubicBezTo>
                    <a:pt x="168" y="190122"/>
                    <a:pt x="6837" y="195870"/>
                    <a:pt x="15628" y="195870"/>
                  </a:cubicBezTo>
                  <a:cubicBezTo>
                    <a:pt x="35030" y="195870"/>
                    <a:pt x="74742" y="150491"/>
                    <a:pt x="107482" y="90591"/>
                  </a:cubicBezTo>
                  <a:cubicBezTo>
                    <a:pt x="128096" y="53380"/>
                    <a:pt x="136584" y="31598"/>
                    <a:pt x="136584" y="16774"/>
                  </a:cubicBezTo>
                  <a:cubicBezTo>
                    <a:pt x="136584" y="7698"/>
                    <a:pt x="129005" y="135"/>
                    <a:pt x="119911" y="135"/>
                  </a:cubicBezTo>
                  <a:cubicBezTo>
                    <a:pt x="112938" y="135"/>
                    <a:pt x="108088" y="4673"/>
                    <a:pt x="108088" y="11329"/>
                  </a:cubicBezTo>
                  <a:cubicBezTo>
                    <a:pt x="108088" y="15867"/>
                    <a:pt x="110513" y="19194"/>
                    <a:pt x="116576" y="23127"/>
                  </a:cubicBezTo>
                  <a:cubicBezTo>
                    <a:pt x="122336" y="26455"/>
                    <a:pt x="124458" y="29178"/>
                    <a:pt x="124458" y="33413"/>
                  </a:cubicBezTo>
                  <a:cubicBezTo>
                    <a:pt x="124458" y="45514"/>
                    <a:pt x="113242" y="69111"/>
                    <a:pt x="87474" y="111768"/>
                  </a:cubicBezTo>
                  <a:lnTo>
                    <a:pt x="81411" y="76674"/>
                  </a:lnTo>
                  <a:cubicBezTo>
                    <a:pt x="76864" y="50052"/>
                    <a:pt x="59888" y="135"/>
                    <a:pt x="55341" y="135"/>
                  </a:cubicBezTo>
                  <a:lnTo>
                    <a:pt x="54128" y="135"/>
                  </a:lnTo>
                  <a:cubicBezTo>
                    <a:pt x="53825" y="438"/>
                    <a:pt x="52612" y="438"/>
                    <a:pt x="51400" y="438"/>
                  </a:cubicBezTo>
                  <a:cubicBezTo>
                    <a:pt x="48671" y="740"/>
                    <a:pt x="37758" y="2555"/>
                    <a:pt x="21691" y="5581"/>
                  </a:cubicBezTo>
                  <a:cubicBezTo>
                    <a:pt x="20176" y="5883"/>
                    <a:pt x="16235" y="6791"/>
                    <a:pt x="11991" y="7396"/>
                  </a:cubicBezTo>
                  <a:lnTo>
                    <a:pt x="11991" y="1253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8285AD44-20B5-21E5-64CE-F6CDFB2BA87B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813483" y="6558953"/>
              <a:ext cx="48230" cy="148873"/>
            </a:xfrm>
            <a:custGeom>
              <a:avLst/>
              <a:gdLst>
                <a:gd name="connsiteX0" fmla="*/ 38981 w 48230"/>
                <a:gd name="connsiteY0" fmla="*/ 121027 h 148873"/>
                <a:gd name="connsiteX1" fmla="*/ 29783 w 48230"/>
                <a:gd name="connsiteY1" fmla="*/ 132444 h 148873"/>
                <a:gd name="connsiteX2" fmla="*/ 20586 w 48230"/>
                <a:gd name="connsiteY2" fmla="*/ 138489 h 148873"/>
                <a:gd name="connsiteX3" fmla="*/ 16997 w 48230"/>
                <a:gd name="connsiteY3" fmla="*/ 135131 h 148873"/>
                <a:gd name="connsiteX4" fmla="*/ 19240 w 48230"/>
                <a:gd name="connsiteY4" fmla="*/ 125281 h 148873"/>
                <a:gd name="connsiteX5" fmla="*/ 20361 w 48230"/>
                <a:gd name="connsiteY5" fmla="*/ 121251 h 148873"/>
                <a:gd name="connsiteX6" fmla="*/ 20361 w 48230"/>
                <a:gd name="connsiteY6" fmla="*/ 120803 h 148873"/>
                <a:gd name="connsiteX7" fmla="*/ 20586 w 48230"/>
                <a:gd name="connsiteY7" fmla="*/ 120355 h 148873"/>
                <a:gd name="connsiteX8" fmla="*/ 40327 w 48230"/>
                <a:gd name="connsiteY8" fmla="*/ 48269 h 148873"/>
                <a:gd name="connsiteX9" fmla="*/ 39654 w 48230"/>
                <a:gd name="connsiteY9" fmla="*/ 47822 h 148873"/>
                <a:gd name="connsiteX10" fmla="*/ 3761 w 48230"/>
                <a:gd name="connsiteY10" fmla="*/ 53418 h 148873"/>
                <a:gd name="connsiteX11" fmla="*/ 3761 w 48230"/>
                <a:gd name="connsiteY11" fmla="*/ 57000 h 148873"/>
                <a:gd name="connsiteX12" fmla="*/ 17894 w 48230"/>
                <a:gd name="connsiteY12" fmla="*/ 62373 h 148873"/>
                <a:gd name="connsiteX13" fmla="*/ 15875 w 48230"/>
                <a:gd name="connsiteY13" fmla="*/ 72223 h 148873"/>
                <a:gd name="connsiteX14" fmla="*/ 5107 w 48230"/>
                <a:gd name="connsiteY14" fmla="*/ 111848 h 148873"/>
                <a:gd name="connsiteX15" fmla="*/ 172 w 48230"/>
                <a:gd name="connsiteY15" fmla="*/ 136250 h 148873"/>
                <a:gd name="connsiteX16" fmla="*/ 10491 w 48230"/>
                <a:gd name="connsiteY16" fmla="*/ 149011 h 148873"/>
                <a:gd name="connsiteX17" fmla="*/ 41897 w 48230"/>
                <a:gd name="connsiteY17" fmla="*/ 123490 h 148873"/>
                <a:gd name="connsiteX18" fmla="*/ 38981 w 48230"/>
                <a:gd name="connsiteY18" fmla="*/ 121027 h 148873"/>
                <a:gd name="connsiteX19" fmla="*/ 37186 w 48230"/>
                <a:gd name="connsiteY19" fmla="*/ 137 h 148873"/>
                <a:gd name="connsiteX20" fmla="*/ 26643 w 48230"/>
                <a:gd name="connsiteY20" fmla="*/ 12003 h 148873"/>
                <a:gd name="connsiteX21" fmla="*/ 37410 w 48230"/>
                <a:gd name="connsiteY21" fmla="*/ 23868 h 148873"/>
                <a:gd name="connsiteX22" fmla="*/ 48402 w 48230"/>
                <a:gd name="connsiteY22" fmla="*/ 12450 h 148873"/>
                <a:gd name="connsiteX23" fmla="*/ 37186 w 48230"/>
                <a:gd name="connsiteY23" fmla="*/ 137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8981" y="121027"/>
                  </a:moveTo>
                  <a:cubicBezTo>
                    <a:pt x="33597" y="128191"/>
                    <a:pt x="32027" y="129982"/>
                    <a:pt x="29783" y="132444"/>
                  </a:cubicBezTo>
                  <a:cubicBezTo>
                    <a:pt x="25970" y="136250"/>
                    <a:pt x="22605" y="138489"/>
                    <a:pt x="20586" y="138489"/>
                  </a:cubicBezTo>
                  <a:cubicBezTo>
                    <a:pt x="18791" y="138489"/>
                    <a:pt x="16997" y="136698"/>
                    <a:pt x="16997" y="135131"/>
                  </a:cubicBezTo>
                  <a:cubicBezTo>
                    <a:pt x="16997" y="132892"/>
                    <a:pt x="17669" y="129534"/>
                    <a:pt x="19240" y="125281"/>
                  </a:cubicBezTo>
                  <a:cubicBezTo>
                    <a:pt x="19240" y="124609"/>
                    <a:pt x="19913" y="123042"/>
                    <a:pt x="20361" y="121251"/>
                  </a:cubicBezTo>
                  <a:lnTo>
                    <a:pt x="20361" y="120803"/>
                  </a:lnTo>
                  <a:lnTo>
                    <a:pt x="20586" y="120355"/>
                  </a:lnTo>
                  <a:lnTo>
                    <a:pt x="40327" y="48269"/>
                  </a:lnTo>
                  <a:lnTo>
                    <a:pt x="39654" y="47822"/>
                  </a:lnTo>
                  <a:cubicBezTo>
                    <a:pt x="16997" y="52075"/>
                    <a:pt x="12510" y="52747"/>
                    <a:pt x="3761" y="53418"/>
                  </a:cubicBezTo>
                  <a:lnTo>
                    <a:pt x="3761" y="57000"/>
                  </a:lnTo>
                  <a:cubicBezTo>
                    <a:pt x="15651" y="57224"/>
                    <a:pt x="17894" y="57896"/>
                    <a:pt x="17894" y="62373"/>
                  </a:cubicBezTo>
                  <a:cubicBezTo>
                    <a:pt x="17894" y="64164"/>
                    <a:pt x="17221" y="67746"/>
                    <a:pt x="15875" y="72223"/>
                  </a:cubicBezTo>
                  <a:lnTo>
                    <a:pt x="5107" y="111848"/>
                  </a:lnTo>
                  <a:cubicBezTo>
                    <a:pt x="1518" y="124833"/>
                    <a:pt x="172" y="131773"/>
                    <a:pt x="172" y="136250"/>
                  </a:cubicBezTo>
                  <a:cubicBezTo>
                    <a:pt x="172" y="144533"/>
                    <a:pt x="3761" y="149011"/>
                    <a:pt x="10491" y="149011"/>
                  </a:cubicBezTo>
                  <a:cubicBezTo>
                    <a:pt x="20810" y="149011"/>
                    <a:pt x="29110" y="142295"/>
                    <a:pt x="41897" y="123490"/>
                  </a:cubicBezTo>
                  <a:lnTo>
                    <a:pt x="38981" y="121027"/>
                  </a:lnTo>
                  <a:close/>
                  <a:moveTo>
                    <a:pt x="37186" y="137"/>
                  </a:moveTo>
                  <a:cubicBezTo>
                    <a:pt x="31129" y="137"/>
                    <a:pt x="26643" y="5286"/>
                    <a:pt x="26643" y="12003"/>
                  </a:cubicBezTo>
                  <a:cubicBezTo>
                    <a:pt x="26643" y="19166"/>
                    <a:pt x="30905" y="23868"/>
                    <a:pt x="37410" y="23868"/>
                  </a:cubicBezTo>
                  <a:cubicBezTo>
                    <a:pt x="43243" y="23868"/>
                    <a:pt x="48402" y="18719"/>
                    <a:pt x="48402" y="12450"/>
                  </a:cubicBezTo>
                  <a:cubicBezTo>
                    <a:pt x="48402" y="5958"/>
                    <a:pt x="43243" y="137"/>
                    <a:pt x="37186" y="137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349A45D9-6C6B-AB1A-D9F4-ADABD7A1C1A1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877648" y="6574848"/>
              <a:ext cx="149178" cy="149097"/>
            </a:xfrm>
            <a:custGeom>
              <a:avLst/>
              <a:gdLst>
                <a:gd name="connsiteX0" fmla="*/ 79362 w 149178"/>
                <a:gd name="connsiteY0" fmla="*/ 79163 h 149097"/>
                <a:gd name="connsiteX1" fmla="*/ 141950 w 149178"/>
                <a:gd name="connsiteY1" fmla="*/ 79163 h 149097"/>
                <a:gd name="connsiteX2" fmla="*/ 149353 w 149178"/>
                <a:gd name="connsiteY2" fmla="*/ 74685 h 149097"/>
                <a:gd name="connsiteX3" fmla="*/ 141950 w 149178"/>
                <a:gd name="connsiteY3" fmla="*/ 70208 h 149097"/>
                <a:gd name="connsiteX4" fmla="*/ 79362 w 149178"/>
                <a:gd name="connsiteY4" fmla="*/ 70208 h 149097"/>
                <a:gd name="connsiteX5" fmla="*/ 79362 w 149178"/>
                <a:gd name="connsiteY5" fmla="*/ 7524 h 149097"/>
                <a:gd name="connsiteX6" fmla="*/ 74876 w 149178"/>
                <a:gd name="connsiteY6" fmla="*/ 137 h 149097"/>
                <a:gd name="connsiteX7" fmla="*/ 70389 w 149178"/>
                <a:gd name="connsiteY7" fmla="*/ 7524 h 149097"/>
                <a:gd name="connsiteX8" fmla="*/ 70389 w 149178"/>
                <a:gd name="connsiteY8" fmla="*/ 70208 h 149097"/>
                <a:gd name="connsiteX9" fmla="*/ 7577 w 149178"/>
                <a:gd name="connsiteY9" fmla="*/ 70208 h 149097"/>
                <a:gd name="connsiteX10" fmla="*/ 174 w 149178"/>
                <a:gd name="connsiteY10" fmla="*/ 74685 h 149097"/>
                <a:gd name="connsiteX11" fmla="*/ 7577 w 149178"/>
                <a:gd name="connsiteY11" fmla="*/ 79163 h 149097"/>
                <a:gd name="connsiteX12" fmla="*/ 70389 w 149178"/>
                <a:gd name="connsiteY12" fmla="*/ 79163 h 149097"/>
                <a:gd name="connsiteX13" fmla="*/ 70389 w 149178"/>
                <a:gd name="connsiteY13" fmla="*/ 141846 h 149097"/>
                <a:gd name="connsiteX14" fmla="*/ 74876 w 149178"/>
                <a:gd name="connsiteY14" fmla="*/ 149234 h 149097"/>
                <a:gd name="connsiteX15" fmla="*/ 79362 w 149178"/>
                <a:gd name="connsiteY15" fmla="*/ 141846 h 149097"/>
                <a:gd name="connsiteX16" fmla="*/ 79362 w 149178"/>
                <a:gd name="connsiteY16" fmla="*/ 79163 h 149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9178" h="149097">
                  <a:moveTo>
                    <a:pt x="79362" y="79163"/>
                  </a:moveTo>
                  <a:lnTo>
                    <a:pt x="141950" y="79163"/>
                  </a:lnTo>
                  <a:cubicBezTo>
                    <a:pt x="145091" y="79163"/>
                    <a:pt x="149353" y="79163"/>
                    <a:pt x="149353" y="74685"/>
                  </a:cubicBezTo>
                  <a:cubicBezTo>
                    <a:pt x="149353" y="70208"/>
                    <a:pt x="145091" y="70208"/>
                    <a:pt x="141950" y="70208"/>
                  </a:cubicBezTo>
                  <a:lnTo>
                    <a:pt x="79362" y="70208"/>
                  </a:lnTo>
                  <a:lnTo>
                    <a:pt x="79362" y="7524"/>
                  </a:lnTo>
                  <a:cubicBezTo>
                    <a:pt x="79362" y="4390"/>
                    <a:pt x="79362" y="137"/>
                    <a:pt x="74876" y="137"/>
                  </a:cubicBezTo>
                  <a:cubicBezTo>
                    <a:pt x="70389" y="137"/>
                    <a:pt x="70389" y="4390"/>
                    <a:pt x="70389" y="7524"/>
                  </a:cubicBezTo>
                  <a:lnTo>
                    <a:pt x="70389" y="70208"/>
                  </a:lnTo>
                  <a:lnTo>
                    <a:pt x="7577" y="70208"/>
                  </a:lnTo>
                  <a:cubicBezTo>
                    <a:pt x="4437" y="70208"/>
                    <a:pt x="174" y="70208"/>
                    <a:pt x="174" y="74685"/>
                  </a:cubicBezTo>
                  <a:cubicBezTo>
                    <a:pt x="174" y="79163"/>
                    <a:pt x="4437" y="79163"/>
                    <a:pt x="7577" y="79163"/>
                  </a:cubicBezTo>
                  <a:lnTo>
                    <a:pt x="70389" y="79163"/>
                  </a:lnTo>
                  <a:lnTo>
                    <a:pt x="70389" y="141846"/>
                  </a:lnTo>
                  <a:cubicBezTo>
                    <a:pt x="70389" y="144980"/>
                    <a:pt x="70389" y="149234"/>
                    <a:pt x="74876" y="149234"/>
                  </a:cubicBezTo>
                  <a:cubicBezTo>
                    <a:pt x="79362" y="149234"/>
                    <a:pt x="79362" y="144980"/>
                    <a:pt x="79362" y="141846"/>
                  </a:cubicBezTo>
                  <a:lnTo>
                    <a:pt x="79362" y="7916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56256EB4-F834-7AD3-44DB-A1E037BE942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8064941" y="6554028"/>
              <a:ext cx="63484" cy="151335"/>
            </a:xfrm>
            <a:custGeom>
              <a:avLst/>
              <a:gdLst>
                <a:gd name="connsiteX0" fmla="*/ 40559 w 63484"/>
                <a:gd name="connsiteY0" fmla="*/ 137 h 151335"/>
                <a:gd name="connsiteX1" fmla="*/ 180 w 63484"/>
                <a:gd name="connsiteY1" fmla="*/ 20509 h 151335"/>
                <a:gd name="connsiteX2" fmla="*/ 180 w 63484"/>
                <a:gd name="connsiteY2" fmla="*/ 23643 h 151335"/>
                <a:gd name="connsiteX3" fmla="*/ 6237 w 63484"/>
                <a:gd name="connsiteY3" fmla="*/ 21180 h 151335"/>
                <a:gd name="connsiteX4" fmla="*/ 16332 w 63484"/>
                <a:gd name="connsiteY4" fmla="*/ 18718 h 151335"/>
                <a:gd name="connsiteX5" fmla="*/ 23062 w 63484"/>
                <a:gd name="connsiteY5" fmla="*/ 29240 h 151335"/>
                <a:gd name="connsiteX6" fmla="*/ 23062 w 63484"/>
                <a:gd name="connsiteY6" fmla="*/ 130653 h 151335"/>
                <a:gd name="connsiteX7" fmla="*/ 17678 w 63484"/>
                <a:gd name="connsiteY7" fmla="*/ 145204 h 151335"/>
                <a:gd name="connsiteX8" fmla="*/ 1750 w 63484"/>
                <a:gd name="connsiteY8" fmla="*/ 148115 h 151335"/>
                <a:gd name="connsiteX9" fmla="*/ 1750 w 63484"/>
                <a:gd name="connsiteY9" fmla="*/ 151473 h 151335"/>
                <a:gd name="connsiteX10" fmla="*/ 63665 w 63484"/>
                <a:gd name="connsiteY10" fmla="*/ 151473 h 151335"/>
                <a:gd name="connsiteX11" fmla="*/ 63665 w 63484"/>
                <a:gd name="connsiteY11" fmla="*/ 148115 h 151335"/>
                <a:gd name="connsiteX12" fmla="*/ 42354 w 63484"/>
                <a:gd name="connsiteY12" fmla="*/ 134906 h 151335"/>
                <a:gd name="connsiteX13" fmla="*/ 42354 w 63484"/>
                <a:gd name="connsiteY13" fmla="*/ 584 h 151335"/>
                <a:gd name="connsiteX14" fmla="*/ 40559 w 63484"/>
                <a:gd name="connsiteY14" fmla="*/ 13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4" h="151335">
                  <a:moveTo>
                    <a:pt x="40559" y="137"/>
                  </a:moveTo>
                  <a:lnTo>
                    <a:pt x="180" y="20509"/>
                  </a:lnTo>
                  <a:lnTo>
                    <a:pt x="180" y="23643"/>
                  </a:lnTo>
                  <a:cubicBezTo>
                    <a:pt x="2872" y="22524"/>
                    <a:pt x="5340" y="21628"/>
                    <a:pt x="6237" y="21180"/>
                  </a:cubicBezTo>
                  <a:cubicBezTo>
                    <a:pt x="10275" y="19613"/>
                    <a:pt x="14088" y="18718"/>
                    <a:pt x="16332" y="18718"/>
                  </a:cubicBezTo>
                  <a:cubicBezTo>
                    <a:pt x="21043" y="18718"/>
                    <a:pt x="23062" y="22076"/>
                    <a:pt x="23062" y="29240"/>
                  </a:cubicBezTo>
                  <a:lnTo>
                    <a:pt x="23062" y="130653"/>
                  </a:lnTo>
                  <a:cubicBezTo>
                    <a:pt x="23062" y="138040"/>
                    <a:pt x="21267" y="143189"/>
                    <a:pt x="17678" y="145204"/>
                  </a:cubicBezTo>
                  <a:cubicBezTo>
                    <a:pt x="14313" y="147219"/>
                    <a:pt x="11172" y="147891"/>
                    <a:pt x="1750" y="148115"/>
                  </a:cubicBezTo>
                  <a:lnTo>
                    <a:pt x="1750" y="151473"/>
                  </a:lnTo>
                  <a:lnTo>
                    <a:pt x="63665" y="151473"/>
                  </a:lnTo>
                  <a:lnTo>
                    <a:pt x="63665" y="148115"/>
                  </a:lnTo>
                  <a:cubicBezTo>
                    <a:pt x="45943" y="147891"/>
                    <a:pt x="42354" y="145652"/>
                    <a:pt x="42354" y="134906"/>
                  </a:cubicBezTo>
                  <a:lnTo>
                    <a:pt x="42354" y="584"/>
                  </a:lnTo>
                  <a:lnTo>
                    <a:pt x="40559" y="13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A1E41975-966D-7DE2-9564-DC94B7EC4A20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8235260" y="6577810"/>
              <a:ext cx="185222" cy="12101"/>
            </a:xfrm>
            <a:custGeom>
              <a:avLst/>
              <a:gdLst>
                <a:gd name="connsiteX0" fmla="*/ 174799 w 185222"/>
                <a:gd name="connsiteY0" fmla="*/ 12236 h 12101"/>
                <a:gd name="connsiteX1" fmla="*/ 185409 w 185222"/>
                <a:gd name="connsiteY1" fmla="*/ 6185 h 12101"/>
                <a:gd name="connsiteX2" fmla="*/ 174799 w 185222"/>
                <a:gd name="connsiteY2" fmla="*/ 135 h 12101"/>
                <a:gd name="connsiteX3" fmla="*/ 10797 w 185222"/>
                <a:gd name="connsiteY3" fmla="*/ 135 h 12101"/>
                <a:gd name="connsiteX4" fmla="*/ 187 w 185222"/>
                <a:gd name="connsiteY4" fmla="*/ 6185 h 12101"/>
                <a:gd name="connsiteX5" fmla="*/ 10797 w 185222"/>
                <a:gd name="connsiteY5" fmla="*/ 12236 h 12101"/>
                <a:gd name="connsiteX6" fmla="*/ 174799 w 185222"/>
                <a:gd name="connsiteY6" fmla="*/ 1223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222" h="12101">
                  <a:moveTo>
                    <a:pt x="174799" y="12236"/>
                  </a:moveTo>
                  <a:cubicBezTo>
                    <a:pt x="179953" y="12236"/>
                    <a:pt x="185409" y="12236"/>
                    <a:pt x="185409" y="6185"/>
                  </a:cubicBezTo>
                  <a:cubicBezTo>
                    <a:pt x="185409" y="135"/>
                    <a:pt x="179953" y="135"/>
                    <a:pt x="174799" y="135"/>
                  </a:cubicBezTo>
                  <a:lnTo>
                    <a:pt x="10797" y="135"/>
                  </a:lnTo>
                  <a:cubicBezTo>
                    <a:pt x="5643" y="135"/>
                    <a:pt x="187" y="135"/>
                    <a:pt x="187" y="6185"/>
                  </a:cubicBezTo>
                  <a:cubicBezTo>
                    <a:pt x="187" y="12236"/>
                    <a:pt x="5643" y="12236"/>
                    <a:pt x="10797" y="12236"/>
                  </a:cubicBezTo>
                  <a:lnTo>
                    <a:pt x="174799" y="12236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B1F1F11D-CA37-4C90-2BB4-DD8C432B9F02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8481509" y="6526078"/>
              <a:ext cx="136416" cy="195734"/>
            </a:xfrm>
            <a:custGeom>
              <a:avLst/>
              <a:gdLst>
                <a:gd name="connsiteX0" fmla="*/ 12017 w 136416"/>
                <a:gd name="connsiteY0" fmla="*/ 12539 h 195734"/>
                <a:gd name="connsiteX1" fmla="*/ 21415 w 136416"/>
                <a:gd name="connsiteY1" fmla="*/ 11329 h 195734"/>
                <a:gd name="connsiteX2" fmla="*/ 57186 w 136416"/>
                <a:gd name="connsiteY2" fmla="*/ 70926 h 195734"/>
                <a:gd name="connsiteX3" fmla="*/ 69615 w 136416"/>
                <a:gd name="connsiteY3" fmla="*/ 131129 h 195734"/>
                <a:gd name="connsiteX4" fmla="*/ 63249 w 136416"/>
                <a:gd name="connsiteY4" fmla="*/ 146256 h 195734"/>
                <a:gd name="connsiteX5" fmla="*/ 44454 w 136416"/>
                <a:gd name="connsiteY5" fmla="*/ 170155 h 195734"/>
                <a:gd name="connsiteX6" fmla="*/ 30509 w 136416"/>
                <a:gd name="connsiteY6" fmla="*/ 179231 h 195734"/>
                <a:gd name="connsiteX7" fmla="*/ 23234 w 136416"/>
                <a:gd name="connsiteY7" fmla="*/ 175903 h 195734"/>
                <a:gd name="connsiteX8" fmla="*/ 12017 w 136416"/>
                <a:gd name="connsiteY8" fmla="*/ 170760 h 195734"/>
                <a:gd name="connsiteX9" fmla="*/ 195 w 136416"/>
                <a:gd name="connsiteY9" fmla="*/ 182559 h 195734"/>
                <a:gd name="connsiteX10" fmla="*/ 15655 w 136416"/>
                <a:gd name="connsiteY10" fmla="*/ 195870 h 195734"/>
                <a:gd name="connsiteX11" fmla="*/ 107509 w 136416"/>
                <a:gd name="connsiteY11" fmla="*/ 90591 h 195734"/>
                <a:gd name="connsiteX12" fmla="*/ 136611 w 136416"/>
                <a:gd name="connsiteY12" fmla="*/ 16774 h 195734"/>
                <a:gd name="connsiteX13" fmla="*/ 119938 w 136416"/>
                <a:gd name="connsiteY13" fmla="*/ 135 h 195734"/>
                <a:gd name="connsiteX14" fmla="*/ 108115 w 136416"/>
                <a:gd name="connsiteY14" fmla="*/ 11329 h 195734"/>
                <a:gd name="connsiteX15" fmla="*/ 116603 w 136416"/>
                <a:gd name="connsiteY15" fmla="*/ 23127 h 195734"/>
                <a:gd name="connsiteX16" fmla="*/ 124485 w 136416"/>
                <a:gd name="connsiteY16" fmla="*/ 33413 h 195734"/>
                <a:gd name="connsiteX17" fmla="*/ 87501 w 136416"/>
                <a:gd name="connsiteY17" fmla="*/ 111768 h 195734"/>
                <a:gd name="connsiteX18" fmla="*/ 81438 w 136416"/>
                <a:gd name="connsiteY18" fmla="*/ 76674 h 195734"/>
                <a:gd name="connsiteX19" fmla="*/ 55367 w 136416"/>
                <a:gd name="connsiteY19" fmla="*/ 135 h 195734"/>
                <a:gd name="connsiteX20" fmla="*/ 54155 w 136416"/>
                <a:gd name="connsiteY20" fmla="*/ 135 h 195734"/>
                <a:gd name="connsiteX21" fmla="*/ 51427 w 136416"/>
                <a:gd name="connsiteY21" fmla="*/ 438 h 195734"/>
                <a:gd name="connsiteX22" fmla="*/ 21718 w 136416"/>
                <a:gd name="connsiteY22" fmla="*/ 5581 h 195734"/>
                <a:gd name="connsiteX23" fmla="*/ 12017 w 136416"/>
                <a:gd name="connsiteY23" fmla="*/ 7396 h 195734"/>
                <a:gd name="connsiteX24" fmla="*/ 12017 w 136416"/>
                <a:gd name="connsiteY24" fmla="*/ 12539 h 19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416" h="195734">
                  <a:moveTo>
                    <a:pt x="12017" y="12539"/>
                  </a:moveTo>
                  <a:cubicBezTo>
                    <a:pt x="15958" y="11631"/>
                    <a:pt x="18080" y="11329"/>
                    <a:pt x="21415" y="11329"/>
                  </a:cubicBezTo>
                  <a:cubicBezTo>
                    <a:pt x="38694" y="11329"/>
                    <a:pt x="43242" y="18892"/>
                    <a:pt x="57186" y="70926"/>
                  </a:cubicBezTo>
                  <a:cubicBezTo>
                    <a:pt x="62340" y="90591"/>
                    <a:pt x="69615" y="125986"/>
                    <a:pt x="69615" y="131129"/>
                  </a:cubicBezTo>
                  <a:cubicBezTo>
                    <a:pt x="69615" y="135970"/>
                    <a:pt x="67797" y="140810"/>
                    <a:pt x="63249" y="146256"/>
                  </a:cubicBezTo>
                  <a:cubicBezTo>
                    <a:pt x="53852" y="158659"/>
                    <a:pt x="47789" y="166525"/>
                    <a:pt x="44454" y="170155"/>
                  </a:cubicBezTo>
                  <a:cubicBezTo>
                    <a:pt x="38088" y="176811"/>
                    <a:pt x="34450" y="179231"/>
                    <a:pt x="30509" y="179231"/>
                  </a:cubicBezTo>
                  <a:cubicBezTo>
                    <a:pt x="28691" y="179231"/>
                    <a:pt x="26569" y="178323"/>
                    <a:pt x="23234" y="175903"/>
                  </a:cubicBezTo>
                  <a:cubicBezTo>
                    <a:pt x="18687" y="172273"/>
                    <a:pt x="15352" y="170760"/>
                    <a:pt x="12017" y="170760"/>
                  </a:cubicBezTo>
                  <a:cubicBezTo>
                    <a:pt x="5348" y="170760"/>
                    <a:pt x="195" y="175903"/>
                    <a:pt x="195" y="182559"/>
                  </a:cubicBezTo>
                  <a:cubicBezTo>
                    <a:pt x="195" y="190122"/>
                    <a:pt x="6864" y="195870"/>
                    <a:pt x="15655" y="195870"/>
                  </a:cubicBezTo>
                  <a:cubicBezTo>
                    <a:pt x="35057" y="195870"/>
                    <a:pt x="74769" y="150491"/>
                    <a:pt x="107509" y="90591"/>
                  </a:cubicBezTo>
                  <a:cubicBezTo>
                    <a:pt x="128123" y="53380"/>
                    <a:pt x="136611" y="31598"/>
                    <a:pt x="136611" y="16774"/>
                  </a:cubicBezTo>
                  <a:cubicBezTo>
                    <a:pt x="136611" y="7698"/>
                    <a:pt x="129032" y="135"/>
                    <a:pt x="119938" y="135"/>
                  </a:cubicBezTo>
                  <a:cubicBezTo>
                    <a:pt x="112965" y="135"/>
                    <a:pt x="108115" y="4673"/>
                    <a:pt x="108115" y="11329"/>
                  </a:cubicBezTo>
                  <a:cubicBezTo>
                    <a:pt x="108115" y="15867"/>
                    <a:pt x="110540" y="19194"/>
                    <a:pt x="116603" y="23127"/>
                  </a:cubicBezTo>
                  <a:cubicBezTo>
                    <a:pt x="122363" y="26455"/>
                    <a:pt x="124485" y="29178"/>
                    <a:pt x="124485" y="33413"/>
                  </a:cubicBezTo>
                  <a:cubicBezTo>
                    <a:pt x="124485" y="45514"/>
                    <a:pt x="113269" y="69111"/>
                    <a:pt x="87501" y="111768"/>
                  </a:cubicBezTo>
                  <a:lnTo>
                    <a:pt x="81438" y="76674"/>
                  </a:lnTo>
                  <a:cubicBezTo>
                    <a:pt x="76891" y="50052"/>
                    <a:pt x="59915" y="135"/>
                    <a:pt x="55367" y="135"/>
                  </a:cubicBezTo>
                  <a:lnTo>
                    <a:pt x="54155" y="135"/>
                  </a:lnTo>
                  <a:cubicBezTo>
                    <a:pt x="53852" y="438"/>
                    <a:pt x="52639" y="438"/>
                    <a:pt x="51427" y="438"/>
                  </a:cubicBezTo>
                  <a:cubicBezTo>
                    <a:pt x="48698" y="740"/>
                    <a:pt x="37785" y="2555"/>
                    <a:pt x="21718" y="5581"/>
                  </a:cubicBezTo>
                  <a:cubicBezTo>
                    <a:pt x="20202" y="5883"/>
                    <a:pt x="16262" y="6791"/>
                    <a:pt x="12017" y="7396"/>
                  </a:cubicBezTo>
                  <a:lnTo>
                    <a:pt x="12017" y="1253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2ECB436F-DA19-C1A3-3E41-CDA86D0F4196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634877" y="6558953"/>
              <a:ext cx="48230" cy="148873"/>
            </a:xfrm>
            <a:custGeom>
              <a:avLst/>
              <a:gdLst>
                <a:gd name="connsiteX0" fmla="*/ 39008 w 48230"/>
                <a:gd name="connsiteY0" fmla="*/ 121027 h 148873"/>
                <a:gd name="connsiteX1" fmla="*/ 29810 w 48230"/>
                <a:gd name="connsiteY1" fmla="*/ 132444 h 148873"/>
                <a:gd name="connsiteX2" fmla="*/ 20613 w 48230"/>
                <a:gd name="connsiteY2" fmla="*/ 138489 h 148873"/>
                <a:gd name="connsiteX3" fmla="*/ 17023 w 48230"/>
                <a:gd name="connsiteY3" fmla="*/ 135131 h 148873"/>
                <a:gd name="connsiteX4" fmla="*/ 19267 w 48230"/>
                <a:gd name="connsiteY4" fmla="*/ 125281 h 148873"/>
                <a:gd name="connsiteX5" fmla="*/ 20388 w 48230"/>
                <a:gd name="connsiteY5" fmla="*/ 121251 h 148873"/>
                <a:gd name="connsiteX6" fmla="*/ 20388 w 48230"/>
                <a:gd name="connsiteY6" fmla="*/ 120803 h 148873"/>
                <a:gd name="connsiteX7" fmla="*/ 20613 w 48230"/>
                <a:gd name="connsiteY7" fmla="*/ 120355 h 148873"/>
                <a:gd name="connsiteX8" fmla="*/ 40354 w 48230"/>
                <a:gd name="connsiteY8" fmla="*/ 48269 h 148873"/>
                <a:gd name="connsiteX9" fmla="*/ 39681 w 48230"/>
                <a:gd name="connsiteY9" fmla="*/ 47822 h 148873"/>
                <a:gd name="connsiteX10" fmla="*/ 3788 w 48230"/>
                <a:gd name="connsiteY10" fmla="*/ 53418 h 148873"/>
                <a:gd name="connsiteX11" fmla="*/ 3788 w 48230"/>
                <a:gd name="connsiteY11" fmla="*/ 57000 h 148873"/>
                <a:gd name="connsiteX12" fmla="*/ 17921 w 48230"/>
                <a:gd name="connsiteY12" fmla="*/ 62373 h 148873"/>
                <a:gd name="connsiteX13" fmla="*/ 15902 w 48230"/>
                <a:gd name="connsiteY13" fmla="*/ 72223 h 148873"/>
                <a:gd name="connsiteX14" fmla="*/ 5134 w 48230"/>
                <a:gd name="connsiteY14" fmla="*/ 111848 h 148873"/>
                <a:gd name="connsiteX15" fmla="*/ 199 w 48230"/>
                <a:gd name="connsiteY15" fmla="*/ 136250 h 148873"/>
                <a:gd name="connsiteX16" fmla="*/ 10518 w 48230"/>
                <a:gd name="connsiteY16" fmla="*/ 149011 h 148873"/>
                <a:gd name="connsiteX17" fmla="*/ 41924 w 48230"/>
                <a:gd name="connsiteY17" fmla="*/ 123490 h 148873"/>
                <a:gd name="connsiteX18" fmla="*/ 39008 w 48230"/>
                <a:gd name="connsiteY18" fmla="*/ 121027 h 148873"/>
                <a:gd name="connsiteX19" fmla="*/ 37213 w 48230"/>
                <a:gd name="connsiteY19" fmla="*/ 137 h 148873"/>
                <a:gd name="connsiteX20" fmla="*/ 26670 w 48230"/>
                <a:gd name="connsiteY20" fmla="*/ 12003 h 148873"/>
                <a:gd name="connsiteX21" fmla="*/ 37437 w 48230"/>
                <a:gd name="connsiteY21" fmla="*/ 23868 h 148873"/>
                <a:gd name="connsiteX22" fmla="*/ 48429 w 48230"/>
                <a:gd name="connsiteY22" fmla="*/ 12450 h 148873"/>
                <a:gd name="connsiteX23" fmla="*/ 37213 w 48230"/>
                <a:gd name="connsiteY23" fmla="*/ 137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30" h="148873">
                  <a:moveTo>
                    <a:pt x="39008" y="121027"/>
                  </a:moveTo>
                  <a:cubicBezTo>
                    <a:pt x="33624" y="128191"/>
                    <a:pt x="32053" y="129982"/>
                    <a:pt x="29810" y="132444"/>
                  </a:cubicBezTo>
                  <a:cubicBezTo>
                    <a:pt x="25997" y="136250"/>
                    <a:pt x="22632" y="138489"/>
                    <a:pt x="20613" y="138489"/>
                  </a:cubicBezTo>
                  <a:cubicBezTo>
                    <a:pt x="18818" y="138489"/>
                    <a:pt x="17023" y="136698"/>
                    <a:pt x="17023" y="135131"/>
                  </a:cubicBezTo>
                  <a:cubicBezTo>
                    <a:pt x="17023" y="132892"/>
                    <a:pt x="17696" y="129534"/>
                    <a:pt x="19267" y="125281"/>
                  </a:cubicBezTo>
                  <a:cubicBezTo>
                    <a:pt x="19267" y="124609"/>
                    <a:pt x="19940" y="123042"/>
                    <a:pt x="20388" y="121251"/>
                  </a:cubicBezTo>
                  <a:lnTo>
                    <a:pt x="20388" y="120803"/>
                  </a:lnTo>
                  <a:lnTo>
                    <a:pt x="20613" y="120355"/>
                  </a:lnTo>
                  <a:lnTo>
                    <a:pt x="40354" y="48269"/>
                  </a:lnTo>
                  <a:lnTo>
                    <a:pt x="39681" y="47822"/>
                  </a:lnTo>
                  <a:cubicBezTo>
                    <a:pt x="17023" y="52075"/>
                    <a:pt x="12537" y="52747"/>
                    <a:pt x="3788" y="53418"/>
                  </a:cubicBezTo>
                  <a:lnTo>
                    <a:pt x="3788" y="57000"/>
                  </a:lnTo>
                  <a:cubicBezTo>
                    <a:pt x="15677" y="57224"/>
                    <a:pt x="17921" y="57896"/>
                    <a:pt x="17921" y="62373"/>
                  </a:cubicBezTo>
                  <a:cubicBezTo>
                    <a:pt x="17921" y="64164"/>
                    <a:pt x="17248" y="67746"/>
                    <a:pt x="15902" y="72223"/>
                  </a:cubicBezTo>
                  <a:lnTo>
                    <a:pt x="5134" y="111848"/>
                  </a:lnTo>
                  <a:cubicBezTo>
                    <a:pt x="1545" y="124833"/>
                    <a:pt x="199" y="131773"/>
                    <a:pt x="199" y="136250"/>
                  </a:cubicBezTo>
                  <a:cubicBezTo>
                    <a:pt x="199" y="144533"/>
                    <a:pt x="3788" y="149011"/>
                    <a:pt x="10518" y="149011"/>
                  </a:cubicBezTo>
                  <a:cubicBezTo>
                    <a:pt x="20837" y="149011"/>
                    <a:pt x="29137" y="142295"/>
                    <a:pt x="41924" y="123490"/>
                  </a:cubicBezTo>
                  <a:lnTo>
                    <a:pt x="39008" y="121027"/>
                  </a:lnTo>
                  <a:close/>
                  <a:moveTo>
                    <a:pt x="37213" y="137"/>
                  </a:moveTo>
                  <a:cubicBezTo>
                    <a:pt x="31156" y="137"/>
                    <a:pt x="26670" y="5286"/>
                    <a:pt x="26670" y="12003"/>
                  </a:cubicBezTo>
                  <a:cubicBezTo>
                    <a:pt x="26670" y="19166"/>
                    <a:pt x="30932" y="23868"/>
                    <a:pt x="37437" y="23868"/>
                  </a:cubicBezTo>
                  <a:cubicBezTo>
                    <a:pt x="43270" y="23868"/>
                    <a:pt x="48429" y="18719"/>
                    <a:pt x="48429" y="12450"/>
                  </a:cubicBezTo>
                  <a:cubicBezTo>
                    <a:pt x="48429" y="5958"/>
                    <a:pt x="43270" y="137"/>
                    <a:pt x="37213" y="137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95ACB950-E63D-EF8A-B256-23F2DEAEE45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705099" y="6644919"/>
              <a:ext cx="137064" cy="8954"/>
            </a:xfrm>
            <a:custGeom>
              <a:avLst/>
              <a:gdLst>
                <a:gd name="connsiteX0" fmla="*/ 129414 w 137064"/>
                <a:gd name="connsiteY0" fmla="*/ 9091 h 8954"/>
                <a:gd name="connsiteX1" fmla="*/ 137266 w 137064"/>
                <a:gd name="connsiteY1" fmla="*/ 4614 h 8954"/>
                <a:gd name="connsiteX2" fmla="*/ 129414 w 137064"/>
                <a:gd name="connsiteY2" fmla="*/ 137 h 8954"/>
                <a:gd name="connsiteX3" fmla="*/ 8053 w 137064"/>
                <a:gd name="connsiteY3" fmla="*/ 137 h 8954"/>
                <a:gd name="connsiteX4" fmla="*/ 201 w 137064"/>
                <a:gd name="connsiteY4" fmla="*/ 4614 h 8954"/>
                <a:gd name="connsiteX5" fmla="*/ 8053 w 137064"/>
                <a:gd name="connsiteY5" fmla="*/ 9091 h 8954"/>
                <a:gd name="connsiteX6" fmla="*/ 129414 w 137064"/>
                <a:gd name="connsiteY6" fmla="*/ 9091 h 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064" h="8954">
                  <a:moveTo>
                    <a:pt x="129414" y="9091"/>
                  </a:moveTo>
                  <a:cubicBezTo>
                    <a:pt x="133228" y="9091"/>
                    <a:pt x="137266" y="9091"/>
                    <a:pt x="137266" y="4614"/>
                  </a:cubicBezTo>
                  <a:cubicBezTo>
                    <a:pt x="137266" y="137"/>
                    <a:pt x="133228" y="137"/>
                    <a:pt x="129414" y="137"/>
                  </a:cubicBezTo>
                  <a:lnTo>
                    <a:pt x="8053" y="137"/>
                  </a:lnTo>
                  <a:cubicBezTo>
                    <a:pt x="4239" y="137"/>
                    <a:pt x="201" y="137"/>
                    <a:pt x="201" y="4614"/>
                  </a:cubicBezTo>
                  <a:cubicBezTo>
                    <a:pt x="201" y="9091"/>
                    <a:pt x="4239" y="9091"/>
                    <a:pt x="8053" y="9091"/>
                  </a:cubicBezTo>
                  <a:lnTo>
                    <a:pt x="129414" y="9091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6E08F0F8-87B6-8751-412F-740BAF8D9E47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886335" y="6554028"/>
              <a:ext cx="63484" cy="151335"/>
            </a:xfrm>
            <a:custGeom>
              <a:avLst/>
              <a:gdLst>
                <a:gd name="connsiteX0" fmla="*/ 40586 w 63484"/>
                <a:gd name="connsiteY0" fmla="*/ 137 h 151335"/>
                <a:gd name="connsiteX1" fmla="*/ 207 w 63484"/>
                <a:gd name="connsiteY1" fmla="*/ 20509 h 151335"/>
                <a:gd name="connsiteX2" fmla="*/ 207 w 63484"/>
                <a:gd name="connsiteY2" fmla="*/ 23643 h 151335"/>
                <a:gd name="connsiteX3" fmla="*/ 6264 w 63484"/>
                <a:gd name="connsiteY3" fmla="*/ 21180 h 151335"/>
                <a:gd name="connsiteX4" fmla="*/ 16359 w 63484"/>
                <a:gd name="connsiteY4" fmla="*/ 18718 h 151335"/>
                <a:gd name="connsiteX5" fmla="*/ 23088 w 63484"/>
                <a:gd name="connsiteY5" fmla="*/ 29240 h 151335"/>
                <a:gd name="connsiteX6" fmla="*/ 23088 w 63484"/>
                <a:gd name="connsiteY6" fmla="*/ 130653 h 151335"/>
                <a:gd name="connsiteX7" fmla="*/ 17705 w 63484"/>
                <a:gd name="connsiteY7" fmla="*/ 145204 h 151335"/>
                <a:gd name="connsiteX8" fmla="*/ 1777 w 63484"/>
                <a:gd name="connsiteY8" fmla="*/ 148115 h 151335"/>
                <a:gd name="connsiteX9" fmla="*/ 1777 w 63484"/>
                <a:gd name="connsiteY9" fmla="*/ 151473 h 151335"/>
                <a:gd name="connsiteX10" fmla="*/ 63692 w 63484"/>
                <a:gd name="connsiteY10" fmla="*/ 151473 h 151335"/>
                <a:gd name="connsiteX11" fmla="*/ 63692 w 63484"/>
                <a:gd name="connsiteY11" fmla="*/ 148115 h 151335"/>
                <a:gd name="connsiteX12" fmla="*/ 42381 w 63484"/>
                <a:gd name="connsiteY12" fmla="*/ 134906 h 151335"/>
                <a:gd name="connsiteX13" fmla="*/ 42381 w 63484"/>
                <a:gd name="connsiteY13" fmla="*/ 584 h 151335"/>
                <a:gd name="connsiteX14" fmla="*/ 40586 w 63484"/>
                <a:gd name="connsiteY14" fmla="*/ 13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84" h="151335">
                  <a:moveTo>
                    <a:pt x="40586" y="137"/>
                  </a:moveTo>
                  <a:lnTo>
                    <a:pt x="207" y="20509"/>
                  </a:lnTo>
                  <a:lnTo>
                    <a:pt x="207" y="23643"/>
                  </a:lnTo>
                  <a:cubicBezTo>
                    <a:pt x="2899" y="22524"/>
                    <a:pt x="5367" y="21628"/>
                    <a:pt x="6264" y="21180"/>
                  </a:cubicBezTo>
                  <a:cubicBezTo>
                    <a:pt x="10302" y="19613"/>
                    <a:pt x="14115" y="18718"/>
                    <a:pt x="16359" y="18718"/>
                  </a:cubicBezTo>
                  <a:cubicBezTo>
                    <a:pt x="21070" y="18718"/>
                    <a:pt x="23088" y="22076"/>
                    <a:pt x="23088" y="29240"/>
                  </a:cubicBezTo>
                  <a:lnTo>
                    <a:pt x="23088" y="130653"/>
                  </a:lnTo>
                  <a:cubicBezTo>
                    <a:pt x="23088" y="138040"/>
                    <a:pt x="21294" y="143189"/>
                    <a:pt x="17705" y="145204"/>
                  </a:cubicBezTo>
                  <a:cubicBezTo>
                    <a:pt x="14340" y="147219"/>
                    <a:pt x="11199" y="147891"/>
                    <a:pt x="1777" y="148115"/>
                  </a:cubicBezTo>
                  <a:lnTo>
                    <a:pt x="1777" y="151473"/>
                  </a:lnTo>
                  <a:lnTo>
                    <a:pt x="63692" y="151473"/>
                  </a:lnTo>
                  <a:lnTo>
                    <a:pt x="63692" y="148115"/>
                  </a:lnTo>
                  <a:cubicBezTo>
                    <a:pt x="45970" y="147891"/>
                    <a:pt x="42381" y="145652"/>
                    <a:pt x="42381" y="134906"/>
                  </a:cubicBezTo>
                  <a:lnTo>
                    <a:pt x="42381" y="584"/>
                  </a:lnTo>
                  <a:lnTo>
                    <a:pt x="40586" y="13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1B5E2A0-4D08-6CAF-42A3-592616DEA06E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9006512" y="6432598"/>
              <a:ext cx="70330" cy="302526"/>
            </a:xfrm>
            <a:custGeom>
              <a:avLst/>
              <a:gdLst>
                <a:gd name="connsiteX0" fmla="*/ 70542 w 70330"/>
                <a:gd name="connsiteY0" fmla="*/ 151398 h 302526"/>
                <a:gd name="connsiteX1" fmla="*/ 50534 w 70330"/>
                <a:gd name="connsiteY1" fmla="*/ 57010 h 302526"/>
                <a:gd name="connsiteX2" fmla="*/ 3243 w 70330"/>
                <a:gd name="connsiteY2" fmla="*/ 135 h 302526"/>
                <a:gd name="connsiteX3" fmla="*/ 212 w 70330"/>
                <a:gd name="connsiteY3" fmla="*/ 3160 h 302526"/>
                <a:gd name="connsiteX4" fmla="*/ 5971 w 70330"/>
                <a:gd name="connsiteY4" fmla="*/ 10118 h 302526"/>
                <a:gd name="connsiteX5" fmla="*/ 52959 w 70330"/>
                <a:gd name="connsiteY5" fmla="*/ 151398 h 302526"/>
                <a:gd name="connsiteX6" fmla="*/ 4152 w 70330"/>
                <a:gd name="connsiteY6" fmla="*/ 294493 h 302526"/>
                <a:gd name="connsiteX7" fmla="*/ 212 w 70330"/>
                <a:gd name="connsiteY7" fmla="*/ 299636 h 302526"/>
                <a:gd name="connsiteX8" fmla="*/ 3243 w 70330"/>
                <a:gd name="connsiteY8" fmla="*/ 302661 h 302526"/>
                <a:gd name="connsiteX9" fmla="*/ 51443 w 70330"/>
                <a:gd name="connsiteY9" fmla="*/ 243668 h 302526"/>
                <a:gd name="connsiteX10" fmla="*/ 70542 w 70330"/>
                <a:gd name="connsiteY10" fmla="*/ 15139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542" y="151398"/>
                  </a:moveTo>
                  <a:cubicBezTo>
                    <a:pt x="70542" y="127801"/>
                    <a:pt x="67207" y="91195"/>
                    <a:pt x="50534" y="57010"/>
                  </a:cubicBezTo>
                  <a:cubicBezTo>
                    <a:pt x="32345" y="19799"/>
                    <a:pt x="6275" y="135"/>
                    <a:pt x="3243" y="135"/>
                  </a:cubicBezTo>
                  <a:cubicBezTo>
                    <a:pt x="1424" y="135"/>
                    <a:pt x="212" y="1345"/>
                    <a:pt x="212" y="3160"/>
                  </a:cubicBezTo>
                  <a:cubicBezTo>
                    <a:pt x="212" y="4067"/>
                    <a:pt x="212" y="4672"/>
                    <a:pt x="5971" y="10118"/>
                  </a:cubicBezTo>
                  <a:cubicBezTo>
                    <a:pt x="35680" y="40068"/>
                    <a:pt x="52959" y="88170"/>
                    <a:pt x="52959" y="151398"/>
                  </a:cubicBezTo>
                  <a:cubicBezTo>
                    <a:pt x="52959" y="203130"/>
                    <a:pt x="41743" y="256375"/>
                    <a:pt x="4152" y="294493"/>
                  </a:cubicBezTo>
                  <a:cubicBezTo>
                    <a:pt x="212" y="298123"/>
                    <a:pt x="212" y="298728"/>
                    <a:pt x="212" y="299636"/>
                  </a:cubicBezTo>
                  <a:cubicBezTo>
                    <a:pt x="212" y="301451"/>
                    <a:pt x="1424" y="302661"/>
                    <a:pt x="3243" y="302661"/>
                  </a:cubicBezTo>
                  <a:cubicBezTo>
                    <a:pt x="6275" y="302661"/>
                    <a:pt x="33558" y="282089"/>
                    <a:pt x="51443" y="243668"/>
                  </a:cubicBezTo>
                  <a:cubicBezTo>
                    <a:pt x="66904" y="210391"/>
                    <a:pt x="70542" y="176810"/>
                    <a:pt x="70542" y="151398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D31E60D3-2643-2D9B-138A-90A6C82B8229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9123964" y="6432598"/>
              <a:ext cx="117924" cy="302526"/>
            </a:xfrm>
            <a:custGeom>
              <a:avLst/>
              <a:gdLst>
                <a:gd name="connsiteX0" fmla="*/ 116624 w 117924"/>
                <a:gd name="connsiteY0" fmla="*/ 11631 h 302526"/>
                <a:gd name="connsiteX1" fmla="*/ 118140 w 117924"/>
                <a:gd name="connsiteY1" fmla="*/ 6185 h 302526"/>
                <a:gd name="connsiteX2" fmla="*/ 112077 w 117924"/>
                <a:gd name="connsiteY2" fmla="*/ 135 h 302526"/>
                <a:gd name="connsiteX3" fmla="*/ 106923 w 117924"/>
                <a:gd name="connsiteY3" fmla="*/ 2857 h 302526"/>
                <a:gd name="connsiteX4" fmla="*/ 1731 w 117924"/>
                <a:gd name="connsiteY4" fmla="*/ 291165 h 302526"/>
                <a:gd name="connsiteX5" fmla="*/ 216 w 117924"/>
                <a:gd name="connsiteY5" fmla="*/ 296611 h 302526"/>
                <a:gd name="connsiteX6" fmla="*/ 6279 w 117924"/>
                <a:gd name="connsiteY6" fmla="*/ 302661 h 302526"/>
                <a:gd name="connsiteX7" fmla="*/ 12948 w 117924"/>
                <a:gd name="connsiteY7" fmla="*/ 295401 h 302526"/>
                <a:gd name="connsiteX8" fmla="*/ 116624 w 117924"/>
                <a:gd name="connsiteY8" fmla="*/ 11631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24" h="302526">
                  <a:moveTo>
                    <a:pt x="116624" y="11631"/>
                  </a:moveTo>
                  <a:cubicBezTo>
                    <a:pt x="118140" y="7698"/>
                    <a:pt x="118140" y="6488"/>
                    <a:pt x="118140" y="6185"/>
                  </a:cubicBezTo>
                  <a:cubicBezTo>
                    <a:pt x="118140" y="2857"/>
                    <a:pt x="115411" y="135"/>
                    <a:pt x="112077" y="135"/>
                  </a:cubicBezTo>
                  <a:cubicBezTo>
                    <a:pt x="109955" y="135"/>
                    <a:pt x="107833" y="1042"/>
                    <a:pt x="106923" y="2857"/>
                  </a:cubicBezTo>
                  <a:lnTo>
                    <a:pt x="1731" y="291165"/>
                  </a:lnTo>
                  <a:cubicBezTo>
                    <a:pt x="216" y="295098"/>
                    <a:pt x="216" y="296308"/>
                    <a:pt x="216" y="296611"/>
                  </a:cubicBezTo>
                  <a:cubicBezTo>
                    <a:pt x="216" y="299938"/>
                    <a:pt x="2944" y="302661"/>
                    <a:pt x="6279" y="302661"/>
                  </a:cubicBezTo>
                  <a:cubicBezTo>
                    <a:pt x="10220" y="302661"/>
                    <a:pt x="11129" y="300544"/>
                    <a:pt x="12948" y="295401"/>
                  </a:cubicBezTo>
                  <a:lnTo>
                    <a:pt x="116624" y="11631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6AC52738-1370-7858-C596-6FCA48FEA9EE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9289445" y="6432598"/>
              <a:ext cx="70329" cy="302526"/>
            </a:xfrm>
            <a:custGeom>
              <a:avLst/>
              <a:gdLst>
                <a:gd name="connsiteX0" fmla="*/ 70551 w 70329"/>
                <a:gd name="connsiteY0" fmla="*/ 299636 h 302526"/>
                <a:gd name="connsiteX1" fmla="*/ 65397 w 70329"/>
                <a:gd name="connsiteY1" fmla="*/ 292980 h 302526"/>
                <a:gd name="connsiteX2" fmla="*/ 17803 w 70329"/>
                <a:gd name="connsiteY2" fmla="*/ 151398 h 302526"/>
                <a:gd name="connsiteX3" fmla="*/ 66610 w 70329"/>
                <a:gd name="connsiteY3" fmla="*/ 8303 h 302526"/>
                <a:gd name="connsiteX4" fmla="*/ 70551 w 70329"/>
                <a:gd name="connsiteY4" fmla="*/ 3160 h 302526"/>
                <a:gd name="connsiteX5" fmla="*/ 67519 w 70329"/>
                <a:gd name="connsiteY5" fmla="*/ 135 h 302526"/>
                <a:gd name="connsiteX6" fmla="*/ 19319 w 70329"/>
                <a:gd name="connsiteY6" fmla="*/ 59127 h 302526"/>
                <a:gd name="connsiteX7" fmla="*/ 221 w 70329"/>
                <a:gd name="connsiteY7" fmla="*/ 151398 h 302526"/>
                <a:gd name="connsiteX8" fmla="*/ 20228 w 70329"/>
                <a:gd name="connsiteY8" fmla="*/ 245786 h 302526"/>
                <a:gd name="connsiteX9" fmla="*/ 67519 w 70329"/>
                <a:gd name="connsiteY9" fmla="*/ 302661 h 302526"/>
                <a:gd name="connsiteX10" fmla="*/ 70551 w 70329"/>
                <a:gd name="connsiteY10" fmla="*/ 29963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551" y="299636"/>
                  </a:moveTo>
                  <a:cubicBezTo>
                    <a:pt x="70551" y="298728"/>
                    <a:pt x="70551" y="298123"/>
                    <a:pt x="65397" y="292980"/>
                  </a:cubicBezTo>
                  <a:cubicBezTo>
                    <a:pt x="27504" y="254862"/>
                    <a:pt x="17803" y="197684"/>
                    <a:pt x="17803" y="151398"/>
                  </a:cubicBezTo>
                  <a:cubicBezTo>
                    <a:pt x="17803" y="98758"/>
                    <a:pt x="29323" y="46119"/>
                    <a:pt x="66610" y="8303"/>
                  </a:cubicBezTo>
                  <a:cubicBezTo>
                    <a:pt x="70551" y="4672"/>
                    <a:pt x="70551" y="4067"/>
                    <a:pt x="70551" y="3160"/>
                  </a:cubicBezTo>
                  <a:cubicBezTo>
                    <a:pt x="70551" y="1042"/>
                    <a:pt x="69338" y="135"/>
                    <a:pt x="67519" y="135"/>
                  </a:cubicBezTo>
                  <a:cubicBezTo>
                    <a:pt x="64488" y="135"/>
                    <a:pt x="37204" y="20706"/>
                    <a:pt x="19319" y="59127"/>
                  </a:cubicBezTo>
                  <a:cubicBezTo>
                    <a:pt x="3858" y="92405"/>
                    <a:pt x="221" y="125986"/>
                    <a:pt x="221" y="151398"/>
                  </a:cubicBezTo>
                  <a:cubicBezTo>
                    <a:pt x="221" y="174995"/>
                    <a:pt x="3555" y="211601"/>
                    <a:pt x="20228" y="245786"/>
                  </a:cubicBezTo>
                  <a:cubicBezTo>
                    <a:pt x="38417" y="282997"/>
                    <a:pt x="64488" y="302661"/>
                    <a:pt x="67519" y="302661"/>
                  </a:cubicBezTo>
                  <a:cubicBezTo>
                    <a:pt x="69338" y="302661"/>
                    <a:pt x="70551" y="301754"/>
                    <a:pt x="70551" y="29963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9A399921-3FDE-272D-4049-538224914F47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386586" y="6454984"/>
              <a:ext cx="134900" cy="204508"/>
            </a:xfrm>
            <a:custGeom>
              <a:avLst/>
              <a:gdLst>
                <a:gd name="connsiteX0" fmla="*/ 135125 w 134900"/>
                <a:gd name="connsiteY0" fmla="*/ 163196 h 204508"/>
                <a:gd name="connsiteX1" fmla="*/ 131184 w 134900"/>
                <a:gd name="connsiteY1" fmla="*/ 161684 h 204508"/>
                <a:gd name="connsiteX2" fmla="*/ 102385 w 134900"/>
                <a:gd name="connsiteY2" fmla="*/ 181650 h 204508"/>
                <a:gd name="connsiteX3" fmla="*/ 29933 w 134900"/>
                <a:gd name="connsiteY3" fmla="*/ 181650 h 204508"/>
                <a:gd name="connsiteX4" fmla="*/ 80862 w 134900"/>
                <a:gd name="connsiteY4" fmla="*/ 128406 h 204508"/>
                <a:gd name="connsiteX5" fmla="*/ 119664 w 134900"/>
                <a:gd name="connsiteY5" fmla="*/ 53682 h 204508"/>
                <a:gd name="connsiteX6" fmla="*/ 63582 w 134900"/>
                <a:gd name="connsiteY6" fmla="*/ 134 h 204508"/>
                <a:gd name="connsiteX7" fmla="*/ 19929 w 134900"/>
                <a:gd name="connsiteY7" fmla="*/ 18891 h 204508"/>
                <a:gd name="connsiteX8" fmla="*/ 528 w 134900"/>
                <a:gd name="connsiteY8" fmla="*/ 60337 h 204508"/>
                <a:gd name="connsiteX9" fmla="*/ 6894 w 134900"/>
                <a:gd name="connsiteY9" fmla="*/ 61850 h 204508"/>
                <a:gd name="connsiteX10" fmla="*/ 50850 w 134900"/>
                <a:gd name="connsiteY10" fmla="*/ 22521 h 204508"/>
                <a:gd name="connsiteX11" fmla="*/ 93594 w 134900"/>
                <a:gd name="connsiteY11" fmla="*/ 65178 h 204508"/>
                <a:gd name="connsiteX12" fmla="*/ 54185 w 134900"/>
                <a:gd name="connsiteY12" fmla="*/ 143834 h 204508"/>
                <a:gd name="connsiteX13" fmla="*/ 225 w 134900"/>
                <a:gd name="connsiteY13" fmla="*/ 201012 h 204508"/>
                <a:gd name="connsiteX14" fmla="*/ 225 w 134900"/>
                <a:gd name="connsiteY14" fmla="*/ 204642 h 204508"/>
                <a:gd name="connsiteX15" fmla="*/ 118452 w 134900"/>
                <a:gd name="connsiteY15" fmla="*/ 204642 h 204508"/>
                <a:gd name="connsiteX16" fmla="*/ 135125 w 134900"/>
                <a:gd name="connsiteY16" fmla="*/ 16319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900" h="204508">
                  <a:moveTo>
                    <a:pt x="135125" y="163196"/>
                  </a:moveTo>
                  <a:lnTo>
                    <a:pt x="131184" y="161684"/>
                  </a:lnTo>
                  <a:cubicBezTo>
                    <a:pt x="119967" y="178928"/>
                    <a:pt x="116027" y="181650"/>
                    <a:pt x="102385" y="181650"/>
                  </a:cubicBezTo>
                  <a:lnTo>
                    <a:pt x="29933" y="181650"/>
                  </a:lnTo>
                  <a:lnTo>
                    <a:pt x="80862" y="128406"/>
                  </a:lnTo>
                  <a:cubicBezTo>
                    <a:pt x="107842" y="100271"/>
                    <a:pt x="119664" y="77279"/>
                    <a:pt x="119664" y="53682"/>
                  </a:cubicBezTo>
                  <a:cubicBezTo>
                    <a:pt x="119664" y="23429"/>
                    <a:pt x="95109" y="134"/>
                    <a:pt x="63582" y="134"/>
                  </a:cubicBezTo>
                  <a:cubicBezTo>
                    <a:pt x="46909" y="134"/>
                    <a:pt x="31145" y="6790"/>
                    <a:pt x="19929" y="18891"/>
                  </a:cubicBezTo>
                  <a:cubicBezTo>
                    <a:pt x="10228" y="29177"/>
                    <a:pt x="5681" y="38858"/>
                    <a:pt x="528" y="60337"/>
                  </a:cubicBezTo>
                  <a:lnTo>
                    <a:pt x="6894" y="61850"/>
                  </a:lnTo>
                  <a:cubicBezTo>
                    <a:pt x="19020" y="32202"/>
                    <a:pt x="29933" y="22521"/>
                    <a:pt x="50850" y="22521"/>
                  </a:cubicBezTo>
                  <a:cubicBezTo>
                    <a:pt x="76314" y="22521"/>
                    <a:pt x="93594" y="39765"/>
                    <a:pt x="93594" y="65178"/>
                  </a:cubicBezTo>
                  <a:cubicBezTo>
                    <a:pt x="93594" y="88775"/>
                    <a:pt x="79649" y="116910"/>
                    <a:pt x="54185" y="143834"/>
                  </a:cubicBezTo>
                  <a:lnTo>
                    <a:pt x="225" y="201012"/>
                  </a:lnTo>
                  <a:lnTo>
                    <a:pt x="225" y="204642"/>
                  </a:lnTo>
                  <a:lnTo>
                    <a:pt x="118452" y="204642"/>
                  </a:lnTo>
                  <a:lnTo>
                    <a:pt x="135125" y="163196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F104530C-6E6C-0469-BC18-5ABB02B90251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569202" y="6452867"/>
              <a:ext cx="139144" cy="209348"/>
            </a:xfrm>
            <a:custGeom>
              <a:avLst/>
              <a:gdLst>
                <a:gd name="connsiteX0" fmla="*/ 135433 w 139144"/>
                <a:gd name="connsiteY0" fmla="*/ 171365 h 209348"/>
                <a:gd name="connsiteX1" fmla="*/ 110575 w 139144"/>
                <a:gd name="connsiteY1" fmla="*/ 195265 h 209348"/>
                <a:gd name="connsiteX2" fmla="*/ 105725 w 139144"/>
                <a:gd name="connsiteY2" fmla="*/ 189819 h 209348"/>
                <a:gd name="connsiteX3" fmla="*/ 115729 w 139144"/>
                <a:gd name="connsiteY3" fmla="*/ 152004 h 209348"/>
                <a:gd name="connsiteX4" fmla="*/ 130280 w 139144"/>
                <a:gd name="connsiteY4" fmla="*/ 93616 h 209348"/>
                <a:gd name="connsiteX5" fmla="*/ 110272 w 139144"/>
                <a:gd name="connsiteY5" fmla="*/ 73347 h 209348"/>
                <a:gd name="connsiteX6" fmla="*/ 40852 w 139144"/>
                <a:gd name="connsiteY6" fmla="*/ 137180 h 209348"/>
                <a:gd name="connsiteX7" fmla="*/ 77229 w 139144"/>
                <a:gd name="connsiteY7" fmla="*/ 1648 h 209348"/>
                <a:gd name="connsiteX8" fmla="*/ 75713 w 139144"/>
                <a:gd name="connsiteY8" fmla="*/ 135 h 209348"/>
                <a:gd name="connsiteX9" fmla="*/ 28119 w 139144"/>
                <a:gd name="connsiteY9" fmla="*/ 8303 h 209348"/>
                <a:gd name="connsiteX10" fmla="*/ 28119 w 139144"/>
                <a:gd name="connsiteY10" fmla="*/ 12841 h 209348"/>
                <a:gd name="connsiteX11" fmla="*/ 36001 w 139144"/>
                <a:gd name="connsiteY11" fmla="*/ 12841 h 209348"/>
                <a:gd name="connsiteX12" fmla="*/ 36911 w 139144"/>
                <a:gd name="connsiteY12" fmla="*/ 12539 h 209348"/>
                <a:gd name="connsiteX13" fmla="*/ 48430 w 139144"/>
                <a:gd name="connsiteY13" fmla="*/ 20102 h 209348"/>
                <a:gd name="connsiteX14" fmla="*/ 44186 w 139144"/>
                <a:gd name="connsiteY14" fmla="*/ 40674 h 209348"/>
                <a:gd name="connsiteX15" fmla="*/ 41155 w 139144"/>
                <a:gd name="connsiteY15" fmla="*/ 51867 h 209348"/>
                <a:gd name="connsiteX16" fmla="*/ 230 w 139144"/>
                <a:gd name="connsiteY16" fmla="*/ 206761 h 209348"/>
                <a:gd name="connsiteX17" fmla="*/ 22966 w 139144"/>
                <a:gd name="connsiteY17" fmla="*/ 206761 h 209348"/>
                <a:gd name="connsiteX18" fmla="*/ 51159 w 139144"/>
                <a:gd name="connsiteY18" fmla="*/ 131432 h 209348"/>
                <a:gd name="connsiteX19" fmla="*/ 98146 w 139144"/>
                <a:gd name="connsiteY19" fmla="*/ 88776 h 209348"/>
                <a:gd name="connsiteX20" fmla="*/ 106634 w 139144"/>
                <a:gd name="connsiteY20" fmla="*/ 96339 h 209348"/>
                <a:gd name="connsiteX21" fmla="*/ 104512 w 139144"/>
                <a:gd name="connsiteY21" fmla="*/ 106322 h 209348"/>
                <a:gd name="connsiteX22" fmla="*/ 87839 w 139144"/>
                <a:gd name="connsiteY22" fmla="*/ 168945 h 209348"/>
                <a:gd name="connsiteX23" fmla="*/ 81776 w 139144"/>
                <a:gd name="connsiteY23" fmla="*/ 196778 h 209348"/>
                <a:gd name="connsiteX24" fmla="*/ 95115 w 139144"/>
                <a:gd name="connsiteY24" fmla="*/ 209484 h 209348"/>
                <a:gd name="connsiteX25" fmla="*/ 139374 w 139144"/>
                <a:gd name="connsiteY25" fmla="*/ 174996 h 209348"/>
                <a:gd name="connsiteX26" fmla="*/ 135433 w 139144"/>
                <a:gd name="connsiteY26" fmla="*/ 171365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44" h="209348">
                  <a:moveTo>
                    <a:pt x="135433" y="171365"/>
                  </a:moveTo>
                  <a:cubicBezTo>
                    <a:pt x="119063" y="191937"/>
                    <a:pt x="115426" y="195265"/>
                    <a:pt x="110575" y="195265"/>
                  </a:cubicBezTo>
                  <a:cubicBezTo>
                    <a:pt x="107847" y="195265"/>
                    <a:pt x="105725" y="192542"/>
                    <a:pt x="105725" y="189819"/>
                  </a:cubicBezTo>
                  <a:cubicBezTo>
                    <a:pt x="105725" y="186794"/>
                    <a:pt x="110575" y="167735"/>
                    <a:pt x="115729" y="152004"/>
                  </a:cubicBezTo>
                  <a:cubicBezTo>
                    <a:pt x="124520" y="123264"/>
                    <a:pt x="130280" y="100877"/>
                    <a:pt x="130280" y="93616"/>
                  </a:cubicBezTo>
                  <a:cubicBezTo>
                    <a:pt x="130280" y="81515"/>
                    <a:pt x="122095" y="73347"/>
                    <a:pt x="110272" y="73347"/>
                  </a:cubicBezTo>
                  <a:cubicBezTo>
                    <a:pt x="90568" y="73347"/>
                    <a:pt x="69044" y="93313"/>
                    <a:pt x="40852" y="137180"/>
                  </a:cubicBezTo>
                  <a:lnTo>
                    <a:pt x="77229" y="1648"/>
                  </a:lnTo>
                  <a:lnTo>
                    <a:pt x="75713" y="135"/>
                  </a:lnTo>
                  <a:cubicBezTo>
                    <a:pt x="58131" y="4068"/>
                    <a:pt x="46308" y="6186"/>
                    <a:pt x="28119" y="8303"/>
                  </a:cubicBezTo>
                  <a:lnTo>
                    <a:pt x="28119" y="12841"/>
                  </a:lnTo>
                  <a:lnTo>
                    <a:pt x="36001" y="12841"/>
                  </a:lnTo>
                  <a:cubicBezTo>
                    <a:pt x="36304" y="12841"/>
                    <a:pt x="36608" y="12841"/>
                    <a:pt x="36911" y="12539"/>
                  </a:cubicBezTo>
                  <a:cubicBezTo>
                    <a:pt x="41155" y="10724"/>
                    <a:pt x="48430" y="15867"/>
                    <a:pt x="48430" y="20102"/>
                  </a:cubicBezTo>
                  <a:cubicBezTo>
                    <a:pt x="48430" y="24337"/>
                    <a:pt x="46915" y="31900"/>
                    <a:pt x="44186" y="40674"/>
                  </a:cubicBezTo>
                  <a:cubicBezTo>
                    <a:pt x="43883" y="40976"/>
                    <a:pt x="42974" y="45212"/>
                    <a:pt x="41155" y="51867"/>
                  </a:cubicBezTo>
                  <a:lnTo>
                    <a:pt x="230" y="206761"/>
                  </a:lnTo>
                  <a:lnTo>
                    <a:pt x="22966" y="206761"/>
                  </a:lnTo>
                  <a:cubicBezTo>
                    <a:pt x="35092" y="160172"/>
                    <a:pt x="39033" y="149886"/>
                    <a:pt x="51159" y="131432"/>
                  </a:cubicBezTo>
                  <a:cubicBezTo>
                    <a:pt x="66922" y="107532"/>
                    <a:pt x="87536" y="88776"/>
                    <a:pt x="98146" y="88776"/>
                  </a:cubicBezTo>
                  <a:cubicBezTo>
                    <a:pt x="102694" y="88776"/>
                    <a:pt x="106634" y="92406"/>
                    <a:pt x="106634" y="96339"/>
                  </a:cubicBezTo>
                  <a:cubicBezTo>
                    <a:pt x="106634" y="97549"/>
                    <a:pt x="105725" y="101482"/>
                    <a:pt x="104512" y="106322"/>
                  </a:cubicBezTo>
                  <a:lnTo>
                    <a:pt x="87839" y="168945"/>
                  </a:lnTo>
                  <a:cubicBezTo>
                    <a:pt x="83898" y="183769"/>
                    <a:pt x="81776" y="193147"/>
                    <a:pt x="81776" y="196778"/>
                  </a:cubicBezTo>
                  <a:cubicBezTo>
                    <a:pt x="81776" y="204643"/>
                    <a:pt x="86930" y="209484"/>
                    <a:pt x="95115" y="209484"/>
                  </a:cubicBezTo>
                  <a:cubicBezTo>
                    <a:pt x="110575" y="209484"/>
                    <a:pt x="121185" y="201315"/>
                    <a:pt x="139374" y="174996"/>
                  </a:cubicBezTo>
                  <a:lnTo>
                    <a:pt x="135433" y="17136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8BE3A63-2BE1-5136-A6A5-64D65296A4B1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732863" y="6432598"/>
              <a:ext cx="70330" cy="302526"/>
            </a:xfrm>
            <a:custGeom>
              <a:avLst/>
              <a:gdLst>
                <a:gd name="connsiteX0" fmla="*/ 70565 w 70330"/>
                <a:gd name="connsiteY0" fmla="*/ 151398 h 302526"/>
                <a:gd name="connsiteX1" fmla="*/ 50558 w 70330"/>
                <a:gd name="connsiteY1" fmla="*/ 57010 h 302526"/>
                <a:gd name="connsiteX2" fmla="*/ 3267 w 70330"/>
                <a:gd name="connsiteY2" fmla="*/ 135 h 302526"/>
                <a:gd name="connsiteX3" fmla="*/ 235 w 70330"/>
                <a:gd name="connsiteY3" fmla="*/ 3160 h 302526"/>
                <a:gd name="connsiteX4" fmla="*/ 5995 w 70330"/>
                <a:gd name="connsiteY4" fmla="*/ 10118 h 302526"/>
                <a:gd name="connsiteX5" fmla="*/ 52983 w 70330"/>
                <a:gd name="connsiteY5" fmla="*/ 151398 h 302526"/>
                <a:gd name="connsiteX6" fmla="*/ 4176 w 70330"/>
                <a:gd name="connsiteY6" fmla="*/ 294493 h 302526"/>
                <a:gd name="connsiteX7" fmla="*/ 235 w 70330"/>
                <a:gd name="connsiteY7" fmla="*/ 299636 h 302526"/>
                <a:gd name="connsiteX8" fmla="*/ 3267 w 70330"/>
                <a:gd name="connsiteY8" fmla="*/ 302661 h 302526"/>
                <a:gd name="connsiteX9" fmla="*/ 51467 w 70330"/>
                <a:gd name="connsiteY9" fmla="*/ 243668 h 302526"/>
                <a:gd name="connsiteX10" fmla="*/ 70565 w 70330"/>
                <a:gd name="connsiteY10" fmla="*/ 15139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565" y="151398"/>
                  </a:moveTo>
                  <a:cubicBezTo>
                    <a:pt x="70565" y="127801"/>
                    <a:pt x="67231" y="91195"/>
                    <a:pt x="50558" y="57010"/>
                  </a:cubicBezTo>
                  <a:cubicBezTo>
                    <a:pt x="32369" y="19799"/>
                    <a:pt x="6298" y="135"/>
                    <a:pt x="3267" y="135"/>
                  </a:cubicBezTo>
                  <a:cubicBezTo>
                    <a:pt x="1448" y="135"/>
                    <a:pt x="235" y="1345"/>
                    <a:pt x="235" y="3160"/>
                  </a:cubicBezTo>
                  <a:cubicBezTo>
                    <a:pt x="235" y="4067"/>
                    <a:pt x="235" y="4672"/>
                    <a:pt x="5995" y="10118"/>
                  </a:cubicBezTo>
                  <a:cubicBezTo>
                    <a:pt x="35704" y="40068"/>
                    <a:pt x="52983" y="88170"/>
                    <a:pt x="52983" y="151398"/>
                  </a:cubicBezTo>
                  <a:cubicBezTo>
                    <a:pt x="52983" y="203130"/>
                    <a:pt x="41766" y="256375"/>
                    <a:pt x="4176" y="294493"/>
                  </a:cubicBezTo>
                  <a:cubicBezTo>
                    <a:pt x="235" y="298123"/>
                    <a:pt x="235" y="298728"/>
                    <a:pt x="235" y="299636"/>
                  </a:cubicBezTo>
                  <a:cubicBezTo>
                    <a:pt x="235" y="301451"/>
                    <a:pt x="1448" y="302661"/>
                    <a:pt x="3267" y="302661"/>
                  </a:cubicBezTo>
                  <a:cubicBezTo>
                    <a:pt x="6298" y="302661"/>
                    <a:pt x="33581" y="282089"/>
                    <a:pt x="51467" y="243668"/>
                  </a:cubicBezTo>
                  <a:cubicBezTo>
                    <a:pt x="66928" y="210391"/>
                    <a:pt x="70565" y="176810"/>
                    <a:pt x="70565" y="151398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F89A4E8A-C3D5-6CF1-3B7D-21D6F4A2BDCE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857894" y="6520633"/>
              <a:ext cx="42137" cy="181515"/>
            </a:xfrm>
            <a:custGeom>
              <a:avLst/>
              <a:gdLst>
                <a:gd name="connsiteX0" fmla="*/ 8424 w 42137"/>
                <a:gd name="connsiteY0" fmla="*/ 181651 h 181515"/>
                <a:gd name="connsiteX1" fmla="*/ 42377 w 42137"/>
                <a:gd name="connsiteY1" fmla="*/ 135062 h 181515"/>
                <a:gd name="connsiteX2" fmla="*/ 18125 w 42137"/>
                <a:gd name="connsiteY2" fmla="*/ 108137 h 181515"/>
                <a:gd name="connsiteX3" fmla="*/ 239 w 42137"/>
                <a:gd name="connsiteY3" fmla="*/ 125078 h 181515"/>
                <a:gd name="connsiteX4" fmla="*/ 18125 w 42137"/>
                <a:gd name="connsiteY4" fmla="*/ 140810 h 181515"/>
                <a:gd name="connsiteX5" fmla="*/ 23885 w 42137"/>
                <a:gd name="connsiteY5" fmla="*/ 140205 h 181515"/>
                <a:gd name="connsiteX6" fmla="*/ 26310 w 42137"/>
                <a:gd name="connsiteY6" fmla="*/ 139600 h 181515"/>
                <a:gd name="connsiteX7" fmla="*/ 30554 w 42137"/>
                <a:gd name="connsiteY7" fmla="*/ 143835 h 181515"/>
                <a:gd name="connsiteX8" fmla="*/ 5696 w 42137"/>
                <a:gd name="connsiteY8" fmla="*/ 175903 h 181515"/>
                <a:gd name="connsiteX9" fmla="*/ 8424 w 42137"/>
                <a:gd name="connsiteY9" fmla="*/ 181651 h 181515"/>
                <a:gd name="connsiteX10" fmla="*/ 17215 w 42137"/>
                <a:gd name="connsiteY10" fmla="*/ 135 h 181515"/>
                <a:gd name="connsiteX11" fmla="*/ 542 w 42137"/>
                <a:gd name="connsiteY11" fmla="*/ 17379 h 181515"/>
                <a:gd name="connsiteX12" fmla="*/ 16912 w 42137"/>
                <a:gd name="connsiteY12" fmla="*/ 33715 h 181515"/>
                <a:gd name="connsiteX13" fmla="*/ 34192 w 42137"/>
                <a:gd name="connsiteY13" fmla="*/ 17379 h 181515"/>
                <a:gd name="connsiteX14" fmla="*/ 17215 w 42137"/>
                <a:gd name="connsiteY14" fmla="*/ 135 h 18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137" h="181515">
                  <a:moveTo>
                    <a:pt x="8424" y="181651"/>
                  </a:moveTo>
                  <a:cubicBezTo>
                    <a:pt x="29341" y="171365"/>
                    <a:pt x="42377" y="153213"/>
                    <a:pt x="42377" y="135062"/>
                  </a:cubicBezTo>
                  <a:cubicBezTo>
                    <a:pt x="42377" y="119935"/>
                    <a:pt x="31766" y="108137"/>
                    <a:pt x="18125" y="108137"/>
                  </a:cubicBezTo>
                  <a:cubicBezTo>
                    <a:pt x="7515" y="108137"/>
                    <a:pt x="239" y="114792"/>
                    <a:pt x="239" y="125078"/>
                  </a:cubicBezTo>
                  <a:cubicBezTo>
                    <a:pt x="239" y="135062"/>
                    <a:pt x="6908" y="140810"/>
                    <a:pt x="18125" y="140810"/>
                  </a:cubicBezTo>
                  <a:cubicBezTo>
                    <a:pt x="19944" y="140810"/>
                    <a:pt x="22066" y="140507"/>
                    <a:pt x="23885" y="140205"/>
                  </a:cubicBezTo>
                  <a:cubicBezTo>
                    <a:pt x="26007" y="139600"/>
                    <a:pt x="26007" y="139600"/>
                    <a:pt x="26310" y="139600"/>
                  </a:cubicBezTo>
                  <a:cubicBezTo>
                    <a:pt x="28735" y="139600"/>
                    <a:pt x="30554" y="141415"/>
                    <a:pt x="30554" y="143835"/>
                  </a:cubicBezTo>
                  <a:cubicBezTo>
                    <a:pt x="30554" y="153516"/>
                    <a:pt x="22066" y="164709"/>
                    <a:pt x="5696" y="175903"/>
                  </a:cubicBezTo>
                  <a:lnTo>
                    <a:pt x="8424" y="181651"/>
                  </a:lnTo>
                  <a:close/>
                  <a:moveTo>
                    <a:pt x="17215" y="135"/>
                  </a:moveTo>
                  <a:cubicBezTo>
                    <a:pt x="8121" y="135"/>
                    <a:pt x="542" y="8000"/>
                    <a:pt x="542" y="17379"/>
                  </a:cubicBezTo>
                  <a:cubicBezTo>
                    <a:pt x="542" y="26152"/>
                    <a:pt x="8121" y="33715"/>
                    <a:pt x="16912" y="33715"/>
                  </a:cubicBezTo>
                  <a:cubicBezTo>
                    <a:pt x="26310" y="33715"/>
                    <a:pt x="34192" y="26152"/>
                    <a:pt x="34192" y="17379"/>
                  </a:cubicBezTo>
                  <a:cubicBezTo>
                    <a:pt x="34192" y="8000"/>
                    <a:pt x="26310" y="135"/>
                    <a:pt x="17215" y="135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33FDD6E5-B1D4-F944-75EB-6B87EBB1C96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256019" y="6461943"/>
              <a:ext cx="192498" cy="197549"/>
            </a:xfrm>
            <a:custGeom>
              <a:avLst/>
              <a:gdLst>
                <a:gd name="connsiteX0" fmla="*/ 192751 w 192498"/>
                <a:gd name="connsiteY0" fmla="*/ 135 h 197549"/>
                <a:gd name="connsiteX1" fmla="*/ 42087 w 192498"/>
                <a:gd name="connsiteY1" fmla="*/ 135 h 197549"/>
                <a:gd name="connsiteX2" fmla="*/ 42087 w 192498"/>
                <a:gd name="connsiteY2" fmla="*/ 4976 h 197549"/>
                <a:gd name="connsiteX3" fmla="*/ 65429 w 192498"/>
                <a:gd name="connsiteY3" fmla="*/ 17379 h 197549"/>
                <a:gd name="connsiteX4" fmla="*/ 62095 w 192498"/>
                <a:gd name="connsiteY4" fmla="*/ 36741 h 197549"/>
                <a:gd name="connsiteX5" fmla="*/ 24808 w 192498"/>
                <a:gd name="connsiteY5" fmla="*/ 170458 h 197549"/>
                <a:gd name="connsiteX6" fmla="*/ 253 w 192498"/>
                <a:gd name="connsiteY6" fmla="*/ 192845 h 197549"/>
                <a:gd name="connsiteX7" fmla="*/ 253 w 192498"/>
                <a:gd name="connsiteY7" fmla="*/ 197685 h 197549"/>
                <a:gd name="connsiteX8" fmla="*/ 153948 w 192498"/>
                <a:gd name="connsiteY8" fmla="*/ 197685 h 197549"/>
                <a:gd name="connsiteX9" fmla="*/ 172743 w 192498"/>
                <a:gd name="connsiteY9" fmla="*/ 148676 h 197549"/>
                <a:gd name="connsiteX10" fmla="*/ 167893 w 192498"/>
                <a:gd name="connsiteY10" fmla="*/ 146256 h 197549"/>
                <a:gd name="connsiteX11" fmla="*/ 132728 w 192498"/>
                <a:gd name="connsiteY11" fmla="*/ 179534 h 197549"/>
                <a:gd name="connsiteX12" fmla="*/ 78161 w 192498"/>
                <a:gd name="connsiteY12" fmla="*/ 187702 h 197549"/>
                <a:gd name="connsiteX13" fmla="*/ 53910 w 192498"/>
                <a:gd name="connsiteY13" fmla="*/ 177416 h 197549"/>
                <a:gd name="connsiteX14" fmla="*/ 64823 w 192498"/>
                <a:gd name="connsiteY14" fmla="*/ 133247 h 197549"/>
                <a:gd name="connsiteX15" fmla="*/ 74524 w 192498"/>
                <a:gd name="connsiteY15" fmla="*/ 98456 h 197549"/>
                <a:gd name="connsiteX16" fmla="*/ 98169 w 192498"/>
                <a:gd name="connsiteY16" fmla="*/ 99364 h 197549"/>
                <a:gd name="connsiteX17" fmla="*/ 121814 w 192498"/>
                <a:gd name="connsiteY17" fmla="*/ 103902 h 197549"/>
                <a:gd name="connsiteX18" fmla="*/ 123937 w 192498"/>
                <a:gd name="connsiteY18" fmla="*/ 113280 h 197549"/>
                <a:gd name="connsiteX19" fmla="*/ 121814 w 192498"/>
                <a:gd name="connsiteY19" fmla="*/ 129012 h 197549"/>
                <a:gd name="connsiteX20" fmla="*/ 127877 w 192498"/>
                <a:gd name="connsiteY20" fmla="*/ 130524 h 197549"/>
                <a:gd name="connsiteX21" fmla="*/ 148491 w 192498"/>
                <a:gd name="connsiteY21" fmla="*/ 60338 h 197549"/>
                <a:gd name="connsiteX22" fmla="*/ 143035 w 192498"/>
                <a:gd name="connsiteY22" fmla="*/ 59128 h 197549"/>
                <a:gd name="connsiteX23" fmla="*/ 101200 w 192498"/>
                <a:gd name="connsiteY23" fmla="*/ 87868 h 197549"/>
                <a:gd name="connsiteX24" fmla="*/ 77252 w 192498"/>
                <a:gd name="connsiteY24" fmla="*/ 88473 h 197549"/>
                <a:gd name="connsiteX25" fmla="*/ 97260 w 192498"/>
                <a:gd name="connsiteY25" fmla="*/ 17984 h 197549"/>
                <a:gd name="connsiteX26" fmla="*/ 119389 w 192498"/>
                <a:gd name="connsiteY26" fmla="*/ 10119 h 197549"/>
                <a:gd name="connsiteX27" fmla="*/ 177593 w 192498"/>
                <a:gd name="connsiteY27" fmla="*/ 32203 h 197549"/>
                <a:gd name="connsiteX28" fmla="*/ 176987 w 192498"/>
                <a:gd name="connsiteY28" fmla="*/ 45817 h 197549"/>
                <a:gd name="connsiteX29" fmla="*/ 183353 w 192498"/>
                <a:gd name="connsiteY29" fmla="*/ 46422 h 197549"/>
                <a:gd name="connsiteX30" fmla="*/ 192751 w 192498"/>
                <a:gd name="connsiteY30" fmla="*/ 135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2498" h="197549">
                  <a:moveTo>
                    <a:pt x="192751" y="135"/>
                  </a:moveTo>
                  <a:lnTo>
                    <a:pt x="42087" y="135"/>
                  </a:lnTo>
                  <a:lnTo>
                    <a:pt x="42087" y="4976"/>
                  </a:lnTo>
                  <a:cubicBezTo>
                    <a:pt x="60882" y="6791"/>
                    <a:pt x="65429" y="9211"/>
                    <a:pt x="65429" y="17379"/>
                  </a:cubicBezTo>
                  <a:cubicBezTo>
                    <a:pt x="65429" y="20707"/>
                    <a:pt x="63610" y="31295"/>
                    <a:pt x="62095" y="36741"/>
                  </a:cubicBezTo>
                  <a:lnTo>
                    <a:pt x="24808" y="170458"/>
                  </a:lnTo>
                  <a:cubicBezTo>
                    <a:pt x="19654" y="187702"/>
                    <a:pt x="17229" y="189819"/>
                    <a:pt x="253" y="192845"/>
                  </a:cubicBezTo>
                  <a:lnTo>
                    <a:pt x="253" y="197685"/>
                  </a:lnTo>
                  <a:lnTo>
                    <a:pt x="153948" y="197685"/>
                  </a:lnTo>
                  <a:lnTo>
                    <a:pt x="172743" y="148676"/>
                  </a:lnTo>
                  <a:lnTo>
                    <a:pt x="167893" y="146256"/>
                  </a:lnTo>
                  <a:cubicBezTo>
                    <a:pt x="153645" y="165617"/>
                    <a:pt x="145763" y="173483"/>
                    <a:pt x="132728" y="179534"/>
                  </a:cubicBezTo>
                  <a:cubicBezTo>
                    <a:pt x="121511" y="184677"/>
                    <a:pt x="100897" y="187702"/>
                    <a:pt x="78161" y="187702"/>
                  </a:cubicBezTo>
                  <a:cubicBezTo>
                    <a:pt x="61185" y="187702"/>
                    <a:pt x="53910" y="184677"/>
                    <a:pt x="53910" y="177416"/>
                  </a:cubicBezTo>
                  <a:cubicBezTo>
                    <a:pt x="53910" y="174088"/>
                    <a:pt x="57244" y="159869"/>
                    <a:pt x="64823" y="133247"/>
                  </a:cubicBezTo>
                  <a:cubicBezTo>
                    <a:pt x="68764" y="119936"/>
                    <a:pt x="71492" y="109952"/>
                    <a:pt x="74524" y="98456"/>
                  </a:cubicBezTo>
                  <a:cubicBezTo>
                    <a:pt x="85134" y="99061"/>
                    <a:pt x="94531" y="99364"/>
                    <a:pt x="98169" y="99364"/>
                  </a:cubicBezTo>
                  <a:cubicBezTo>
                    <a:pt x="109992" y="99061"/>
                    <a:pt x="118480" y="100877"/>
                    <a:pt x="121814" y="103902"/>
                  </a:cubicBezTo>
                  <a:cubicBezTo>
                    <a:pt x="123330" y="105414"/>
                    <a:pt x="123937" y="108137"/>
                    <a:pt x="123937" y="113280"/>
                  </a:cubicBezTo>
                  <a:cubicBezTo>
                    <a:pt x="123937" y="118423"/>
                    <a:pt x="123330" y="122356"/>
                    <a:pt x="121814" y="129012"/>
                  </a:cubicBezTo>
                  <a:lnTo>
                    <a:pt x="127877" y="130524"/>
                  </a:lnTo>
                  <a:lnTo>
                    <a:pt x="148491" y="60338"/>
                  </a:lnTo>
                  <a:lnTo>
                    <a:pt x="143035" y="59128"/>
                  </a:lnTo>
                  <a:cubicBezTo>
                    <a:pt x="131515" y="84843"/>
                    <a:pt x="128787" y="86658"/>
                    <a:pt x="101200" y="87868"/>
                  </a:cubicBezTo>
                  <a:cubicBezTo>
                    <a:pt x="97563" y="87868"/>
                    <a:pt x="87862" y="88170"/>
                    <a:pt x="77252" y="88473"/>
                  </a:cubicBezTo>
                  <a:lnTo>
                    <a:pt x="97260" y="17984"/>
                  </a:lnTo>
                  <a:cubicBezTo>
                    <a:pt x="99078" y="11329"/>
                    <a:pt x="102413" y="10119"/>
                    <a:pt x="119389" y="10119"/>
                  </a:cubicBezTo>
                  <a:cubicBezTo>
                    <a:pt x="166983" y="10119"/>
                    <a:pt x="177593" y="14051"/>
                    <a:pt x="177593" y="32203"/>
                  </a:cubicBezTo>
                  <a:cubicBezTo>
                    <a:pt x="177593" y="36136"/>
                    <a:pt x="177290" y="40674"/>
                    <a:pt x="176987" y="45817"/>
                  </a:cubicBezTo>
                  <a:lnTo>
                    <a:pt x="183353" y="46422"/>
                  </a:lnTo>
                  <a:lnTo>
                    <a:pt x="192751" y="13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600327E3-8914-FC4E-693A-74E6F4F3167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455880" y="6526078"/>
              <a:ext cx="111254" cy="133414"/>
            </a:xfrm>
            <a:custGeom>
              <a:avLst/>
              <a:gdLst>
                <a:gd name="connsiteX0" fmla="*/ 23298 w 111254"/>
                <a:gd name="connsiteY0" fmla="*/ 133549 h 133414"/>
                <a:gd name="connsiteX1" fmla="*/ 58160 w 111254"/>
                <a:gd name="connsiteY1" fmla="*/ 46119 h 133414"/>
                <a:gd name="connsiteX2" fmla="*/ 81805 w 111254"/>
                <a:gd name="connsiteY2" fmla="*/ 19799 h 133414"/>
                <a:gd name="connsiteX3" fmla="*/ 86656 w 111254"/>
                <a:gd name="connsiteY3" fmla="*/ 24035 h 133414"/>
                <a:gd name="connsiteX4" fmla="*/ 97569 w 111254"/>
                <a:gd name="connsiteY4" fmla="*/ 30690 h 133414"/>
                <a:gd name="connsiteX5" fmla="*/ 111514 w 111254"/>
                <a:gd name="connsiteY5" fmla="*/ 15867 h 133414"/>
                <a:gd name="connsiteX6" fmla="*/ 97266 w 111254"/>
                <a:gd name="connsiteY6" fmla="*/ 135 h 133414"/>
                <a:gd name="connsiteX7" fmla="*/ 74227 w 111254"/>
                <a:gd name="connsiteY7" fmla="*/ 12841 h 133414"/>
                <a:gd name="connsiteX8" fmla="*/ 44821 w 111254"/>
                <a:gd name="connsiteY8" fmla="*/ 55498 h 133414"/>
                <a:gd name="connsiteX9" fmla="*/ 40577 w 111254"/>
                <a:gd name="connsiteY9" fmla="*/ 66389 h 133414"/>
                <a:gd name="connsiteX10" fmla="*/ 56644 w 111254"/>
                <a:gd name="connsiteY10" fmla="*/ 740 h 133414"/>
                <a:gd name="connsiteX11" fmla="*/ 55735 w 111254"/>
                <a:gd name="connsiteY11" fmla="*/ 135 h 133414"/>
                <a:gd name="connsiteX12" fmla="*/ 8747 w 111254"/>
                <a:gd name="connsiteY12" fmla="*/ 8303 h 133414"/>
                <a:gd name="connsiteX13" fmla="*/ 8747 w 111254"/>
                <a:gd name="connsiteY13" fmla="*/ 13446 h 133414"/>
                <a:gd name="connsiteX14" fmla="*/ 19054 w 111254"/>
                <a:gd name="connsiteY14" fmla="*/ 11934 h 133414"/>
                <a:gd name="connsiteX15" fmla="*/ 29664 w 111254"/>
                <a:gd name="connsiteY15" fmla="*/ 20404 h 133414"/>
                <a:gd name="connsiteX16" fmla="*/ 24814 w 111254"/>
                <a:gd name="connsiteY16" fmla="*/ 45212 h 133414"/>
                <a:gd name="connsiteX17" fmla="*/ 259 w 111254"/>
                <a:gd name="connsiteY17" fmla="*/ 133549 h 133414"/>
                <a:gd name="connsiteX18" fmla="*/ 23298 w 111254"/>
                <a:gd name="connsiteY18" fmla="*/ 133549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298" y="133549"/>
                  </a:moveTo>
                  <a:cubicBezTo>
                    <a:pt x="39062" y="82120"/>
                    <a:pt x="44215" y="69111"/>
                    <a:pt x="58160" y="46119"/>
                  </a:cubicBezTo>
                  <a:cubicBezTo>
                    <a:pt x="68164" y="29178"/>
                    <a:pt x="76652" y="19799"/>
                    <a:pt x="81805" y="19799"/>
                  </a:cubicBezTo>
                  <a:cubicBezTo>
                    <a:pt x="83624" y="19799"/>
                    <a:pt x="85140" y="21010"/>
                    <a:pt x="86656" y="24035"/>
                  </a:cubicBezTo>
                  <a:cubicBezTo>
                    <a:pt x="89081" y="29178"/>
                    <a:pt x="91506" y="30690"/>
                    <a:pt x="97569" y="30690"/>
                  </a:cubicBezTo>
                  <a:cubicBezTo>
                    <a:pt x="106360" y="30690"/>
                    <a:pt x="111514" y="25245"/>
                    <a:pt x="111514" y="15867"/>
                  </a:cubicBezTo>
                  <a:cubicBezTo>
                    <a:pt x="111514" y="6488"/>
                    <a:pt x="105754" y="135"/>
                    <a:pt x="97266" y="135"/>
                  </a:cubicBezTo>
                  <a:cubicBezTo>
                    <a:pt x="90293" y="135"/>
                    <a:pt x="82108" y="4673"/>
                    <a:pt x="74227" y="12841"/>
                  </a:cubicBezTo>
                  <a:cubicBezTo>
                    <a:pt x="61798" y="25547"/>
                    <a:pt x="49672" y="43396"/>
                    <a:pt x="44821" y="55498"/>
                  </a:cubicBezTo>
                  <a:lnTo>
                    <a:pt x="40577" y="66389"/>
                  </a:lnTo>
                  <a:lnTo>
                    <a:pt x="56644" y="740"/>
                  </a:lnTo>
                  <a:lnTo>
                    <a:pt x="55735" y="135"/>
                  </a:lnTo>
                  <a:cubicBezTo>
                    <a:pt x="33605" y="4068"/>
                    <a:pt x="30877" y="4673"/>
                    <a:pt x="8747" y="8303"/>
                  </a:cubicBezTo>
                  <a:lnTo>
                    <a:pt x="8747" y="13446"/>
                  </a:lnTo>
                  <a:cubicBezTo>
                    <a:pt x="16022" y="11934"/>
                    <a:pt x="16932" y="11934"/>
                    <a:pt x="19054" y="11934"/>
                  </a:cubicBezTo>
                  <a:cubicBezTo>
                    <a:pt x="25723" y="11934"/>
                    <a:pt x="29664" y="14959"/>
                    <a:pt x="29664" y="20404"/>
                  </a:cubicBezTo>
                  <a:cubicBezTo>
                    <a:pt x="29664" y="24640"/>
                    <a:pt x="29664" y="24640"/>
                    <a:pt x="24814" y="45212"/>
                  </a:cubicBezTo>
                  <a:lnTo>
                    <a:pt x="259" y="133549"/>
                  </a:lnTo>
                  <a:lnTo>
                    <a:pt x="23298" y="13354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1584A899-B525-EB9E-8653-9687ED373BF6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574244" y="6526078"/>
              <a:ext cx="111254" cy="133414"/>
            </a:xfrm>
            <a:custGeom>
              <a:avLst/>
              <a:gdLst>
                <a:gd name="connsiteX0" fmla="*/ 23302 w 111254"/>
                <a:gd name="connsiteY0" fmla="*/ 133549 h 133414"/>
                <a:gd name="connsiteX1" fmla="*/ 58164 w 111254"/>
                <a:gd name="connsiteY1" fmla="*/ 46119 h 133414"/>
                <a:gd name="connsiteX2" fmla="*/ 81809 w 111254"/>
                <a:gd name="connsiteY2" fmla="*/ 19799 h 133414"/>
                <a:gd name="connsiteX3" fmla="*/ 86659 w 111254"/>
                <a:gd name="connsiteY3" fmla="*/ 24035 h 133414"/>
                <a:gd name="connsiteX4" fmla="*/ 97573 w 111254"/>
                <a:gd name="connsiteY4" fmla="*/ 30690 h 133414"/>
                <a:gd name="connsiteX5" fmla="*/ 111517 w 111254"/>
                <a:gd name="connsiteY5" fmla="*/ 15867 h 133414"/>
                <a:gd name="connsiteX6" fmla="*/ 97270 w 111254"/>
                <a:gd name="connsiteY6" fmla="*/ 135 h 133414"/>
                <a:gd name="connsiteX7" fmla="*/ 74230 w 111254"/>
                <a:gd name="connsiteY7" fmla="*/ 12841 h 133414"/>
                <a:gd name="connsiteX8" fmla="*/ 44825 w 111254"/>
                <a:gd name="connsiteY8" fmla="*/ 55498 h 133414"/>
                <a:gd name="connsiteX9" fmla="*/ 40581 w 111254"/>
                <a:gd name="connsiteY9" fmla="*/ 66389 h 133414"/>
                <a:gd name="connsiteX10" fmla="*/ 56648 w 111254"/>
                <a:gd name="connsiteY10" fmla="*/ 740 h 133414"/>
                <a:gd name="connsiteX11" fmla="*/ 55738 w 111254"/>
                <a:gd name="connsiteY11" fmla="*/ 135 h 133414"/>
                <a:gd name="connsiteX12" fmla="*/ 8751 w 111254"/>
                <a:gd name="connsiteY12" fmla="*/ 8303 h 133414"/>
                <a:gd name="connsiteX13" fmla="*/ 8751 w 111254"/>
                <a:gd name="connsiteY13" fmla="*/ 13446 h 133414"/>
                <a:gd name="connsiteX14" fmla="*/ 19058 w 111254"/>
                <a:gd name="connsiteY14" fmla="*/ 11934 h 133414"/>
                <a:gd name="connsiteX15" fmla="*/ 29668 w 111254"/>
                <a:gd name="connsiteY15" fmla="*/ 20404 h 133414"/>
                <a:gd name="connsiteX16" fmla="*/ 24817 w 111254"/>
                <a:gd name="connsiteY16" fmla="*/ 45212 h 133414"/>
                <a:gd name="connsiteX17" fmla="*/ 263 w 111254"/>
                <a:gd name="connsiteY17" fmla="*/ 133549 h 133414"/>
                <a:gd name="connsiteX18" fmla="*/ 23302 w 111254"/>
                <a:gd name="connsiteY18" fmla="*/ 133549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302" y="133549"/>
                  </a:moveTo>
                  <a:cubicBezTo>
                    <a:pt x="39065" y="82120"/>
                    <a:pt x="44219" y="69111"/>
                    <a:pt x="58164" y="46119"/>
                  </a:cubicBezTo>
                  <a:cubicBezTo>
                    <a:pt x="68167" y="29178"/>
                    <a:pt x="76656" y="19799"/>
                    <a:pt x="81809" y="19799"/>
                  </a:cubicBezTo>
                  <a:cubicBezTo>
                    <a:pt x="83628" y="19799"/>
                    <a:pt x="85144" y="21010"/>
                    <a:pt x="86659" y="24035"/>
                  </a:cubicBezTo>
                  <a:cubicBezTo>
                    <a:pt x="89085" y="29178"/>
                    <a:pt x="91510" y="30690"/>
                    <a:pt x="97573" y="30690"/>
                  </a:cubicBezTo>
                  <a:cubicBezTo>
                    <a:pt x="106364" y="30690"/>
                    <a:pt x="111517" y="25245"/>
                    <a:pt x="111517" y="15867"/>
                  </a:cubicBezTo>
                  <a:cubicBezTo>
                    <a:pt x="111517" y="6488"/>
                    <a:pt x="105758" y="135"/>
                    <a:pt x="97270" y="135"/>
                  </a:cubicBezTo>
                  <a:cubicBezTo>
                    <a:pt x="90297" y="135"/>
                    <a:pt x="82112" y="4673"/>
                    <a:pt x="74230" y="12841"/>
                  </a:cubicBezTo>
                  <a:cubicBezTo>
                    <a:pt x="61801" y="25547"/>
                    <a:pt x="49676" y="43396"/>
                    <a:pt x="44825" y="55498"/>
                  </a:cubicBezTo>
                  <a:lnTo>
                    <a:pt x="40581" y="66389"/>
                  </a:lnTo>
                  <a:lnTo>
                    <a:pt x="56648" y="740"/>
                  </a:lnTo>
                  <a:lnTo>
                    <a:pt x="55738" y="135"/>
                  </a:lnTo>
                  <a:cubicBezTo>
                    <a:pt x="33609" y="4068"/>
                    <a:pt x="30880" y="4673"/>
                    <a:pt x="8751" y="8303"/>
                  </a:cubicBezTo>
                  <a:lnTo>
                    <a:pt x="8751" y="13446"/>
                  </a:lnTo>
                  <a:cubicBezTo>
                    <a:pt x="16026" y="11934"/>
                    <a:pt x="16936" y="11934"/>
                    <a:pt x="19058" y="11934"/>
                  </a:cubicBezTo>
                  <a:cubicBezTo>
                    <a:pt x="25727" y="11934"/>
                    <a:pt x="29668" y="14959"/>
                    <a:pt x="29668" y="20404"/>
                  </a:cubicBezTo>
                  <a:cubicBezTo>
                    <a:pt x="29668" y="24640"/>
                    <a:pt x="29668" y="24640"/>
                    <a:pt x="24817" y="45212"/>
                  </a:cubicBezTo>
                  <a:lnTo>
                    <a:pt x="263" y="133549"/>
                  </a:lnTo>
                  <a:lnTo>
                    <a:pt x="23302" y="13354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3A14D836-EA9E-322A-B19F-622546953C6B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673459" y="6526078"/>
              <a:ext cx="133687" cy="136742"/>
            </a:xfrm>
            <a:custGeom>
              <a:avLst/>
              <a:gdLst>
                <a:gd name="connsiteX0" fmla="*/ 90604 w 133687"/>
                <a:gd name="connsiteY0" fmla="*/ 135 h 136742"/>
                <a:gd name="connsiteX1" fmla="*/ 266 w 133687"/>
                <a:gd name="connsiteY1" fmla="*/ 94524 h 136742"/>
                <a:gd name="connsiteX2" fmla="*/ 44829 w 133687"/>
                <a:gd name="connsiteY2" fmla="*/ 136877 h 136742"/>
                <a:gd name="connsiteX3" fmla="*/ 101820 w 133687"/>
                <a:gd name="connsiteY3" fmla="*/ 110557 h 136742"/>
                <a:gd name="connsiteX4" fmla="*/ 133954 w 133687"/>
                <a:gd name="connsiteY4" fmla="*/ 42489 h 136742"/>
                <a:gd name="connsiteX5" fmla="*/ 90604 w 133687"/>
                <a:gd name="connsiteY5" fmla="*/ 135 h 136742"/>
                <a:gd name="connsiteX6" fmla="*/ 86966 w 133687"/>
                <a:gd name="connsiteY6" fmla="*/ 6488 h 136742"/>
                <a:gd name="connsiteX7" fmla="*/ 108489 w 133687"/>
                <a:gd name="connsiteY7" fmla="*/ 34926 h 136742"/>
                <a:gd name="connsiteX8" fmla="*/ 85147 w 133687"/>
                <a:gd name="connsiteY8" fmla="*/ 106927 h 136742"/>
                <a:gd name="connsiteX9" fmla="*/ 49376 w 133687"/>
                <a:gd name="connsiteY9" fmla="*/ 130524 h 136742"/>
                <a:gd name="connsiteX10" fmla="*/ 25730 w 133687"/>
                <a:gd name="connsiteY10" fmla="*/ 102994 h 136742"/>
                <a:gd name="connsiteX11" fmla="*/ 49376 w 133687"/>
                <a:gd name="connsiteY11" fmla="*/ 32506 h 136742"/>
                <a:gd name="connsiteX12" fmla="*/ 86966 w 133687"/>
                <a:gd name="connsiteY12" fmla="*/ 6488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687" h="136742">
                  <a:moveTo>
                    <a:pt x="90604" y="135"/>
                  </a:moveTo>
                  <a:cubicBezTo>
                    <a:pt x="45132" y="135"/>
                    <a:pt x="266" y="47027"/>
                    <a:pt x="266" y="94524"/>
                  </a:cubicBezTo>
                  <a:cubicBezTo>
                    <a:pt x="266" y="120541"/>
                    <a:pt x="17242" y="136877"/>
                    <a:pt x="44829" y="136877"/>
                  </a:cubicBezTo>
                  <a:cubicBezTo>
                    <a:pt x="64836" y="136877"/>
                    <a:pt x="84238" y="127801"/>
                    <a:pt x="101820" y="110557"/>
                  </a:cubicBezTo>
                  <a:cubicBezTo>
                    <a:pt x="121828" y="90893"/>
                    <a:pt x="133954" y="65178"/>
                    <a:pt x="133954" y="42489"/>
                  </a:cubicBezTo>
                  <a:cubicBezTo>
                    <a:pt x="133954" y="17379"/>
                    <a:pt x="116371" y="135"/>
                    <a:pt x="90604" y="135"/>
                  </a:cubicBezTo>
                  <a:close/>
                  <a:moveTo>
                    <a:pt x="86966" y="6488"/>
                  </a:moveTo>
                  <a:cubicBezTo>
                    <a:pt x="100001" y="6488"/>
                    <a:pt x="108489" y="17682"/>
                    <a:pt x="108489" y="34926"/>
                  </a:cubicBezTo>
                  <a:cubicBezTo>
                    <a:pt x="108489" y="57010"/>
                    <a:pt x="98486" y="87263"/>
                    <a:pt x="85147" y="106927"/>
                  </a:cubicBezTo>
                  <a:cubicBezTo>
                    <a:pt x="73931" y="122961"/>
                    <a:pt x="62411" y="130524"/>
                    <a:pt x="49376" y="130524"/>
                  </a:cubicBezTo>
                  <a:cubicBezTo>
                    <a:pt x="35128" y="130524"/>
                    <a:pt x="25730" y="119633"/>
                    <a:pt x="25730" y="102994"/>
                  </a:cubicBezTo>
                  <a:cubicBezTo>
                    <a:pt x="25730" y="80607"/>
                    <a:pt x="34522" y="53985"/>
                    <a:pt x="49376" y="32506"/>
                  </a:cubicBezTo>
                  <a:cubicBezTo>
                    <a:pt x="61199" y="15564"/>
                    <a:pt x="73931" y="6488"/>
                    <a:pt x="86966" y="6488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D5207597-E840-1F21-A3BC-90EB7F4F86F6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831057" y="6526078"/>
              <a:ext cx="111254" cy="133414"/>
            </a:xfrm>
            <a:custGeom>
              <a:avLst/>
              <a:gdLst>
                <a:gd name="connsiteX0" fmla="*/ 23310 w 111254"/>
                <a:gd name="connsiteY0" fmla="*/ 133549 h 133414"/>
                <a:gd name="connsiteX1" fmla="*/ 58172 w 111254"/>
                <a:gd name="connsiteY1" fmla="*/ 46119 h 133414"/>
                <a:gd name="connsiteX2" fmla="*/ 81817 w 111254"/>
                <a:gd name="connsiteY2" fmla="*/ 19799 h 133414"/>
                <a:gd name="connsiteX3" fmla="*/ 86668 w 111254"/>
                <a:gd name="connsiteY3" fmla="*/ 24035 h 133414"/>
                <a:gd name="connsiteX4" fmla="*/ 97581 w 111254"/>
                <a:gd name="connsiteY4" fmla="*/ 30690 h 133414"/>
                <a:gd name="connsiteX5" fmla="*/ 111526 w 111254"/>
                <a:gd name="connsiteY5" fmla="*/ 15867 h 133414"/>
                <a:gd name="connsiteX6" fmla="*/ 97278 w 111254"/>
                <a:gd name="connsiteY6" fmla="*/ 135 h 133414"/>
                <a:gd name="connsiteX7" fmla="*/ 74239 w 111254"/>
                <a:gd name="connsiteY7" fmla="*/ 12841 h 133414"/>
                <a:gd name="connsiteX8" fmla="*/ 44834 w 111254"/>
                <a:gd name="connsiteY8" fmla="*/ 55498 h 133414"/>
                <a:gd name="connsiteX9" fmla="*/ 40590 w 111254"/>
                <a:gd name="connsiteY9" fmla="*/ 66389 h 133414"/>
                <a:gd name="connsiteX10" fmla="*/ 56656 w 111254"/>
                <a:gd name="connsiteY10" fmla="*/ 740 h 133414"/>
                <a:gd name="connsiteX11" fmla="*/ 55747 w 111254"/>
                <a:gd name="connsiteY11" fmla="*/ 135 h 133414"/>
                <a:gd name="connsiteX12" fmla="*/ 8759 w 111254"/>
                <a:gd name="connsiteY12" fmla="*/ 8303 h 133414"/>
                <a:gd name="connsiteX13" fmla="*/ 8759 w 111254"/>
                <a:gd name="connsiteY13" fmla="*/ 13446 h 133414"/>
                <a:gd name="connsiteX14" fmla="*/ 19066 w 111254"/>
                <a:gd name="connsiteY14" fmla="*/ 11934 h 133414"/>
                <a:gd name="connsiteX15" fmla="*/ 29676 w 111254"/>
                <a:gd name="connsiteY15" fmla="*/ 20404 h 133414"/>
                <a:gd name="connsiteX16" fmla="*/ 24826 w 111254"/>
                <a:gd name="connsiteY16" fmla="*/ 45212 h 133414"/>
                <a:gd name="connsiteX17" fmla="*/ 271 w 111254"/>
                <a:gd name="connsiteY17" fmla="*/ 133549 h 133414"/>
                <a:gd name="connsiteX18" fmla="*/ 23310 w 111254"/>
                <a:gd name="connsiteY18" fmla="*/ 133549 h 13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1254" h="133414">
                  <a:moveTo>
                    <a:pt x="23310" y="133549"/>
                  </a:moveTo>
                  <a:cubicBezTo>
                    <a:pt x="39074" y="82120"/>
                    <a:pt x="44227" y="69111"/>
                    <a:pt x="58172" y="46119"/>
                  </a:cubicBezTo>
                  <a:cubicBezTo>
                    <a:pt x="68176" y="29178"/>
                    <a:pt x="76664" y="19799"/>
                    <a:pt x="81817" y="19799"/>
                  </a:cubicBezTo>
                  <a:cubicBezTo>
                    <a:pt x="83636" y="19799"/>
                    <a:pt x="85152" y="21010"/>
                    <a:pt x="86668" y="24035"/>
                  </a:cubicBezTo>
                  <a:cubicBezTo>
                    <a:pt x="89093" y="29178"/>
                    <a:pt x="91518" y="30690"/>
                    <a:pt x="97581" y="30690"/>
                  </a:cubicBezTo>
                  <a:cubicBezTo>
                    <a:pt x="106372" y="30690"/>
                    <a:pt x="111526" y="25245"/>
                    <a:pt x="111526" y="15867"/>
                  </a:cubicBezTo>
                  <a:cubicBezTo>
                    <a:pt x="111526" y="6488"/>
                    <a:pt x="105766" y="135"/>
                    <a:pt x="97278" y="135"/>
                  </a:cubicBezTo>
                  <a:cubicBezTo>
                    <a:pt x="90306" y="135"/>
                    <a:pt x="82121" y="4673"/>
                    <a:pt x="74239" y="12841"/>
                  </a:cubicBezTo>
                  <a:cubicBezTo>
                    <a:pt x="61810" y="25547"/>
                    <a:pt x="49684" y="43396"/>
                    <a:pt x="44834" y="55498"/>
                  </a:cubicBezTo>
                  <a:lnTo>
                    <a:pt x="40590" y="66389"/>
                  </a:lnTo>
                  <a:lnTo>
                    <a:pt x="56656" y="740"/>
                  </a:lnTo>
                  <a:lnTo>
                    <a:pt x="55747" y="135"/>
                  </a:lnTo>
                  <a:cubicBezTo>
                    <a:pt x="33617" y="4068"/>
                    <a:pt x="30889" y="4673"/>
                    <a:pt x="8759" y="8303"/>
                  </a:cubicBezTo>
                  <a:lnTo>
                    <a:pt x="8759" y="13446"/>
                  </a:lnTo>
                  <a:cubicBezTo>
                    <a:pt x="16035" y="11934"/>
                    <a:pt x="16944" y="11934"/>
                    <a:pt x="19066" y="11934"/>
                  </a:cubicBezTo>
                  <a:cubicBezTo>
                    <a:pt x="25735" y="11934"/>
                    <a:pt x="29676" y="14959"/>
                    <a:pt x="29676" y="20404"/>
                  </a:cubicBezTo>
                  <a:cubicBezTo>
                    <a:pt x="29676" y="24640"/>
                    <a:pt x="29676" y="24640"/>
                    <a:pt x="24826" y="45212"/>
                  </a:cubicBezTo>
                  <a:lnTo>
                    <a:pt x="271" y="133549"/>
                  </a:lnTo>
                  <a:lnTo>
                    <a:pt x="23310" y="133549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1DAE01B3-8765-7D65-F7F2-F98024D58986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950936" y="6526078"/>
              <a:ext cx="63963" cy="136742"/>
            </a:xfrm>
            <a:custGeom>
              <a:avLst/>
              <a:gdLst>
                <a:gd name="connsiteX0" fmla="*/ 17251 w 63963"/>
                <a:gd name="connsiteY0" fmla="*/ 103297 h 136742"/>
                <a:gd name="connsiteX1" fmla="*/ 275 w 63963"/>
                <a:gd name="connsiteY1" fmla="*/ 120541 h 136742"/>
                <a:gd name="connsiteX2" fmla="*/ 16645 w 63963"/>
                <a:gd name="connsiteY2" fmla="*/ 136877 h 136742"/>
                <a:gd name="connsiteX3" fmla="*/ 33924 w 63963"/>
                <a:gd name="connsiteY3" fmla="*/ 120541 h 136742"/>
                <a:gd name="connsiteX4" fmla="*/ 17251 w 63963"/>
                <a:gd name="connsiteY4" fmla="*/ 103297 h 136742"/>
                <a:gd name="connsiteX5" fmla="*/ 47263 w 63963"/>
                <a:gd name="connsiteY5" fmla="*/ 135 h 136742"/>
                <a:gd name="connsiteX6" fmla="*/ 30590 w 63963"/>
                <a:gd name="connsiteY6" fmla="*/ 17379 h 136742"/>
                <a:gd name="connsiteX7" fmla="*/ 46959 w 63963"/>
                <a:gd name="connsiteY7" fmla="*/ 33716 h 136742"/>
                <a:gd name="connsiteX8" fmla="*/ 64239 w 63963"/>
                <a:gd name="connsiteY8" fmla="*/ 17379 h 136742"/>
                <a:gd name="connsiteX9" fmla="*/ 47263 w 63963"/>
                <a:gd name="connsiteY9" fmla="*/ 135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963" h="136742">
                  <a:moveTo>
                    <a:pt x="17251" y="103297"/>
                  </a:moveTo>
                  <a:cubicBezTo>
                    <a:pt x="7854" y="103297"/>
                    <a:pt x="275" y="111162"/>
                    <a:pt x="275" y="120541"/>
                  </a:cubicBezTo>
                  <a:cubicBezTo>
                    <a:pt x="275" y="129314"/>
                    <a:pt x="7854" y="136877"/>
                    <a:pt x="16645" y="136877"/>
                  </a:cubicBezTo>
                  <a:cubicBezTo>
                    <a:pt x="26346" y="136877"/>
                    <a:pt x="33924" y="129617"/>
                    <a:pt x="33924" y="120541"/>
                  </a:cubicBezTo>
                  <a:cubicBezTo>
                    <a:pt x="33924" y="111162"/>
                    <a:pt x="26346" y="103297"/>
                    <a:pt x="17251" y="103297"/>
                  </a:cubicBezTo>
                  <a:close/>
                  <a:moveTo>
                    <a:pt x="47263" y="135"/>
                  </a:moveTo>
                  <a:cubicBezTo>
                    <a:pt x="37865" y="135"/>
                    <a:pt x="30590" y="7698"/>
                    <a:pt x="30590" y="17379"/>
                  </a:cubicBezTo>
                  <a:cubicBezTo>
                    <a:pt x="30590" y="26455"/>
                    <a:pt x="37865" y="33716"/>
                    <a:pt x="46959" y="33716"/>
                  </a:cubicBezTo>
                  <a:cubicBezTo>
                    <a:pt x="56660" y="33716"/>
                    <a:pt x="64239" y="26455"/>
                    <a:pt x="64239" y="17379"/>
                  </a:cubicBezTo>
                  <a:cubicBezTo>
                    <a:pt x="64239" y="7698"/>
                    <a:pt x="56660" y="135"/>
                    <a:pt x="47263" y="135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CAE4F282-497D-5643-77F8-41D46FD46F1E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1055292" y="6458010"/>
              <a:ext cx="193817" cy="206928"/>
            </a:xfrm>
            <a:custGeom>
              <a:avLst/>
              <a:gdLst>
                <a:gd name="connsiteX0" fmla="*/ 125781 w 193817"/>
                <a:gd name="connsiteY0" fmla="*/ 135 h 206928"/>
                <a:gd name="connsiteX1" fmla="*/ 48782 w 193817"/>
                <a:gd name="connsiteY1" fmla="*/ 34321 h 206928"/>
                <a:gd name="connsiteX2" fmla="*/ 278 w 193817"/>
                <a:gd name="connsiteY2" fmla="*/ 134760 h 206928"/>
                <a:gd name="connsiteX3" fmla="*/ 66364 w 193817"/>
                <a:gd name="connsiteY3" fmla="*/ 207064 h 206928"/>
                <a:gd name="connsiteX4" fmla="*/ 193989 w 193817"/>
                <a:gd name="connsiteY4" fmla="*/ 75162 h 206928"/>
                <a:gd name="connsiteX5" fmla="*/ 125781 w 193817"/>
                <a:gd name="connsiteY5" fmla="*/ 135 h 206928"/>
                <a:gd name="connsiteX6" fmla="*/ 123053 w 193817"/>
                <a:gd name="connsiteY6" fmla="*/ 10119 h 206928"/>
                <a:gd name="connsiteX7" fmla="*/ 162159 w 193817"/>
                <a:gd name="connsiteY7" fmla="*/ 56103 h 206928"/>
                <a:gd name="connsiteX8" fmla="*/ 128206 w 193817"/>
                <a:gd name="connsiteY8" fmla="*/ 161382 h 206928"/>
                <a:gd name="connsiteX9" fmla="*/ 71518 w 193817"/>
                <a:gd name="connsiteY9" fmla="*/ 197080 h 206928"/>
                <a:gd name="connsiteX10" fmla="*/ 32109 w 193817"/>
                <a:gd name="connsiteY10" fmla="*/ 145953 h 206928"/>
                <a:gd name="connsiteX11" fmla="*/ 65455 w 193817"/>
                <a:gd name="connsiteY11" fmla="*/ 46119 h 206928"/>
                <a:gd name="connsiteX12" fmla="*/ 123053 w 193817"/>
                <a:gd name="connsiteY12" fmla="*/ 10119 h 20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817" h="206928">
                  <a:moveTo>
                    <a:pt x="125781" y="135"/>
                  </a:moveTo>
                  <a:cubicBezTo>
                    <a:pt x="100317" y="135"/>
                    <a:pt x="73033" y="12236"/>
                    <a:pt x="48782" y="34321"/>
                  </a:cubicBezTo>
                  <a:cubicBezTo>
                    <a:pt x="18164" y="62456"/>
                    <a:pt x="278" y="99364"/>
                    <a:pt x="278" y="134760"/>
                  </a:cubicBezTo>
                  <a:cubicBezTo>
                    <a:pt x="278" y="177113"/>
                    <a:pt x="27865" y="207064"/>
                    <a:pt x="66364" y="207064"/>
                  </a:cubicBezTo>
                  <a:cubicBezTo>
                    <a:pt x="129419" y="207064"/>
                    <a:pt x="190654" y="143533"/>
                    <a:pt x="193989" y="75162"/>
                  </a:cubicBezTo>
                  <a:cubicBezTo>
                    <a:pt x="196111" y="32506"/>
                    <a:pt x="166403" y="135"/>
                    <a:pt x="125781" y="135"/>
                  </a:cubicBezTo>
                  <a:close/>
                  <a:moveTo>
                    <a:pt x="123053" y="10119"/>
                  </a:moveTo>
                  <a:cubicBezTo>
                    <a:pt x="147001" y="10119"/>
                    <a:pt x="162159" y="27665"/>
                    <a:pt x="162159" y="56103"/>
                  </a:cubicBezTo>
                  <a:cubicBezTo>
                    <a:pt x="162159" y="88776"/>
                    <a:pt x="147911" y="132944"/>
                    <a:pt x="128206" y="161382"/>
                  </a:cubicBezTo>
                  <a:cubicBezTo>
                    <a:pt x="111533" y="185282"/>
                    <a:pt x="92738" y="197080"/>
                    <a:pt x="71518" y="197080"/>
                  </a:cubicBezTo>
                  <a:cubicBezTo>
                    <a:pt x="46053" y="197080"/>
                    <a:pt x="32109" y="178626"/>
                    <a:pt x="32109" y="145953"/>
                  </a:cubicBezTo>
                  <a:cubicBezTo>
                    <a:pt x="32109" y="117516"/>
                    <a:pt x="47266" y="72439"/>
                    <a:pt x="65455" y="46119"/>
                  </a:cubicBezTo>
                  <a:cubicBezTo>
                    <a:pt x="82431" y="21615"/>
                    <a:pt x="100923" y="10119"/>
                    <a:pt x="123053" y="10119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04B51F4C-7F34-D525-2480-E737607D2BC8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1286806" y="6432598"/>
              <a:ext cx="70329" cy="302526"/>
            </a:xfrm>
            <a:custGeom>
              <a:avLst/>
              <a:gdLst>
                <a:gd name="connsiteX0" fmla="*/ 70616 w 70329"/>
                <a:gd name="connsiteY0" fmla="*/ 299636 h 302526"/>
                <a:gd name="connsiteX1" fmla="*/ 65462 w 70329"/>
                <a:gd name="connsiteY1" fmla="*/ 292980 h 302526"/>
                <a:gd name="connsiteX2" fmla="*/ 17868 w 70329"/>
                <a:gd name="connsiteY2" fmla="*/ 151398 h 302526"/>
                <a:gd name="connsiteX3" fmla="*/ 66675 w 70329"/>
                <a:gd name="connsiteY3" fmla="*/ 8303 h 302526"/>
                <a:gd name="connsiteX4" fmla="*/ 70616 w 70329"/>
                <a:gd name="connsiteY4" fmla="*/ 3160 h 302526"/>
                <a:gd name="connsiteX5" fmla="*/ 67584 w 70329"/>
                <a:gd name="connsiteY5" fmla="*/ 135 h 302526"/>
                <a:gd name="connsiteX6" fmla="*/ 19384 w 70329"/>
                <a:gd name="connsiteY6" fmla="*/ 59127 h 302526"/>
                <a:gd name="connsiteX7" fmla="*/ 286 w 70329"/>
                <a:gd name="connsiteY7" fmla="*/ 151398 h 302526"/>
                <a:gd name="connsiteX8" fmla="*/ 20294 w 70329"/>
                <a:gd name="connsiteY8" fmla="*/ 245786 h 302526"/>
                <a:gd name="connsiteX9" fmla="*/ 67584 w 70329"/>
                <a:gd name="connsiteY9" fmla="*/ 302661 h 302526"/>
                <a:gd name="connsiteX10" fmla="*/ 70616 w 70329"/>
                <a:gd name="connsiteY10" fmla="*/ 299636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616" y="299636"/>
                  </a:moveTo>
                  <a:cubicBezTo>
                    <a:pt x="70616" y="298728"/>
                    <a:pt x="70616" y="298123"/>
                    <a:pt x="65462" y="292980"/>
                  </a:cubicBezTo>
                  <a:cubicBezTo>
                    <a:pt x="27569" y="254862"/>
                    <a:pt x="17868" y="197684"/>
                    <a:pt x="17868" y="151398"/>
                  </a:cubicBezTo>
                  <a:cubicBezTo>
                    <a:pt x="17868" y="98758"/>
                    <a:pt x="29388" y="46119"/>
                    <a:pt x="66675" y="8303"/>
                  </a:cubicBezTo>
                  <a:cubicBezTo>
                    <a:pt x="70616" y="4672"/>
                    <a:pt x="70616" y="4067"/>
                    <a:pt x="70616" y="3160"/>
                  </a:cubicBezTo>
                  <a:cubicBezTo>
                    <a:pt x="70616" y="1042"/>
                    <a:pt x="69403" y="135"/>
                    <a:pt x="67584" y="135"/>
                  </a:cubicBezTo>
                  <a:cubicBezTo>
                    <a:pt x="64553" y="135"/>
                    <a:pt x="37270" y="20706"/>
                    <a:pt x="19384" y="59127"/>
                  </a:cubicBezTo>
                  <a:cubicBezTo>
                    <a:pt x="3924" y="92405"/>
                    <a:pt x="286" y="125986"/>
                    <a:pt x="286" y="151398"/>
                  </a:cubicBezTo>
                  <a:cubicBezTo>
                    <a:pt x="286" y="174995"/>
                    <a:pt x="3621" y="211601"/>
                    <a:pt x="20294" y="245786"/>
                  </a:cubicBezTo>
                  <a:cubicBezTo>
                    <a:pt x="38482" y="282997"/>
                    <a:pt x="64553" y="302661"/>
                    <a:pt x="67584" y="302661"/>
                  </a:cubicBezTo>
                  <a:cubicBezTo>
                    <a:pt x="69403" y="302661"/>
                    <a:pt x="70616" y="301754"/>
                    <a:pt x="70616" y="299636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A67B719A-5E0B-0940-FF38-31CD0E2F95B3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380613" y="6452867"/>
              <a:ext cx="139144" cy="209348"/>
            </a:xfrm>
            <a:custGeom>
              <a:avLst/>
              <a:gdLst>
                <a:gd name="connsiteX0" fmla="*/ 135493 w 139144"/>
                <a:gd name="connsiteY0" fmla="*/ 171365 h 209348"/>
                <a:gd name="connsiteX1" fmla="*/ 110635 w 139144"/>
                <a:gd name="connsiteY1" fmla="*/ 195265 h 209348"/>
                <a:gd name="connsiteX2" fmla="*/ 105784 w 139144"/>
                <a:gd name="connsiteY2" fmla="*/ 189819 h 209348"/>
                <a:gd name="connsiteX3" fmla="*/ 115788 w 139144"/>
                <a:gd name="connsiteY3" fmla="*/ 152004 h 209348"/>
                <a:gd name="connsiteX4" fmla="*/ 130339 w 139144"/>
                <a:gd name="connsiteY4" fmla="*/ 93616 h 209348"/>
                <a:gd name="connsiteX5" fmla="*/ 110332 w 139144"/>
                <a:gd name="connsiteY5" fmla="*/ 73347 h 209348"/>
                <a:gd name="connsiteX6" fmla="*/ 40911 w 139144"/>
                <a:gd name="connsiteY6" fmla="*/ 137180 h 209348"/>
                <a:gd name="connsiteX7" fmla="*/ 77289 w 139144"/>
                <a:gd name="connsiteY7" fmla="*/ 1648 h 209348"/>
                <a:gd name="connsiteX8" fmla="*/ 75773 w 139144"/>
                <a:gd name="connsiteY8" fmla="*/ 135 h 209348"/>
                <a:gd name="connsiteX9" fmla="*/ 28179 w 139144"/>
                <a:gd name="connsiteY9" fmla="*/ 8303 h 209348"/>
                <a:gd name="connsiteX10" fmla="*/ 28179 w 139144"/>
                <a:gd name="connsiteY10" fmla="*/ 12841 h 209348"/>
                <a:gd name="connsiteX11" fmla="*/ 36061 w 139144"/>
                <a:gd name="connsiteY11" fmla="*/ 12841 h 209348"/>
                <a:gd name="connsiteX12" fmla="*/ 36970 w 139144"/>
                <a:gd name="connsiteY12" fmla="*/ 12539 h 209348"/>
                <a:gd name="connsiteX13" fmla="*/ 48490 w 139144"/>
                <a:gd name="connsiteY13" fmla="*/ 20102 h 209348"/>
                <a:gd name="connsiteX14" fmla="*/ 44246 w 139144"/>
                <a:gd name="connsiteY14" fmla="*/ 40674 h 209348"/>
                <a:gd name="connsiteX15" fmla="*/ 41214 w 139144"/>
                <a:gd name="connsiteY15" fmla="*/ 51867 h 209348"/>
                <a:gd name="connsiteX16" fmla="*/ 289 w 139144"/>
                <a:gd name="connsiteY16" fmla="*/ 206761 h 209348"/>
                <a:gd name="connsiteX17" fmla="*/ 23025 w 139144"/>
                <a:gd name="connsiteY17" fmla="*/ 206761 h 209348"/>
                <a:gd name="connsiteX18" fmla="*/ 51218 w 139144"/>
                <a:gd name="connsiteY18" fmla="*/ 131432 h 209348"/>
                <a:gd name="connsiteX19" fmla="*/ 98206 w 139144"/>
                <a:gd name="connsiteY19" fmla="*/ 88776 h 209348"/>
                <a:gd name="connsiteX20" fmla="*/ 106694 w 139144"/>
                <a:gd name="connsiteY20" fmla="*/ 96339 h 209348"/>
                <a:gd name="connsiteX21" fmla="*/ 104572 w 139144"/>
                <a:gd name="connsiteY21" fmla="*/ 106322 h 209348"/>
                <a:gd name="connsiteX22" fmla="*/ 87899 w 139144"/>
                <a:gd name="connsiteY22" fmla="*/ 168945 h 209348"/>
                <a:gd name="connsiteX23" fmla="*/ 81836 w 139144"/>
                <a:gd name="connsiteY23" fmla="*/ 196778 h 209348"/>
                <a:gd name="connsiteX24" fmla="*/ 95174 w 139144"/>
                <a:gd name="connsiteY24" fmla="*/ 209484 h 209348"/>
                <a:gd name="connsiteX25" fmla="*/ 139434 w 139144"/>
                <a:gd name="connsiteY25" fmla="*/ 174996 h 209348"/>
                <a:gd name="connsiteX26" fmla="*/ 135493 w 139144"/>
                <a:gd name="connsiteY26" fmla="*/ 171365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44" h="209348">
                  <a:moveTo>
                    <a:pt x="135493" y="171365"/>
                  </a:moveTo>
                  <a:cubicBezTo>
                    <a:pt x="119123" y="191937"/>
                    <a:pt x="115485" y="195265"/>
                    <a:pt x="110635" y="195265"/>
                  </a:cubicBezTo>
                  <a:cubicBezTo>
                    <a:pt x="107906" y="195265"/>
                    <a:pt x="105784" y="192542"/>
                    <a:pt x="105784" y="189819"/>
                  </a:cubicBezTo>
                  <a:cubicBezTo>
                    <a:pt x="105784" y="186794"/>
                    <a:pt x="110635" y="167735"/>
                    <a:pt x="115788" y="152004"/>
                  </a:cubicBezTo>
                  <a:cubicBezTo>
                    <a:pt x="124579" y="123264"/>
                    <a:pt x="130339" y="100877"/>
                    <a:pt x="130339" y="93616"/>
                  </a:cubicBezTo>
                  <a:cubicBezTo>
                    <a:pt x="130339" y="81515"/>
                    <a:pt x="122154" y="73347"/>
                    <a:pt x="110332" y="73347"/>
                  </a:cubicBezTo>
                  <a:cubicBezTo>
                    <a:pt x="90627" y="73347"/>
                    <a:pt x="69104" y="93313"/>
                    <a:pt x="40911" y="137180"/>
                  </a:cubicBezTo>
                  <a:lnTo>
                    <a:pt x="77289" y="1648"/>
                  </a:lnTo>
                  <a:lnTo>
                    <a:pt x="75773" y="135"/>
                  </a:lnTo>
                  <a:cubicBezTo>
                    <a:pt x="58190" y="4068"/>
                    <a:pt x="46368" y="6186"/>
                    <a:pt x="28179" y="8303"/>
                  </a:cubicBezTo>
                  <a:lnTo>
                    <a:pt x="28179" y="12841"/>
                  </a:lnTo>
                  <a:lnTo>
                    <a:pt x="36061" y="12841"/>
                  </a:lnTo>
                  <a:cubicBezTo>
                    <a:pt x="36364" y="12841"/>
                    <a:pt x="36667" y="12841"/>
                    <a:pt x="36970" y="12539"/>
                  </a:cubicBezTo>
                  <a:cubicBezTo>
                    <a:pt x="41214" y="10724"/>
                    <a:pt x="48490" y="15867"/>
                    <a:pt x="48490" y="20102"/>
                  </a:cubicBezTo>
                  <a:cubicBezTo>
                    <a:pt x="48490" y="24337"/>
                    <a:pt x="46974" y="31900"/>
                    <a:pt x="44246" y="40674"/>
                  </a:cubicBezTo>
                  <a:cubicBezTo>
                    <a:pt x="43942" y="40976"/>
                    <a:pt x="43033" y="45212"/>
                    <a:pt x="41214" y="51867"/>
                  </a:cubicBezTo>
                  <a:lnTo>
                    <a:pt x="289" y="206761"/>
                  </a:lnTo>
                  <a:lnTo>
                    <a:pt x="23025" y="206761"/>
                  </a:lnTo>
                  <a:cubicBezTo>
                    <a:pt x="35151" y="160172"/>
                    <a:pt x="39092" y="149886"/>
                    <a:pt x="51218" y="131432"/>
                  </a:cubicBezTo>
                  <a:cubicBezTo>
                    <a:pt x="66982" y="107532"/>
                    <a:pt x="87596" y="88776"/>
                    <a:pt x="98206" y="88776"/>
                  </a:cubicBezTo>
                  <a:cubicBezTo>
                    <a:pt x="102753" y="88776"/>
                    <a:pt x="106694" y="92406"/>
                    <a:pt x="106694" y="96339"/>
                  </a:cubicBezTo>
                  <a:cubicBezTo>
                    <a:pt x="106694" y="97549"/>
                    <a:pt x="105784" y="101482"/>
                    <a:pt x="104572" y="106322"/>
                  </a:cubicBezTo>
                  <a:lnTo>
                    <a:pt x="87899" y="168945"/>
                  </a:lnTo>
                  <a:cubicBezTo>
                    <a:pt x="83958" y="183769"/>
                    <a:pt x="81836" y="193147"/>
                    <a:pt x="81836" y="196778"/>
                  </a:cubicBezTo>
                  <a:cubicBezTo>
                    <a:pt x="81836" y="204643"/>
                    <a:pt x="86989" y="209484"/>
                    <a:pt x="95174" y="209484"/>
                  </a:cubicBezTo>
                  <a:cubicBezTo>
                    <a:pt x="110635" y="209484"/>
                    <a:pt x="121245" y="201315"/>
                    <a:pt x="139434" y="174996"/>
                  </a:cubicBezTo>
                  <a:lnTo>
                    <a:pt x="135493" y="17136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4AE3134-9F9C-0F5B-316E-A7171487A8EE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1533725" y="6397931"/>
              <a:ext cx="99826" cy="151335"/>
            </a:xfrm>
            <a:custGeom>
              <a:avLst/>
              <a:gdLst>
                <a:gd name="connsiteX0" fmla="*/ 100120 w 99826"/>
                <a:gd name="connsiteY0" fmla="*/ 120797 h 151335"/>
                <a:gd name="connsiteX1" fmla="*/ 97204 w 99826"/>
                <a:gd name="connsiteY1" fmla="*/ 119678 h 151335"/>
                <a:gd name="connsiteX2" fmla="*/ 75893 w 99826"/>
                <a:gd name="connsiteY2" fmla="*/ 134453 h 151335"/>
                <a:gd name="connsiteX3" fmla="*/ 22278 w 99826"/>
                <a:gd name="connsiteY3" fmla="*/ 134453 h 151335"/>
                <a:gd name="connsiteX4" fmla="*/ 59966 w 99826"/>
                <a:gd name="connsiteY4" fmla="*/ 95052 h 151335"/>
                <a:gd name="connsiteX5" fmla="*/ 88680 w 99826"/>
                <a:gd name="connsiteY5" fmla="*/ 39756 h 151335"/>
                <a:gd name="connsiteX6" fmla="*/ 47179 w 99826"/>
                <a:gd name="connsiteY6" fmla="*/ 132 h 151335"/>
                <a:gd name="connsiteX7" fmla="*/ 14876 w 99826"/>
                <a:gd name="connsiteY7" fmla="*/ 14011 h 151335"/>
                <a:gd name="connsiteX8" fmla="*/ 519 w 99826"/>
                <a:gd name="connsiteY8" fmla="*/ 44682 h 151335"/>
                <a:gd name="connsiteX9" fmla="*/ 5229 w 99826"/>
                <a:gd name="connsiteY9" fmla="*/ 45801 h 151335"/>
                <a:gd name="connsiteX10" fmla="*/ 37757 w 99826"/>
                <a:gd name="connsiteY10" fmla="*/ 16698 h 151335"/>
                <a:gd name="connsiteX11" fmla="*/ 69387 w 99826"/>
                <a:gd name="connsiteY11" fmla="*/ 48264 h 151335"/>
                <a:gd name="connsiteX12" fmla="*/ 40225 w 99826"/>
                <a:gd name="connsiteY12" fmla="*/ 106470 h 151335"/>
                <a:gd name="connsiteX13" fmla="*/ 294 w 99826"/>
                <a:gd name="connsiteY13" fmla="*/ 148781 h 151335"/>
                <a:gd name="connsiteX14" fmla="*/ 294 w 99826"/>
                <a:gd name="connsiteY14" fmla="*/ 151467 h 151335"/>
                <a:gd name="connsiteX15" fmla="*/ 87782 w 99826"/>
                <a:gd name="connsiteY15" fmla="*/ 151467 h 151335"/>
                <a:gd name="connsiteX16" fmla="*/ 100120 w 99826"/>
                <a:gd name="connsiteY16" fmla="*/ 12079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26" h="151335">
                  <a:moveTo>
                    <a:pt x="100120" y="120797"/>
                  </a:moveTo>
                  <a:lnTo>
                    <a:pt x="97204" y="119678"/>
                  </a:lnTo>
                  <a:cubicBezTo>
                    <a:pt x="88904" y="132439"/>
                    <a:pt x="85988" y="134453"/>
                    <a:pt x="75893" y="134453"/>
                  </a:cubicBezTo>
                  <a:lnTo>
                    <a:pt x="22278" y="134453"/>
                  </a:lnTo>
                  <a:lnTo>
                    <a:pt x="59966" y="95052"/>
                  </a:lnTo>
                  <a:cubicBezTo>
                    <a:pt x="79931" y="74232"/>
                    <a:pt x="88680" y="57218"/>
                    <a:pt x="88680" y="39756"/>
                  </a:cubicBezTo>
                  <a:cubicBezTo>
                    <a:pt x="88680" y="17369"/>
                    <a:pt x="70509" y="132"/>
                    <a:pt x="47179" y="132"/>
                  </a:cubicBezTo>
                  <a:cubicBezTo>
                    <a:pt x="34841" y="132"/>
                    <a:pt x="23176" y="5057"/>
                    <a:pt x="14876" y="14011"/>
                  </a:cubicBezTo>
                  <a:cubicBezTo>
                    <a:pt x="7697" y="21623"/>
                    <a:pt x="4332" y="28787"/>
                    <a:pt x="519" y="44682"/>
                  </a:cubicBezTo>
                  <a:lnTo>
                    <a:pt x="5229" y="45801"/>
                  </a:lnTo>
                  <a:cubicBezTo>
                    <a:pt x="14203" y="23862"/>
                    <a:pt x="22278" y="16698"/>
                    <a:pt x="37757" y="16698"/>
                  </a:cubicBezTo>
                  <a:cubicBezTo>
                    <a:pt x="56601" y="16698"/>
                    <a:pt x="69387" y="29458"/>
                    <a:pt x="69387" y="48264"/>
                  </a:cubicBezTo>
                  <a:cubicBezTo>
                    <a:pt x="69387" y="65725"/>
                    <a:pt x="59068" y="86545"/>
                    <a:pt x="40225" y="106470"/>
                  </a:cubicBezTo>
                  <a:lnTo>
                    <a:pt x="294" y="148781"/>
                  </a:lnTo>
                  <a:lnTo>
                    <a:pt x="294" y="151467"/>
                  </a:lnTo>
                  <a:lnTo>
                    <a:pt x="87782" y="151467"/>
                  </a:lnTo>
                  <a:lnTo>
                    <a:pt x="100120" y="12079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9FF74E8B-D7CE-056D-7629-81A475BF2A9C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1672073" y="6432598"/>
              <a:ext cx="70330" cy="302526"/>
            </a:xfrm>
            <a:custGeom>
              <a:avLst/>
              <a:gdLst>
                <a:gd name="connsiteX0" fmla="*/ 70629 w 70330"/>
                <a:gd name="connsiteY0" fmla="*/ 151398 h 302526"/>
                <a:gd name="connsiteX1" fmla="*/ 50621 w 70330"/>
                <a:gd name="connsiteY1" fmla="*/ 57010 h 302526"/>
                <a:gd name="connsiteX2" fmla="*/ 3330 w 70330"/>
                <a:gd name="connsiteY2" fmla="*/ 135 h 302526"/>
                <a:gd name="connsiteX3" fmla="*/ 299 w 70330"/>
                <a:gd name="connsiteY3" fmla="*/ 3160 h 302526"/>
                <a:gd name="connsiteX4" fmla="*/ 6059 w 70330"/>
                <a:gd name="connsiteY4" fmla="*/ 10118 h 302526"/>
                <a:gd name="connsiteX5" fmla="*/ 53046 w 70330"/>
                <a:gd name="connsiteY5" fmla="*/ 151398 h 302526"/>
                <a:gd name="connsiteX6" fmla="*/ 4240 w 70330"/>
                <a:gd name="connsiteY6" fmla="*/ 294493 h 302526"/>
                <a:gd name="connsiteX7" fmla="*/ 299 w 70330"/>
                <a:gd name="connsiteY7" fmla="*/ 299636 h 302526"/>
                <a:gd name="connsiteX8" fmla="*/ 3330 w 70330"/>
                <a:gd name="connsiteY8" fmla="*/ 302661 h 302526"/>
                <a:gd name="connsiteX9" fmla="*/ 51531 w 70330"/>
                <a:gd name="connsiteY9" fmla="*/ 243668 h 302526"/>
                <a:gd name="connsiteX10" fmla="*/ 70629 w 70330"/>
                <a:gd name="connsiteY10" fmla="*/ 15139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629" y="151398"/>
                  </a:moveTo>
                  <a:cubicBezTo>
                    <a:pt x="70629" y="127801"/>
                    <a:pt x="67294" y="91195"/>
                    <a:pt x="50621" y="57010"/>
                  </a:cubicBezTo>
                  <a:cubicBezTo>
                    <a:pt x="32432" y="19799"/>
                    <a:pt x="6362" y="135"/>
                    <a:pt x="3330" y="135"/>
                  </a:cubicBezTo>
                  <a:cubicBezTo>
                    <a:pt x="1511" y="135"/>
                    <a:pt x="299" y="1345"/>
                    <a:pt x="299" y="3160"/>
                  </a:cubicBezTo>
                  <a:cubicBezTo>
                    <a:pt x="299" y="4067"/>
                    <a:pt x="299" y="4672"/>
                    <a:pt x="6059" y="10118"/>
                  </a:cubicBezTo>
                  <a:cubicBezTo>
                    <a:pt x="35767" y="40068"/>
                    <a:pt x="53046" y="88170"/>
                    <a:pt x="53046" y="151398"/>
                  </a:cubicBezTo>
                  <a:cubicBezTo>
                    <a:pt x="53046" y="203130"/>
                    <a:pt x="41830" y="256375"/>
                    <a:pt x="4240" y="294493"/>
                  </a:cubicBezTo>
                  <a:cubicBezTo>
                    <a:pt x="299" y="298123"/>
                    <a:pt x="299" y="298728"/>
                    <a:pt x="299" y="299636"/>
                  </a:cubicBezTo>
                  <a:cubicBezTo>
                    <a:pt x="299" y="301451"/>
                    <a:pt x="1511" y="302661"/>
                    <a:pt x="3330" y="302661"/>
                  </a:cubicBezTo>
                  <a:cubicBezTo>
                    <a:pt x="6362" y="302661"/>
                    <a:pt x="33645" y="282089"/>
                    <a:pt x="51531" y="243668"/>
                  </a:cubicBezTo>
                  <a:cubicBezTo>
                    <a:pt x="66991" y="210391"/>
                    <a:pt x="70629" y="176810"/>
                    <a:pt x="70629" y="151398"/>
                  </a:cubicBez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338D1737-523D-5034-6B89-6A44A9A66B5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2091080" y="6449539"/>
              <a:ext cx="78818" cy="260778"/>
            </a:xfrm>
            <a:custGeom>
              <a:avLst/>
              <a:gdLst>
                <a:gd name="connsiteX0" fmla="*/ 79130 w 78818"/>
                <a:gd name="connsiteY0" fmla="*/ 135 h 260778"/>
                <a:gd name="connsiteX1" fmla="*/ 40024 w 78818"/>
                <a:gd name="connsiteY1" fmla="*/ 28875 h 260778"/>
                <a:gd name="connsiteX2" fmla="*/ 312 w 78818"/>
                <a:gd name="connsiteY2" fmla="*/ 131734 h 260778"/>
                <a:gd name="connsiteX3" fmla="*/ 22442 w 78818"/>
                <a:gd name="connsiteY3" fmla="*/ 209181 h 260778"/>
                <a:gd name="connsiteX4" fmla="*/ 79130 w 78818"/>
                <a:gd name="connsiteY4" fmla="*/ 260913 h 260778"/>
                <a:gd name="connsiteX5" fmla="*/ 79130 w 78818"/>
                <a:gd name="connsiteY5" fmla="*/ 252443 h 260778"/>
                <a:gd name="connsiteX6" fmla="*/ 47906 w 78818"/>
                <a:gd name="connsiteY6" fmla="*/ 220072 h 260778"/>
                <a:gd name="connsiteX7" fmla="*/ 34568 w 78818"/>
                <a:gd name="connsiteY7" fmla="*/ 132037 h 260778"/>
                <a:gd name="connsiteX8" fmla="*/ 47300 w 78818"/>
                <a:gd name="connsiteY8" fmla="*/ 41581 h 260778"/>
                <a:gd name="connsiteX9" fmla="*/ 79130 w 78818"/>
                <a:gd name="connsiteY9" fmla="*/ 8303 h 260778"/>
                <a:gd name="connsiteX10" fmla="*/ 79130 w 78818"/>
                <a:gd name="connsiteY10" fmla="*/ 135 h 26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18" h="260778">
                  <a:moveTo>
                    <a:pt x="79130" y="135"/>
                  </a:moveTo>
                  <a:cubicBezTo>
                    <a:pt x="60335" y="10119"/>
                    <a:pt x="51847" y="16472"/>
                    <a:pt x="40024" y="28875"/>
                  </a:cubicBezTo>
                  <a:cubicBezTo>
                    <a:pt x="14257" y="56708"/>
                    <a:pt x="312" y="92708"/>
                    <a:pt x="312" y="131734"/>
                  </a:cubicBezTo>
                  <a:cubicBezTo>
                    <a:pt x="312" y="159264"/>
                    <a:pt x="7891" y="186189"/>
                    <a:pt x="22442" y="209181"/>
                  </a:cubicBezTo>
                  <a:cubicBezTo>
                    <a:pt x="36387" y="230963"/>
                    <a:pt x="49422" y="243064"/>
                    <a:pt x="79130" y="260913"/>
                  </a:cubicBezTo>
                  <a:lnTo>
                    <a:pt x="79130" y="252443"/>
                  </a:lnTo>
                  <a:cubicBezTo>
                    <a:pt x="61851" y="241552"/>
                    <a:pt x="54272" y="233686"/>
                    <a:pt x="47906" y="220072"/>
                  </a:cubicBezTo>
                  <a:cubicBezTo>
                    <a:pt x="38812" y="201315"/>
                    <a:pt x="34568" y="173483"/>
                    <a:pt x="34568" y="132037"/>
                  </a:cubicBezTo>
                  <a:cubicBezTo>
                    <a:pt x="34568" y="90288"/>
                    <a:pt x="38812" y="59733"/>
                    <a:pt x="47300" y="41581"/>
                  </a:cubicBezTo>
                  <a:cubicBezTo>
                    <a:pt x="53666" y="28270"/>
                    <a:pt x="60942" y="20404"/>
                    <a:pt x="79130" y="8303"/>
                  </a:cubicBezTo>
                  <a:lnTo>
                    <a:pt x="79130" y="13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2448DC7C-5B85-542F-3E17-44A274050A1F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2193315" y="6450446"/>
              <a:ext cx="193407" cy="214794"/>
            </a:xfrm>
            <a:custGeom>
              <a:avLst/>
              <a:gdLst>
                <a:gd name="connsiteX0" fmla="*/ 184629 w 193407"/>
                <a:gd name="connsiteY0" fmla="*/ 163197 h 214794"/>
                <a:gd name="connsiteX1" fmla="*/ 142188 w 193407"/>
                <a:gd name="connsiteY1" fmla="*/ 194962 h 214794"/>
                <a:gd name="connsiteX2" fmla="*/ 114905 w 193407"/>
                <a:gd name="connsiteY2" fmla="*/ 200408 h 214794"/>
                <a:gd name="connsiteX3" fmla="*/ 67008 w 193407"/>
                <a:gd name="connsiteY3" fmla="*/ 174088 h 214794"/>
                <a:gd name="connsiteX4" fmla="*/ 53973 w 193407"/>
                <a:gd name="connsiteY4" fmla="*/ 106020 h 214794"/>
                <a:gd name="connsiteX5" fmla="*/ 109752 w 193407"/>
                <a:gd name="connsiteY5" fmla="*/ 10119 h 214794"/>
                <a:gd name="connsiteX6" fmla="*/ 150070 w 193407"/>
                <a:gd name="connsiteY6" fmla="*/ 27060 h 214794"/>
                <a:gd name="connsiteX7" fmla="*/ 180688 w 193407"/>
                <a:gd name="connsiteY7" fmla="*/ 71834 h 214794"/>
                <a:gd name="connsiteX8" fmla="*/ 188267 w 193407"/>
                <a:gd name="connsiteY8" fmla="*/ 71834 h 214794"/>
                <a:gd name="connsiteX9" fmla="*/ 188267 w 193407"/>
                <a:gd name="connsiteY9" fmla="*/ 1043 h 214794"/>
                <a:gd name="connsiteX10" fmla="*/ 180082 w 193407"/>
                <a:gd name="connsiteY10" fmla="*/ 1043 h 214794"/>
                <a:gd name="connsiteX11" fmla="*/ 166743 w 193407"/>
                <a:gd name="connsiteY11" fmla="*/ 14959 h 214794"/>
                <a:gd name="connsiteX12" fmla="*/ 152798 w 193407"/>
                <a:gd name="connsiteY12" fmla="*/ 10724 h 214794"/>
                <a:gd name="connsiteX13" fmla="*/ 105811 w 193407"/>
                <a:gd name="connsiteY13" fmla="*/ 135 h 214794"/>
                <a:gd name="connsiteX14" fmla="*/ 316 w 193407"/>
                <a:gd name="connsiteY14" fmla="*/ 108440 h 214794"/>
                <a:gd name="connsiteX15" fmla="*/ 107630 w 193407"/>
                <a:gd name="connsiteY15" fmla="*/ 214929 h 214794"/>
                <a:gd name="connsiteX16" fmla="*/ 163712 w 193407"/>
                <a:gd name="connsiteY16" fmla="*/ 198593 h 214794"/>
                <a:gd name="connsiteX17" fmla="*/ 193723 w 193407"/>
                <a:gd name="connsiteY17" fmla="*/ 170760 h 214794"/>
                <a:gd name="connsiteX18" fmla="*/ 184629 w 193407"/>
                <a:gd name="connsiteY18" fmla="*/ 163197 h 21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3407" h="214794">
                  <a:moveTo>
                    <a:pt x="184629" y="163197"/>
                  </a:moveTo>
                  <a:cubicBezTo>
                    <a:pt x="166743" y="181954"/>
                    <a:pt x="157042" y="189214"/>
                    <a:pt x="142188" y="194962"/>
                  </a:cubicBezTo>
                  <a:cubicBezTo>
                    <a:pt x="133397" y="198593"/>
                    <a:pt x="123393" y="200408"/>
                    <a:pt x="114905" y="200408"/>
                  </a:cubicBezTo>
                  <a:cubicBezTo>
                    <a:pt x="94897" y="200408"/>
                    <a:pt x="75799" y="189819"/>
                    <a:pt x="67008" y="174088"/>
                  </a:cubicBezTo>
                  <a:cubicBezTo>
                    <a:pt x="58217" y="158054"/>
                    <a:pt x="53973" y="136272"/>
                    <a:pt x="53973" y="106020"/>
                  </a:cubicBezTo>
                  <a:cubicBezTo>
                    <a:pt x="53973" y="43396"/>
                    <a:pt x="73374" y="10119"/>
                    <a:pt x="109752" y="10119"/>
                  </a:cubicBezTo>
                  <a:cubicBezTo>
                    <a:pt x="123999" y="10119"/>
                    <a:pt x="137035" y="15564"/>
                    <a:pt x="150070" y="27060"/>
                  </a:cubicBezTo>
                  <a:cubicBezTo>
                    <a:pt x="163105" y="38859"/>
                    <a:pt x="170078" y="48842"/>
                    <a:pt x="180688" y="71834"/>
                  </a:cubicBezTo>
                  <a:lnTo>
                    <a:pt x="188267" y="71834"/>
                  </a:lnTo>
                  <a:lnTo>
                    <a:pt x="188267" y="1043"/>
                  </a:lnTo>
                  <a:lnTo>
                    <a:pt x="180082" y="1043"/>
                  </a:lnTo>
                  <a:cubicBezTo>
                    <a:pt x="175838" y="11631"/>
                    <a:pt x="172503" y="14959"/>
                    <a:pt x="166743" y="14959"/>
                  </a:cubicBezTo>
                  <a:cubicBezTo>
                    <a:pt x="164015" y="14959"/>
                    <a:pt x="159468" y="13749"/>
                    <a:pt x="152798" y="10724"/>
                  </a:cubicBezTo>
                  <a:cubicBezTo>
                    <a:pt x="134913" y="3463"/>
                    <a:pt x="120362" y="135"/>
                    <a:pt x="105811" y="135"/>
                  </a:cubicBezTo>
                  <a:cubicBezTo>
                    <a:pt x="45484" y="135"/>
                    <a:pt x="316" y="46724"/>
                    <a:pt x="316" y="108440"/>
                  </a:cubicBezTo>
                  <a:cubicBezTo>
                    <a:pt x="316" y="170760"/>
                    <a:pt x="44878" y="214929"/>
                    <a:pt x="107630" y="214929"/>
                  </a:cubicBezTo>
                  <a:cubicBezTo>
                    <a:pt x="129153" y="214929"/>
                    <a:pt x="147039" y="209786"/>
                    <a:pt x="163712" y="198593"/>
                  </a:cubicBezTo>
                  <a:cubicBezTo>
                    <a:pt x="173412" y="191937"/>
                    <a:pt x="180082" y="185887"/>
                    <a:pt x="193723" y="170760"/>
                  </a:cubicBezTo>
                  <a:lnTo>
                    <a:pt x="184629" y="163197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4F2BE9DE-DB85-563B-C753-2443660D4B43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2405731" y="6516397"/>
              <a:ext cx="121561" cy="147330"/>
            </a:xfrm>
            <a:custGeom>
              <a:avLst/>
              <a:gdLst>
                <a:gd name="connsiteX0" fmla="*/ 114609 w 121561"/>
                <a:gd name="connsiteY0" fmla="*/ 105415 h 147330"/>
                <a:gd name="connsiteX1" fmla="*/ 80050 w 121561"/>
                <a:gd name="connsiteY1" fmla="*/ 125684 h 147330"/>
                <a:gd name="connsiteX2" fmla="*/ 53070 w 121561"/>
                <a:gd name="connsiteY2" fmla="*/ 109650 h 147330"/>
                <a:gd name="connsiteX3" fmla="*/ 43976 w 121561"/>
                <a:gd name="connsiteY3" fmla="*/ 69111 h 147330"/>
                <a:gd name="connsiteX4" fmla="*/ 120369 w 121561"/>
                <a:gd name="connsiteY4" fmla="*/ 69111 h 147330"/>
                <a:gd name="connsiteX5" fmla="*/ 104302 w 121561"/>
                <a:gd name="connsiteY5" fmla="*/ 17984 h 147330"/>
                <a:gd name="connsiteX6" fmla="*/ 63680 w 121561"/>
                <a:gd name="connsiteY6" fmla="*/ 135 h 147330"/>
                <a:gd name="connsiteX7" fmla="*/ 323 w 121561"/>
                <a:gd name="connsiteY7" fmla="*/ 74254 h 147330"/>
                <a:gd name="connsiteX8" fmla="*/ 62771 w 121561"/>
                <a:gd name="connsiteY8" fmla="*/ 147466 h 147330"/>
                <a:gd name="connsiteX9" fmla="*/ 121885 w 121561"/>
                <a:gd name="connsiteY9" fmla="*/ 109650 h 147330"/>
                <a:gd name="connsiteX10" fmla="*/ 114609 w 121561"/>
                <a:gd name="connsiteY10" fmla="*/ 105415 h 147330"/>
                <a:gd name="connsiteX11" fmla="*/ 42460 w 121561"/>
                <a:gd name="connsiteY11" fmla="*/ 57918 h 147330"/>
                <a:gd name="connsiteX12" fmla="*/ 63680 w 121561"/>
                <a:gd name="connsiteY12" fmla="*/ 9513 h 147330"/>
                <a:gd name="connsiteX13" fmla="*/ 80354 w 121561"/>
                <a:gd name="connsiteY13" fmla="*/ 23732 h 147330"/>
                <a:gd name="connsiteX14" fmla="*/ 83082 w 121561"/>
                <a:gd name="connsiteY14" fmla="*/ 53380 h 147330"/>
                <a:gd name="connsiteX15" fmla="*/ 83082 w 121561"/>
                <a:gd name="connsiteY15" fmla="*/ 57918 h 147330"/>
                <a:gd name="connsiteX16" fmla="*/ 42460 w 121561"/>
                <a:gd name="connsiteY16" fmla="*/ 57918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561" h="147330">
                  <a:moveTo>
                    <a:pt x="114609" y="105415"/>
                  </a:moveTo>
                  <a:cubicBezTo>
                    <a:pt x="102483" y="120238"/>
                    <a:pt x="93086" y="125684"/>
                    <a:pt x="80050" y="125684"/>
                  </a:cubicBezTo>
                  <a:cubicBezTo>
                    <a:pt x="68228" y="125684"/>
                    <a:pt x="59436" y="120238"/>
                    <a:pt x="53070" y="109650"/>
                  </a:cubicBezTo>
                  <a:cubicBezTo>
                    <a:pt x="47614" y="99969"/>
                    <a:pt x="45189" y="89986"/>
                    <a:pt x="43976" y="69111"/>
                  </a:cubicBezTo>
                  <a:lnTo>
                    <a:pt x="120369" y="69111"/>
                  </a:lnTo>
                  <a:cubicBezTo>
                    <a:pt x="118550" y="43699"/>
                    <a:pt x="114003" y="29480"/>
                    <a:pt x="104302" y="17984"/>
                  </a:cubicBezTo>
                  <a:cubicBezTo>
                    <a:pt x="94298" y="6186"/>
                    <a:pt x="80354" y="135"/>
                    <a:pt x="63680" y="135"/>
                  </a:cubicBezTo>
                  <a:cubicBezTo>
                    <a:pt x="25787" y="135"/>
                    <a:pt x="323" y="30085"/>
                    <a:pt x="323" y="74254"/>
                  </a:cubicBezTo>
                  <a:cubicBezTo>
                    <a:pt x="323" y="118423"/>
                    <a:pt x="25181" y="147466"/>
                    <a:pt x="62771" y="147466"/>
                  </a:cubicBezTo>
                  <a:cubicBezTo>
                    <a:pt x="87326" y="147466"/>
                    <a:pt x="102180" y="137785"/>
                    <a:pt x="121885" y="109650"/>
                  </a:cubicBezTo>
                  <a:lnTo>
                    <a:pt x="114609" y="105415"/>
                  </a:lnTo>
                  <a:close/>
                  <a:moveTo>
                    <a:pt x="42460" y="57918"/>
                  </a:moveTo>
                  <a:cubicBezTo>
                    <a:pt x="43370" y="21615"/>
                    <a:pt x="48826" y="9513"/>
                    <a:pt x="63680" y="9513"/>
                  </a:cubicBezTo>
                  <a:cubicBezTo>
                    <a:pt x="72169" y="9513"/>
                    <a:pt x="77928" y="14354"/>
                    <a:pt x="80354" y="23732"/>
                  </a:cubicBezTo>
                  <a:cubicBezTo>
                    <a:pt x="81869" y="29480"/>
                    <a:pt x="82476" y="37951"/>
                    <a:pt x="83082" y="53380"/>
                  </a:cubicBezTo>
                  <a:lnTo>
                    <a:pt x="83082" y="57918"/>
                  </a:lnTo>
                  <a:lnTo>
                    <a:pt x="42460" y="5791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0E899535-36CE-5EFE-6546-5D0FC36EC089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2539619" y="6516397"/>
              <a:ext cx="157029" cy="143095"/>
            </a:xfrm>
            <a:custGeom>
              <a:avLst/>
              <a:gdLst>
                <a:gd name="connsiteX0" fmla="*/ 58228 w 157029"/>
                <a:gd name="connsiteY0" fmla="*/ 3765 h 143095"/>
                <a:gd name="connsiteX1" fmla="*/ 327 w 157029"/>
                <a:gd name="connsiteY1" fmla="*/ 3765 h 143095"/>
                <a:gd name="connsiteX2" fmla="*/ 327 w 157029"/>
                <a:gd name="connsiteY2" fmla="*/ 11026 h 143095"/>
                <a:gd name="connsiteX3" fmla="*/ 16394 w 157029"/>
                <a:gd name="connsiteY3" fmla="*/ 28875 h 143095"/>
                <a:gd name="connsiteX4" fmla="*/ 16394 w 157029"/>
                <a:gd name="connsiteY4" fmla="*/ 117818 h 143095"/>
                <a:gd name="connsiteX5" fmla="*/ 327 w 157029"/>
                <a:gd name="connsiteY5" fmla="*/ 135970 h 143095"/>
                <a:gd name="connsiteX6" fmla="*/ 327 w 157029"/>
                <a:gd name="connsiteY6" fmla="*/ 143230 h 143095"/>
                <a:gd name="connsiteX7" fmla="*/ 73386 w 157029"/>
                <a:gd name="connsiteY7" fmla="*/ 143230 h 143095"/>
                <a:gd name="connsiteX8" fmla="*/ 73386 w 157029"/>
                <a:gd name="connsiteY8" fmla="*/ 135970 h 143095"/>
                <a:gd name="connsiteX9" fmla="*/ 58531 w 157029"/>
                <a:gd name="connsiteY9" fmla="*/ 118726 h 143095"/>
                <a:gd name="connsiteX10" fmla="*/ 58531 w 157029"/>
                <a:gd name="connsiteY10" fmla="*/ 37951 h 143095"/>
                <a:gd name="connsiteX11" fmla="*/ 63685 w 157029"/>
                <a:gd name="connsiteY11" fmla="*/ 30993 h 143095"/>
                <a:gd name="connsiteX12" fmla="*/ 84602 w 157029"/>
                <a:gd name="connsiteY12" fmla="*/ 20404 h 143095"/>
                <a:gd name="connsiteX13" fmla="*/ 100366 w 157029"/>
                <a:gd name="connsiteY13" fmla="*/ 45514 h 143095"/>
                <a:gd name="connsiteX14" fmla="*/ 100366 w 157029"/>
                <a:gd name="connsiteY14" fmla="*/ 118726 h 143095"/>
                <a:gd name="connsiteX15" fmla="*/ 86118 w 157029"/>
                <a:gd name="connsiteY15" fmla="*/ 135970 h 143095"/>
                <a:gd name="connsiteX16" fmla="*/ 86118 w 157029"/>
                <a:gd name="connsiteY16" fmla="*/ 143230 h 143095"/>
                <a:gd name="connsiteX17" fmla="*/ 157357 w 157029"/>
                <a:gd name="connsiteY17" fmla="*/ 143230 h 143095"/>
                <a:gd name="connsiteX18" fmla="*/ 157357 w 157029"/>
                <a:gd name="connsiteY18" fmla="*/ 135970 h 143095"/>
                <a:gd name="connsiteX19" fmla="*/ 142503 w 157029"/>
                <a:gd name="connsiteY19" fmla="*/ 118726 h 143095"/>
                <a:gd name="connsiteX20" fmla="*/ 142503 w 157029"/>
                <a:gd name="connsiteY20" fmla="*/ 42791 h 143095"/>
                <a:gd name="connsiteX21" fmla="*/ 101578 w 157029"/>
                <a:gd name="connsiteY21" fmla="*/ 135 h 143095"/>
                <a:gd name="connsiteX22" fmla="*/ 58228 w 157029"/>
                <a:gd name="connsiteY22" fmla="*/ 26455 h 143095"/>
                <a:gd name="connsiteX23" fmla="*/ 58228 w 157029"/>
                <a:gd name="connsiteY23" fmla="*/ 3765 h 14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7029" h="143095">
                  <a:moveTo>
                    <a:pt x="58228" y="3765"/>
                  </a:moveTo>
                  <a:lnTo>
                    <a:pt x="327" y="3765"/>
                  </a:lnTo>
                  <a:lnTo>
                    <a:pt x="327" y="11026"/>
                  </a:lnTo>
                  <a:cubicBezTo>
                    <a:pt x="13666" y="13144"/>
                    <a:pt x="16394" y="16169"/>
                    <a:pt x="16394" y="28875"/>
                  </a:cubicBezTo>
                  <a:lnTo>
                    <a:pt x="16394" y="117818"/>
                  </a:lnTo>
                  <a:cubicBezTo>
                    <a:pt x="16394" y="130524"/>
                    <a:pt x="13969" y="133247"/>
                    <a:pt x="327" y="135970"/>
                  </a:cubicBezTo>
                  <a:lnTo>
                    <a:pt x="327" y="143230"/>
                  </a:lnTo>
                  <a:lnTo>
                    <a:pt x="73386" y="143230"/>
                  </a:lnTo>
                  <a:lnTo>
                    <a:pt x="73386" y="135970"/>
                  </a:lnTo>
                  <a:cubicBezTo>
                    <a:pt x="62169" y="134457"/>
                    <a:pt x="58531" y="129919"/>
                    <a:pt x="58531" y="118726"/>
                  </a:cubicBezTo>
                  <a:lnTo>
                    <a:pt x="58531" y="37951"/>
                  </a:lnTo>
                  <a:cubicBezTo>
                    <a:pt x="58531" y="36741"/>
                    <a:pt x="60653" y="33716"/>
                    <a:pt x="63685" y="30993"/>
                  </a:cubicBezTo>
                  <a:cubicBezTo>
                    <a:pt x="70354" y="24035"/>
                    <a:pt x="77630" y="20404"/>
                    <a:pt x="84602" y="20404"/>
                  </a:cubicBezTo>
                  <a:cubicBezTo>
                    <a:pt x="95212" y="20404"/>
                    <a:pt x="100366" y="28573"/>
                    <a:pt x="100366" y="45514"/>
                  </a:cubicBezTo>
                  <a:lnTo>
                    <a:pt x="100366" y="118726"/>
                  </a:lnTo>
                  <a:cubicBezTo>
                    <a:pt x="100366" y="129919"/>
                    <a:pt x="96425" y="134760"/>
                    <a:pt x="86118" y="135970"/>
                  </a:cubicBezTo>
                  <a:lnTo>
                    <a:pt x="86118" y="143230"/>
                  </a:lnTo>
                  <a:lnTo>
                    <a:pt x="157357" y="143230"/>
                  </a:lnTo>
                  <a:lnTo>
                    <a:pt x="157357" y="135970"/>
                  </a:lnTo>
                  <a:cubicBezTo>
                    <a:pt x="145534" y="135062"/>
                    <a:pt x="142503" y="131432"/>
                    <a:pt x="142503" y="118726"/>
                  </a:cubicBezTo>
                  <a:lnTo>
                    <a:pt x="142503" y="42791"/>
                  </a:lnTo>
                  <a:cubicBezTo>
                    <a:pt x="142503" y="16774"/>
                    <a:pt x="126436" y="135"/>
                    <a:pt x="101578" y="135"/>
                  </a:cubicBezTo>
                  <a:cubicBezTo>
                    <a:pt x="83389" y="135"/>
                    <a:pt x="69445" y="8606"/>
                    <a:pt x="58228" y="26455"/>
                  </a:cubicBezTo>
                  <a:lnTo>
                    <a:pt x="58228" y="376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0AB4A764-324F-356E-4F03-52C0CF6ABD86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2708496" y="6468901"/>
              <a:ext cx="94581" cy="194222"/>
            </a:xfrm>
            <a:custGeom>
              <a:avLst/>
              <a:gdLst>
                <a:gd name="connsiteX0" fmla="*/ 86730 w 94581"/>
                <a:gd name="connsiteY0" fmla="*/ 51262 h 194222"/>
                <a:gd name="connsiteX1" fmla="*/ 58234 w 94581"/>
                <a:gd name="connsiteY1" fmla="*/ 51262 h 194222"/>
                <a:gd name="connsiteX2" fmla="*/ 58234 w 94581"/>
                <a:gd name="connsiteY2" fmla="*/ 135 h 194222"/>
                <a:gd name="connsiteX3" fmla="*/ 50655 w 94581"/>
                <a:gd name="connsiteY3" fmla="*/ 135 h 194222"/>
                <a:gd name="connsiteX4" fmla="*/ 333 w 94581"/>
                <a:gd name="connsiteY4" fmla="*/ 56405 h 194222"/>
                <a:gd name="connsiteX5" fmla="*/ 333 w 94581"/>
                <a:gd name="connsiteY5" fmla="*/ 64573 h 194222"/>
                <a:gd name="connsiteX6" fmla="*/ 16096 w 94581"/>
                <a:gd name="connsiteY6" fmla="*/ 64573 h 194222"/>
                <a:gd name="connsiteX7" fmla="*/ 16096 w 94581"/>
                <a:gd name="connsiteY7" fmla="*/ 162592 h 194222"/>
                <a:gd name="connsiteX8" fmla="*/ 50049 w 94581"/>
                <a:gd name="connsiteY8" fmla="*/ 194357 h 194222"/>
                <a:gd name="connsiteX9" fmla="*/ 94915 w 94581"/>
                <a:gd name="connsiteY9" fmla="*/ 160474 h 194222"/>
                <a:gd name="connsiteX10" fmla="*/ 87336 w 94581"/>
                <a:gd name="connsiteY10" fmla="*/ 157147 h 194222"/>
                <a:gd name="connsiteX11" fmla="*/ 70056 w 94581"/>
                <a:gd name="connsiteY11" fmla="*/ 172878 h 194222"/>
                <a:gd name="connsiteX12" fmla="*/ 58234 w 94581"/>
                <a:gd name="connsiteY12" fmla="*/ 155634 h 194222"/>
                <a:gd name="connsiteX13" fmla="*/ 58234 w 94581"/>
                <a:gd name="connsiteY13" fmla="*/ 64573 h 194222"/>
                <a:gd name="connsiteX14" fmla="*/ 86730 w 94581"/>
                <a:gd name="connsiteY14" fmla="*/ 64573 h 194222"/>
                <a:gd name="connsiteX15" fmla="*/ 86730 w 94581"/>
                <a:gd name="connsiteY15" fmla="*/ 51262 h 19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4581" h="194222">
                  <a:moveTo>
                    <a:pt x="86730" y="51262"/>
                  </a:moveTo>
                  <a:lnTo>
                    <a:pt x="58234" y="51262"/>
                  </a:lnTo>
                  <a:lnTo>
                    <a:pt x="58234" y="135"/>
                  </a:lnTo>
                  <a:lnTo>
                    <a:pt x="50655" y="135"/>
                  </a:lnTo>
                  <a:cubicBezTo>
                    <a:pt x="32163" y="26152"/>
                    <a:pt x="20037" y="39766"/>
                    <a:pt x="333" y="56405"/>
                  </a:cubicBezTo>
                  <a:lnTo>
                    <a:pt x="333" y="64573"/>
                  </a:lnTo>
                  <a:lnTo>
                    <a:pt x="16096" y="64573"/>
                  </a:lnTo>
                  <a:lnTo>
                    <a:pt x="16096" y="162592"/>
                  </a:lnTo>
                  <a:cubicBezTo>
                    <a:pt x="16096" y="182256"/>
                    <a:pt x="29132" y="194357"/>
                    <a:pt x="50049" y="194357"/>
                  </a:cubicBezTo>
                  <a:cubicBezTo>
                    <a:pt x="70360" y="194357"/>
                    <a:pt x="82486" y="185282"/>
                    <a:pt x="94915" y="160474"/>
                  </a:cubicBezTo>
                  <a:lnTo>
                    <a:pt x="87336" y="157147"/>
                  </a:lnTo>
                  <a:cubicBezTo>
                    <a:pt x="81273" y="168643"/>
                    <a:pt x="76423" y="172878"/>
                    <a:pt x="70056" y="172878"/>
                  </a:cubicBezTo>
                  <a:cubicBezTo>
                    <a:pt x="61568" y="172878"/>
                    <a:pt x="58234" y="167735"/>
                    <a:pt x="58234" y="155634"/>
                  </a:cubicBezTo>
                  <a:lnTo>
                    <a:pt x="58234" y="64573"/>
                  </a:lnTo>
                  <a:lnTo>
                    <a:pt x="86730" y="64573"/>
                  </a:lnTo>
                  <a:lnTo>
                    <a:pt x="86730" y="51262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837B8C0F-A6FC-1668-48A0-58C159577923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2811337" y="6516397"/>
              <a:ext cx="121561" cy="147330"/>
            </a:xfrm>
            <a:custGeom>
              <a:avLst/>
              <a:gdLst>
                <a:gd name="connsiteX0" fmla="*/ 114622 w 121561"/>
                <a:gd name="connsiteY0" fmla="*/ 105415 h 147330"/>
                <a:gd name="connsiteX1" fmla="*/ 80064 w 121561"/>
                <a:gd name="connsiteY1" fmla="*/ 125684 h 147330"/>
                <a:gd name="connsiteX2" fmla="*/ 53084 w 121561"/>
                <a:gd name="connsiteY2" fmla="*/ 109650 h 147330"/>
                <a:gd name="connsiteX3" fmla="*/ 43989 w 121561"/>
                <a:gd name="connsiteY3" fmla="*/ 69111 h 147330"/>
                <a:gd name="connsiteX4" fmla="*/ 120382 w 121561"/>
                <a:gd name="connsiteY4" fmla="*/ 69111 h 147330"/>
                <a:gd name="connsiteX5" fmla="*/ 104315 w 121561"/>
                <a:gd name="connsiteY5" fmla="*/ 17984 h 147330"/>
                <a:gd name="connsiteX6" fmla="*/ 63694 w 121561"/>
                <a:gd name="connsiteY6" fmla="*/ 135 h 147330"/>
                <a:gd name="connsiteX7" fmla="*/ 336 w 121561"/>
                <a:gd name="connsiteY7" fmla="*/ 74254 h 147330"/>
                <a:gd name="connsiteX8" fmla="*/ 62784 w 121561"/>
                <a:gd name="connsiteY8" fmla="*/ 147466 h 147330"/>
                <a:gd name="connsiteX9" fmla="*/ 121898 w 121561"/>
                <a:gd name="connsiteY9" fmla="*/ 109650 h 147330"/>
                <a:gd name="connsiteX10" fmla="*/ 114622 w 121561"/>
                <a:gd name="connsiteY10" fmla="*/ 105415 h 147330"/>
                <a:gd name="connsiteX11" fmla="*/ 42473 w 121561"/>
                <a:gd name="connsiteY11" fmla="*/ 57918 h 147330"/>
                <a:gd name="connsiteX12" fmla="*/ 63694 w 121561"/>
                <a:gd name="connsiteY12" fmla="*/ 9513 h 147330"/>
                <a:gd name="connsiteX13" fmla="*/ 80367 w 121561"/>
                <a:gd name="connsiteY13" fmla="*/ 23732 h 147330"/>
                <a:gd name="connsiteX14" fmla="*/ 83095 w 121561"/>
                <a:gd name="connsiteY14" fmla="*/ 53380 h 147330"/>
                <a:gd name="connsiteX15" fmla="*/ 83095 w 121561"/>
                <a:gd name="connsiteY15" fmla="*/ 57918 h 147330"/>
                <a:gd name="connsiteX16" fmla="*/ 42473 w 121561"/>
                <a:gd name="connsiteY16" fmla="*/ 57918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561" h="147330">
                  <a:moveTo>
                    <a:pt x="114622" y="105415"/>
                  </a:moveTo>
                  <a:cubicBezTo>
                    <a:pt x="102497" y="120238"/>
                    <a:pt x="93099" y="125684"/>
                    <a:pt x="80064" y="125684"/>
                  </a:cubicBezTo>
                  <a:cubicBezTo>
                    <a:pt x="68241" y="125684"/>
                    <a:pt x="59450" y="120238"/>
                    <a:pt x="53084" y="109650"/>
                  </a:cubicBezTo>
                  <a:cubicBezTo>
                    <a:pt x="47627" y="99969"/>
                    <a:pt x="45202" y="89986"/>
                    <a:pt x="43989" y="69111"/>
                  </a:cubicBezTo>
                  <a:lnTo>
                    <a:pt x="120382" y="69111"/>
                  </a:lnTo>
                  <a:cubicBezTo>
                    <a:pt x="118563" y="43699"/>
                    <a:pt x="114016" y="29480"/>
                    <a:pt x="104315" y="17984"/>
                  </a:cubicBezTo>
                  <a:cubicBezTo>
                    <a:pt x="94312" y="6186"/>
                    <a:pt x="80367" y="135"/>
                    <a:pt x="63694" y="135"/>
                  </a:cubicBezTo>
                  <a:cubicBezTo>
                    <a:pt x="25800" y="135"/>
                    <a:pt x="336" y="30085"/>
                    <a:pt x="336" y="74254"/>
                  </a:cubicBezTo>
                  <a:cubicBezTo>
                    <a:pt x="336" y="118423"/>
                    <a:pt x="25194" y="147466"/>
                    <a:pt x="62784" y="147466"/>
                  </a:cubicBezTo>
                  <a:cubicBezTo>
                    <a:pt x="87339" y="147466"/>
                    <a:pt x="102193" y="137785"/>
                    <a:pt x="121898" y="109650"/>
                  </a:cubicBezTo>
                  <a:lnTo>
                    <a:pt x="114622" y="105415"/>
                  </a:lnTo>
                  <a:close/>
                  <a:moveTo>
                    <a:pt x="42473" y="57918"/>
                  </a:moveTo>
                  <a:cubicBezTo>
                    <a:pt x="43383" y="21615"/>
                    <a:pt x="48840" y="9513"/>
                    <a:pt x="63694" y="9513"/>
                  </a:cubicBezTo>
                  <a:cubicBezTo>
                    <a:pt x="72182" y="9513"/>
                    <a:pt x="77942" y="14354"/>
                    <a:pt x="80367" y="23732"/>
                  </a:cubicBezTo>
                  <a:cubicBezTo>
                    <a:pt x="81883" y="29480"/>
                    <a:pt x="82489" y="37951"/>
                    <a:pt x="83095" y="53380"/>
                  </a:cubicBezTo>
                  <a:lnTo>
                    <a:pt x="83095" y="57918"/>
                  </a:lnTo>
                  <a:lnTo>
                    <a:pt x="42473" y="5791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88E76DBF-341B-B4F7-37B6-FED91AF4F466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2947650" y="6516397"/>
              <a:ext cx="122774" cy="143095"/>
            </a:xfrm>
            <a:custGeom>
              <a:avLst/>
              <a:gdLst>
                <a:gd name="connsiteX0" fmla="*/ 57635 w 122774"/>
                <a:gd name="connsiteY0" fmla="*/ 3765 h 143095"/>
                <a:gd name="connsiteX1" fmla="*/ 340 w 122774"/>
                <a:gd name="connsiteY1" fmla="*/ 3765 h 143095"/>
                <a:gd name="connsiteX2" fmla="*/ 340 w 122774"/>
                <a:gd name="connsiteY2" fmla="*/ 11026 h 143095"/>
                <a:gd name="connsiteX3" fmla="*/ 16710 w 122774"/>
                <a:gd name="connsiteY3" fmla="*/ 28875 h 143095"/>
                <a:gd name="connsiteX4" fmla="*/ 16710 w 122774"/>
                <a:gd name="connsiteY4" fmla="*/ 117818 h 143095"/>
                <a:gd name="connsiteX5" fmla="*/ 340 w 122774"/>
                <a:gd name="connsiteY5" fmla="*/ 135970 h 143095"/>
                <a:gd name="connsiteX6" fmla="*/ 340 w 122774"/>
                <a:gd name="connsiteY6" fmla="*/ 143230 h 143095"/>
                <a:gd name="connsiteX7" fmla="*/ 80978 w 122774"/>
                <a:gd name="connsiteY7" fmla="*/ 143230 h 143095"/>
                <a:gd name="connsiteX8" fmla="*/ 80978 w 122774"/>
                <a:gd name="connsiteY8" fmla="*/ 135970 h 143095"/>
                <a:gd name="connsiteX9" fmla="*/ 58848 w 122774"/>
                <a:gd name="connsiteY9" fmla="*/ 112070 h 143095"/>
                <a:gd name="connsiteX10" fmla="*/ 58848 w 122774"/>
                <a:gd name="connsiteY10" fmla="*/ 54893 h 143095"/>
                <a:gd name="connsiteX11" fmla="*/ 77340 w 122774"/>
                <a:gd name="connsiteY11" fmla="*/ 26152 h 143095"/>
                <a:gd name="connsiteX12" fmla="*/ 85828 w 122774"/>
                <a:gd name="connsiteY12" fmla="*/ 33111 h 143095"/>
                <a:gd name="connsiteX13" fmla="*/ 104017 w 122774"/>
                <a:gd name="connsiteY13" fmla="*/ 44002 h 143095"/>
                <a:gd name="connsiteX14" fmla="*/ 123115 w 122774"/>
                <a:gd name="connsiteY14" fmla="*/ 23732 h 143095"/>
                <a:gd name="connsiteX15" fmla="*/ 98560 w 122774"/>
                <a:gd name="connsiteY15" fmla="*/ 135 h 143095"/>
                <a:gd name="connsiteX16" fmla="*/ 57635 w 122774"/>
                <a:gd name="connsiteY16" fmla="*/ 28573 h 143095"/>
                <a:gd name="connsiteX17" fmla="*/ 57635 w 122774"/>
                <a:gd name="connsiteY17" fmla="*/ 3765 h 14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774" h="143095">
                  <a:moveTo>
                    <a:pt x="57635" y="3765"/>
                  </a:moveTo>
                  <a:lnTo>
                    <a:pt x="340" y="3765"/>
                  </a:lnTo>
                  <a:lnTo>
                    <a:pt x="340" y="11026"/>
                  </a:lnTo>
                  <a:cubicBezTo>
                    <a:pt x="13376" y="12841"/>
                    <a:pt x="16710" y="16774"/>
                    <a:pt x="16710" y="28875"/>
                  </a:cubicBezTo>
                  <a:lnTo>
                    <a:pt x="16710" y="117818"/>
                  </a:lnTo>
                  <a:cubicBezTo>
                    <a:pt x="16710" y="130222"/>
                    <a:pt x="13679" y="133550"/>
                    <a:pt x="340" y="135970"/>
                  </a:cubicBezTo>
                  <a:lnTo>
                    <a:pt x="340" y="143230"/>
                  </a:lnTo>
                  <a:lnTo>
                    <a:pt x="80978" y="143230"/>
                  </a:lnTo>
                  <a:lnTo>
                    <a:pt x="80978" y="135970"/>
                  </a:lnTo>
                  <a:cubicBezTo>
                    <a:pt x="62486" y="134760"/>
                    <a:pt x="58848" y="130827"/>
                    <a:pt x="58848" y="112070"/>
                  </a:cubicBezTo>
                  <a:lnTo>
                    <a:pt x="58848" y="54893"/>
                  </a:lnTo>
                  <a:cubicBezTo>
                    <a:pt x="58848" y="39161"/>
                    <a:pt x="67336" y="26152"/>
                    <a:pt x="77340" y="26152"/>
                  </a:cubicBezTo>
                  <a:cubicBezTo>
                    <a:pt x="79765" y="26152"/>
                    <a:pt x="82493" y="28270"/>
                    <a:pt x="85828" y="33111"/>
                  </a:cubicBezTo>
                  <a:cubicBezTo>
                    <a:pt x="91588" y="41279"/>
                    <a:pt x="96135" y="44002"/>
                    <a:pt x="104017" y="44002"/>
                  </a:cubicBezTo>
                  <a:cubicBezTo>
                    <a:pt x="115233" y="44002"/>
                    <a:pt x="123115" y="35531"/>
                    <a:pt x="123115" y="23732"/>
                  </a:cubicBezTo>
                  <a:cubicBezTo>
                    <a:pt x="123115" y="10119"/>
                    <a:pt x="112808" y="135"/>
                    <a:pt x="98560" y="135"/>
                  </a:cubicBezTo>
                  <a:cubicBezTo>
                    <a:pt x="83403" y="135"/>
                    <a:pt x="71883" y="8303"/>
                    <a:pt x="57635" y="28573"/>
                  </a:cubicBezTo>
                  <a:lnTo>
                    <a:pt x="57635" y="376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BC0CD645-8735-A6C2-C958-972D4F6FFE3E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3081537" y="6516397"/>
              <a:ext cx="140356" cy="147330"/>
            </a:xfrm>
            <a:custGeom>
              <a:avLst/>
              <a:gdLst>
                <a:gd name="connsiteX0" fmla="*/ 136155 w 140356"/>
                <a:gd name="connsiteY0" fmla="*/ 123869 h 147330"/>
                <a:gd name="connsiteX1" fmla="*/ 133123 w 140356"/>
                <a:gd name="connsiteY1" fmla="*/ 126894 h 147330"/>
                <a:gd name="connsiteX2" fmla="*/ 129789 w 140356"/>
                <a:gd name="connsiteY2" fmla="*/ 128104 h 147330"/>
                <a:gd name="connsiteX3" fmla="*/ 123422 w 140356"/>
                <a:gd name="connsiteY3" fmla="*/ 120541 h 147330"/>
                <a:gd name="connsiteX4" fmla="*/ 123422 w 140356"/>
                <a:gd name="connsiteY4" fmla="*/ 41581 h 147330"/>
                <a:gd name="connsiteX5" fmla="*/ 63399 w 140356"/>
                <a:gd name="connsiteY5" fmla="*/ 135 h 147330"/>
                <a:gd name="connsiteX6" fmla="*/ 6105 w 140356"/>
                <a:gd name="connsiteY6" fmla="*/ 38254 h 147330"/>
                <a:gd name="connsiteX7" fmla="*/ 25809 w 140356"/>
                <a:gd name="connsiteY7" fmla="*/ 58220 h 147330"/>
                <a:gd name="connsiteX8" fmla="*/ 46423 w 140356"/>
                <a:gd name="connsiteY8" fmla="*/ 40674 h 147330"/>
                <a:gd name="connsiteX9" fmla="*/ 40967 w 140356"/>
                <a:gd name="connsiteY9" fmla="*/ 27665 h 147330"/>
                <a:gd name="connsiteX10" fmla="*/ 37329 w 140356"/>
                <a:gd name="connsiteY10" fmla="*/ 21010 h 147330"/>
                <a:gd name="connsiteX11" fmla="*/ 56427 w 140356"/>
                <a:gd name="connsiteY11" fmla="*/ 9816 h 147330"/>
                <a:gd name="connsiteX12" fmla="*/ 81891 w 140356"/>
                <a:gd name="connsiteY12" fmla="*/ 36438 h 147330"/>
                <a:gd name="connsiteX13" fmla="*/ 81891 w 140356"/>
                <a:gd name="connsiteY13" fmla="*/ 58523 h 147330"/>
                <a:gd name="connsiteX14" fmla="*/ 19746 w 140356"/>
                <a:gd name="connsiteY14" fmla="*/ 83028 h 147330"/>
                <a:gd name="connsiteX15" fmla="*/ 345 w 140356"/>
                <a:gd name="connsiteY15" fmla="*/ 115398 h 147330"/>
                <a:gd name="connsiteX16" fmla="*/ 33994 w 140356"/>
                <a:gd name="connsiteY16" fmla="*/ 147466 h 147330"/>
                <a:gd name="connsiteX17" fmla="*/ 81891 w 140356"/>
                <a:gd name="connsiteY17" fmla="*/ 126289 h 147330"/>
                <a:gd name="connsiteX18" fmla="*/ 106749 w 140356"/>
                <a:gd name="connsiteY18" fmla="*/ 147466 h 147330"/>
                <a:gd name="connsiteX19" fmla="*/ 140702 w 140356"/>
                <a:gd name="connsiteY19" fmla="*/ 130222 h 147330"/>
                <a:gd name="connsiteX20" fmla="*/ 136155 w 140356"/>
                <a:gd name="connsiteY20" fmla="*/ 123869 h 147330"/>
                <a:gd name="connsiteX21" fmla="*/ 81588 w 140356"/>
                <a:gd name="connsiteY21" fmla="*/ 112978 h 147330"/>
                <a:gd name="connsiteX22" fmla="*/ 60065 w 140356"/>
                <a:gd name="connsiteY22" fmla="*/ 125986 h 147330"/>
                <a:gd name="connsiteX23" fmla="*/ 44604 w 140356"/>
                <a:gd name="connsiteY23" fmla="*/ 105717 h 147330"/>
                <a:gd name="connsiteX24" fmla="*/ 81588 w 140356"/>
                <a:gd name="connsiteY24" fmla="*/ 69111 h 147330"/>
                <a:gd name="connsiteX25" fmla="*/ 81588 w 140356"/>
                <a:gd name="connsiteY25" fmla="*/ 112978 h 14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356" h="147330">
                  <a:moveTo>
                    <a:pt x="136155" y="123869"/>
                  </a:moveTo>
                  <a:lnTo>
                    <a:pt x="133123" y="126894"/>
                  </a:lnTo>
                  <a:cubicBezTo>
                    <a:pt x="132214" y="127801"/>
                    <a:pt x="131304" y="128104"/>
                    <a:pt x="129789" y="128104"/>
                  </a:cubicBezTo>
                  <a:cubicBezTo>
                    <a:pt x="125545" y="128104"/>
                    <a:pt x="123422" y="125381"/>
                    <a:pt x="123422" y="120541"/>
                  </a:cubicBezTo>
                  <a:lnTo>
                    <a:pt x="123422" y="41581"/>
                  </a:lnTo>
                  <a:cubicBezTo>
                    <a:pt x="123422" y="16169"/>
                    <a:pt x="100383" y="135"/>
                    <a:pt x="63399" y="135"/>
                  </a:cubicBezTo>
                  <a:cubicBezTo>
                    <a:pt x="29144" y="135"/>
                    <a:pt x="6105" y="15564"/>
                    <a:pt x="6105" y="38254"/>
                  </a:cubicBezTo>
                  <a:cubicBezTo>
                    <a:pt x="6105" y="50657"/>
                    <a:pt x="13380" y="58220"/>
                    <a:pt x="25809" y="58220"/>
                  </a:cubicBezTo>
                  <a:cubicBezTo>
                    <a:pt x="37935" y="58220"/>
                    <a:pt x="46423" y="50960"/>
                    <a:pt x="46423" y="40674"/>
                  </a:cubicBezTo>
                  <a:cubicBezTo>
                    <a:pt x="46423" y="36438"/>
                    <a:pt x="44604" y="32506"/>
                    <a:pt x="40967" y="27665"/>
                  </a:cubicBezTo>
                  <a:cubicBezTo>
                    <a:pt x="38238" y="24640"/>
                    <a:pt x="37329" y="22825"/>
                    <a:pt x="37329" y="21010"/>
                  </a:cubicBezTo>
                  <a:cubicBezTo>
                    <a:pt x="37329" y="14656"/>
                    <a:pt x="45817" y="9816"/>
                    <a:pt x="56427" y="9816"/>
                  </a:cubicBezTo>
                  <a:cubicBezTo>
                    <a:pt x="74010" y="9816"/>
                    <a:pt x="81891" y="17984"/>
                    <a:pt x="81891" y="36438"/>
                  </a:cubicBezTo>
                  <a:lnTo>
                    <a:pt x="81891" y="58523"/>
                  </a:lnTo>
                  <a:cubicBezTo>
                    <a:pt x="45817" y="69414"/>
                    <a:pt x="30963" y="75464"/>
                    <a:pt x="19746" y="83028"/>
                  </a:cubicBezTo>
                  <a:cubicBezTo>
                    <a:pt x="6711" y="92103"/>
                    <a:pt x="345" y="102389"/>
                    <a:pt x="345" y="115398"/>
                  </a:cubicBezTo>
                  <a:cubicBezTo>
                    <a:pt x="345" y="133852"/>
                    <a:pt x="14593" y="147466"/>
                    <a:pt x="33994" y="147466"/>
                  </a:cubicBezTo>
                  <a:cubicBezTo>
                    <a:pt x="51274" y="147466"/>
                    <a:pt x="65218" y="141415"/>
                    <a:pt x="81891" y="126289"/>
                  </a:cubicBezTo>
                  <a:cubicBezTo>
                    <a:pt x="85226" y="141718"/>
                    <a:pt x="91895" y="147466"/>
                    <a:pt x="106749" y="147466"/>
                  </a:cubicBezTo>
                  <a:cubicBezTo>
                    <a:pt x="119785" y="147466"/>
                    <a:pt x="129182" y="142625"/>
                    <a:pt x="140702" y="130222"/>
                  </a:cubicBezTo>
                  <a:lnTo>
                    <a:pt x="136155" y="123869"/>
                  </a:lnTo>
                  <a:close/>
                  <a:moveTo>
                    <a:pt x="81588" y="112978"/>
                  </a:moveTo>
                  <a:cubicBezTo>
                    <a:pt x="73403" y="122356"/>
                    <a:pt x="67340" y="125986"/>
                    <a:pt x="60065" y="125986"/>
                  </a:cubicBezTo>
                  <a:cubicBezTo>
                    <a:pt x="50970" y="125986"/>
                    <a:pt x="44604" y="117818"/>
                    <a:pt x="44604" y="105717"/>
                  </a:cubicBezTo>
                  <a:cubicBezTo>
                    <a:pt x="44604" y="88170"/>
                    <a:pt x="57336" y="75464"/>
                    <a:pt x="81588" y="69111"/>
                  </a:cubicBezTo>
                  <a:lnTo>
                    <a:pt x="81588" y="112978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F7107DE9-3173-82B8-B297-5D1349166A0F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3230951" y="6454984"/>
              <a:ext cx="72452" cy="204508"/>
            </a:xfrm>
            <a:custGeom>
              <a:avLst/>
              <a:gdLst>
                <a:gd name="connsiteX0" fmla="*/ 57948 w 72452"/>
                <a:gd name="connsiteY0" fmla="*/ 135 h 204508"/>
                <a:gd name="connsiteX1" fmla="*/ 350 w 72452"/>
                <a:gd name="connsiteY1" fmla="*/ 135 h 204508"/>
                <a:gd name="connsiteX2" fmla="*/ 350 w 72452"/>
                <a:gd name="connsiteY2" fmla="*/ 7396 h 204508"/>
                <a:gd name="connsiteX3" fmla="*/ 15810 w 72452"/>
                <a:gd name="connsiteY3" fmla="*/ 24942 h 204508"/>
                <a:gd name="connsiteX4" fmla="*/ 15810 w 72452"/>
                <a:gd name="connsiteY4" fmla="*/ 179231 h 204508"/>
                <a:gd name="connsiteX5" fmla="*/ 350 w 72452"/>
                <a:gd name="connsiteY5" fmla="*/ 197383 h 204508"/>
                <a:gd name="connsiteX6" fmla="*/ 350 w 72452"/>
                <a:gd name="connsiteY6" fmla="*/ 204643 h 204508"/>
                <a:gd name="connsiteX7" fmla="*/ 72802 w 72452"/>
                <a:gd name="connsiteY7" fmla="*/ 204643 h 204508"/>
                <a:gd name="connsiteX8" fmla="*/ 72802 w 72452"/>
                <a:gd name="connsiteY8" fmla="*/ 197383 h 204508"/>
                <a:gd name="connsiteX9" fmla="*/ 57948 w 72452"/>
                <a:gd name="connsiteY9" fmla="*/ 179231 h 204508"/>
                <a:gd name="connsiteX10" fmla="*/ 57948 w 72452"/>
                <a:gd name="connsiteY10" fmla="*/ 13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452" h="204508">
                  <a:moveTo>
                    <a:pt x="57948" y="135"/>
                  </a:moveTo>
                  <a:lnTo>
                    <a:pt x="350" y="135"/>
                  </a:lnTo>
                  <a:lnTo>
                    <a:pt x="350" y="7396"/>
                  </a:lnTo>
                  <a:cubicBezTo>
                    <a:pt x="10960" y="8303"/>
                    <a:pt x="15810" y="13749"/>
                    <a:pt x="15810" y="24942"/>
                  </a:cubicBezTo>
                  <a:lnTo>
                    <a:pt x="15810" y="179231"/>
                  </a:lnTo>
                  <a:cubicBezTo>
                    <a:pt x="15810" y="190425"/>
                    <a:pt x="10657" y="196475"/>
                    <a:pt x="350" y="197383"/>
                  </a:cubicBezTo>
                  <a:lnTo>
                    <a:pt x="350" y="204643"/>
                  </a:lnTo>
                  <a:lnTo>
                    <a:pt x="72802" y="204643"/>
                  </a:lnTo>
                  <a:lnTo>
                    <a:pt x="72802" y="197383"/>
                  </a:lnTo>
                  <a:cubicBezTo>
                    <a:pt x="62798" y="197080"/>
                    <a:pt x="57948" y="191332"/>
                    <a:pt x="57948" y="179231"/>
                  </a:cubicBezTo>
                  <a:lnTo>
                    <a:pt x="57948" y="135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2F6774FD-34BD-787E-2AD2-29AC9FF3D834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3318873" y="6449539"/>
              <a:ext cx="78818" cy="260778"/>
            </a:xfrm>
            <a:custGeom>
              <a:avLst/>
              <a:gdLst>
                <a:gd name="connsiteX0" fmla="*/ 353 w 78818"/>
                <a:gd name="connsiteY0" fmla="*/ 260913 h 260778"/>
                <a:gd name="connsiteX1" fmla="*/ 39155 w 78818"/>
                <a:gd name="connsiteY1" fmla="*/ 232173 h 260778"/>
                <a:gd name="connsiteX2" fmla="*/ 79171 w 78818"/>
                <a:gd name="connsiteY2" fmla="*/ 129617 h 260778"/>
                <a:gd name="connsiteX3" fmla="*/ 57041 w 78818"/>
                <a:gd name="connsiteY3" fmla="*/ 51867 h 260778"/>
                <a:gd name="connsiteX4" fmla="*/ 353 w 78818"/>
                <a:gd name="connsiteY4" fmla="*/ 135 h 260778"/>
                <a:gd name="connsiteX5" fmla="*/ 353 w 78818"/>
                <a:gd name="connsiteY5" fmla="*/ 8606 h 260778"/>
                <a:gd name="connsiteX6" fmla="*/ 31577 w 78818"/>
                <a:gd name="connsiteY6" fmla="*/ 40976 h 260778"/>
                <a:gd name="connsiteX7" fmla="*/ 44915 w 78818"/>
                <a:gd name="connsiteY7" fmla="*/ 129012 h 260778"/>
                <a:gd name="connsiteX8" fmla="*/ 32183 w 78818"/>
                <a:gd name="connsiteY8" fmla="*/ 219467 h 260778"/>
                <a:gd name="connsiteX9" fmla="*/ 353 w 78818"/>
                <a:gd name="connsiteY9" fmla="*/ 252745 h 260778"/>
                <a:gd name="connsiteX10" fmla="*/ 353 w 78818"/>
                <a:gd name="connsiteY10" fmla="*/ 260913 h 26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18" h="260778">
                  <a:moveTo>
                    <a:pt x="353" y="260913"/>
                  </a:moveTo>
                  <a:cubicBezTo>
                    <a:pt x="19148" y="250930"/>
                    <a:pt x="27636" y="244577"/>
                    <a:pt x="39155" y="232173"/>
                  </a:cubicBezTo>
                  <a:cubicBezTo>
                    <a:pt x="65226" y="204341"/>
                    <a:pt x="79171" y="168340"/>
                    <a:pt x="79171" y="129617"/>
                  </a:cubicBezTo>
                  <a:cubicBezTo>
                    <a:pt x="79171" y="101784"/>
                    <a:pt x="71592" y="74859"/>
                    <a:pt x="57041" y="51867"/>
                  </a:cubicBezTo>
                  <a:cubicBezTo>
                    <a:pt x="43096" y="30085"/>
                    <a:pt x="30061" y="17984"/>
                    <a:pt x="353" y="135"/>
                  </a:cubicBezTo>
                  <a:lnTo>
                    <a:pt x="353" y="8606"/>
                  </a:lnTo>
                  <a:cubicBezTo>
                    <a:pt x="17632" y="19799"/>
                    <a:pt x="25211" y="27363"/>
                    <a:pt x="31577" y="40976"/>
                  </a:cubicBezTo>
                  <a:cubicBezTo>
                    <a:pt x="40671" y="59733"/>
                    <a:pt x="44915" y="87868"/>
                    <a:pt x="44915" y="129012"/>
                  </a:cubicBezTo>
                  <a:cubicBezTo>
                    <a:pt x="44915" y="170760"/>
                    <a:pt x="40671" y="201315"/>
                    <a:pt x="32183" y="219467"/>
                  </a:cubicBezTo>
                  <a:cubicBezTo>
                    <a:pt x="26120" y="232778"/>
                    <a:pt x="18541" y="240644"/>
                    <a:pt x="353" y="252745"/>
                  </a:cubicBezTo>
                  <a:lnTo>
                    <a:pt x="353" y="260913"/>
                  </a:lnTo>
                  <a:close/>
                </a:path>
              </a:pathLst>
            </a:custGeom>
            <a:solidFill>
              <a:srgbClr val="FFFFFF"/>
            </a:solidFill>
            <a:ln w="30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762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BA61-A7B2-B21E-1AE5-B9E5B6F7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EF23-49F3-4FE4-DA64-83DB0A75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1AC1-99DA-54C0-6E09-AB497832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7CEB2-20DD-CE61-2DE6-E1ED036D0D35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Ex: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B9F2CB-C5F6-7241-BCCF-F7E1F14FFD36}"/>
                  </a:ext>
                </a:extLst>
              </p:cNvPr>
              <p:cNvSpPr txBox="1"/>
              <p:nvPr/>
            </p:nvSpPr>
            <p:spPr>
              <a:xfrm>
                <a:off x="2388476" y="0"/>
                <a:ext cx="925588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000" dirty="0"/>
                  <a:t> equally spaced values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∈[0.5, 0.6]</m:t>
                    </m:r>
                  </m:oMath>
                </a14:m>
                <a:r>
                  <a:rPr lang="en-US" sz="2000" dirty="0"/>
                  <a:t> , find derivative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using Newton’s Forward Difference Formula, and compare the results with the exact derivatives: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Find %Error: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×100/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B9F2CB-C5F6-7241-BCCF-F7E1F14FF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6" y="0"/>
                <a:ext cx="9255885" cy="1015663"/>
              </a:xfrm>
              <a:prstGeom prst="rect">
                <a:avLst/>
              </a:prstGeom>
              <a:blipFill>
                <a:blip r:embed="rId2"/>
                <a:stretch>
                  <a:fillRect l="-725" t="-2994" r="-198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58D8B74-E990-3368-5DE6-F3E372104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9327303"/>
                  </p:ext>
                </p:extLst>
              </p:nvPr>
            </p:nvGraphicFramePr>
            <p:xfrm>
              <a:off x="1563249" y="1128620"/>
              <a:ext cx="10368558" cy="554736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945931">
                      <a:extLst>
                        <a:ext uri="{9D8B030D-6E8A-4147-A177-3AD203B41FA5}">
                          <a16:colId xmlns:a16="http://schemas.microsoft.com/office/drawing/2014/main" val="1414882422"/>
                        </a:ext>
                      </a:extLst>
                    </a:gridCol>
                    <a:gridCol w="1250731">
                      <a:extLst>
                        <a:ext uri="{9D8B030D-6E8A-4147-A177-3AD203B41FA5}">
                          <a16:colId xmlns:a16="http://schemas.microsoft.com/office/drawing/2014/main" val="809923635"/>
                        </a:ext>
                      </a:extLst>
                    </a:gridCol>
                    <a:gridCol w="2543503">
                      <a:extLst>
                        <a:ext uri="{9D8B030D-6E8A-4147-A177-3AD203B41FA5}">
                          <a16:colId xmlns:a16="http://schemas.microsoft.com/office/drawing/2014/main" val="4201562744"/>
                        </a:ext>
                      </a:extLst>
                    </a:gridCol>
                    <a:gridCol w="1534511">
                      <a:extLst>
                        <a:ext uri="{9D8B030D-6E8A-4147-A177-3AD203B41FA5}">
                          <a16:colId xmlns:a16="http://schemas.microsoft.com/office/drawing/2014/main" val="3069089154"/>
                        </a:ext>
                      </a:extLst>
                    </a:gridCol>
                    <a:gridCol w="2522482">
                      <a:extLst>
                        <a:ext uri="{9D8B030D-6E8A-4147-A177-3AD203B41FA5}">
                          <a16:colId xmlns:a16="http://schemas.microsoft.com/office/drawing/2014/main" val="10942722"/>
                        </a:ext>
                      </a:extLst>
                    </a:gridCol>
                    <a:gridCol w="1571400">
                      <a:extLst>
                        <a:ext uri="{9D8B030D-6E8A-4147-A177-3AD203B41FA5}">
                          <a16:colId xmlns:a16="http://schemas.microsoft.com/office/drawing/2014/main" val="28486072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p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b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% Error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8668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0.4794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7152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0.87355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0.87758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-0.469%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077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0.4940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7981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0.86531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0.86947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-0.478%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9453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08472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0.85684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0.86112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-0.497%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104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0.5227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6604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0.84813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0.85252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-0.516%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413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176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0.83918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0.84370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-0.535%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0458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0.5833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1635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0.83463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-0.555%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630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0.5646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7063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58D8B74-E990-3368-5DE6-F3E372104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9327303"/>
                  </p:ext>
                </p:extLst>
              </p:nvPr>
            </p:nvGraphicFramePr>
            <p:xfrm>
              <a:off x="1563249" y="1128620"/>
              <a:ext cx="10368558" cy="5571236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945931">
                      <a:extLst>
                        <a:ext uri="{9D8B030D-6E8A-4147-A177-3AD203B41FA5}">
                          <a16:colId xmlns:a16="http://schemas.microsoft.com/office/drawing/2014/main" val="1414882422"/>
                        </a:ext>
                      </a:extLst>
                    </a:gridCol>
                    <a:gridCol w="1250731">
                      <a:extLst>
                        <a:ext uri="{9D8B030D-6E8A-4147-A177-3AD203B41FA5}">
                          <a16:colId xmlns:a16="http://schemas.microsoft.com/office/drawing/2014/main" val="809923635"/>
                        </a:ext>
                      </a:extLst>
                    </a:gridCol>
                    <a:gridCol w="2543503">
                      <a:extLst>
                        <a:ext uri="{9D8B030D-6E8A-4147-A177-3AD203B41FA5}">
                          <a16:colId xmlns:a16="http://schemas.microsoft.com/office/drawing/2014/main" val="4201562744"/>
                        </a:ext>
                      </a:extLst>
                    </a:gridCol>
                    <a:gridCol w="1534511">
                      <a:extLst>
                        <a:ext uri="{9D8B030D-6E8A-4147-A177-3AD203B41FA5}">
                          <a16:colId xmlns:a16="http://schemas.microsoft.com/office/drawing/2014/main" val="3069089154"/>
                        </a:ext>
                      </a:extLst>
                    </a:gridCol>
                    <a:gridCol w="2522482">
                      <a:extLst>
                        <a:ext uri="{9D8B030D-6E8A-4147-A177-3AD203B41FA5}">
                          <a16:colId xmlns:a16="http://schemas.microsoft.com/office/drawing/2014/main" val="10942722"/>
                        </a:ext>
                      </a:extLst>
                    </a:gridCol>
                    <a:gridCol w="1571400">
                      <a:extLst>
                        <a:ext uri="{9D8B030D-6E8A-4147-A177-3AD203B41FA5}">
                          <a16:colId xmlns:a16="http://schemas.microsoft.com/office/drawing/2014/main" val="2848607214"/>
                        </a:ext>
                      </a:extLst>
                    </a:gridCol>
                  </a:tblGrid>
                  <a:tr h="4201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45" t="-7246" r="-999355" b="-125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728" t="-7246" r="-651942" b="-125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811" t="-7246" r="-222062" b="-125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9127" t="-7246" r="-267460" b="-125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9034" t="-7246" r="-62802" b="-125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% Error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86681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0.4794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71524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0.87355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0.87758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-0.469%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0772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0.4940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79813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0.86531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0.86947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-0.478%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945376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08472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0.85684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0.86112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-0.497%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1044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0.5227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660411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0.84813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0.85252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-0.516%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41388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17699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0.83918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0.84370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-0.535%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045886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0.5833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163589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0.83463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-0.555%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63051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0.5646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70632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62898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AA3F-D43B-F6F3-3BE4-E49A8284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2F62-8CA6-D781-287D-7BFA32D1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Central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660BA-16E2-21AA-5831-89EE23088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A68DE-496E-3F5A-D90D-2075970FC299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Ex: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6C3D3C-A3AF-877B-E7FB-220721F9687F}"/>
                  </a:ext>
                </a:extLst>
              </p:cNvPr>
              <p:cNvSpPr txBox="1"/>
              <p:nvPr/>
            </p:nvSpPr>
            <p:spPr>
              <a:xfrm>
                <a:off x="2388476" y="0"/>
                <a:ext cx="925588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000" dirty="0"/>
                  <a:t> equally spaced values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∈[0.5, 0.6]</m:t>
                    </m:r>
                  </m:oMath>
                </a14:m>
                <a:r>
                  <a:rPr lang="en-US" sz="2000" dirty="0"/>
                  <a:t> , find derivative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using Newton’s </a:t>
                </a:r>
                <a:r>
                  <a:rPr lang="en-US" sz="2000" dirty="0" err="1"/>
                  <a:t>Centeral</a:t>
                </a:r>
                <a:r>
                  <a:rPr lang="en-US" sz="2000" dirty="0"/>
                  <a:t> Difference Formula, and compare the results with the exact derivatives: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Find %Error: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×100/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6C3D3C-A3AF-877B-E7FB-220721F96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6" y="0"/>
                <a:ext cx="9255885" cy="1015663"/>
              </a:xfrm>
              <a:prstGeom prst="rect">
                <a:avLst/>
              </a:prstGeom>
              <a:blipFill>
                <a:blip r:embed="rId2"/>
                <a:stretch>
                  <a:fillRect l="-725" t="-2994" r="-329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4062A59-2856-B429-B4B5-786ABBDFFD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7450097"/>
                  </p:ext>
                </p:extLst>
              </p:nvPr>
            </p:nvGraphicFramePr>
            <p:xfrm>
              <a:off x="1563249" y="1128620"/>
              <a:ext cx="10368558" cy="554736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945931">
                      <a:extLst>
                        <a:ext uri="{9D8B030D-6E8A-4147-A177-3AD203B41FA5}">
                          <a16:colId xmlns:a16="http://schemas.microsoft.com/office/drawing/2014/main" val="1414882422"/>
                        </a:ext>
                      </a:extLst>
                    </a:gridCol>
                    <a:gridCol w="1250731">
                      <a:extLst>
                        <a:ext uri="{9D8B030D-6E8A-4147-A177-3AD203B41FA5}">
                          <a16:colId xmlns:a16="http://schemas.microsoft.com/office/drawing/2014/main" val="809923635"/>
                        </a:ext>
                      </a:extLst>
                    </a:gridCol>
                    <a:gridCol w="2543503">
                      <a:extLst>
                        <a:ext uri="{9D8B030D-6E8A-4147-A177-3AD203B41FA5}">
                          <a16:colId xmlns:a16="http://schemas.microsoft.com/office/drawing/2014/main" val="4201562744"/>
                        </a:ext>
                      </a:extLst>
                    </a:gridCol>
                    <a:gridCol w="1534511">
                      <a:extLst>
                        <a:ext uri="{9D8B030D-6E8A-4147-A177-3AD203B41FA5}">
                          <a16:colId xmlns:a16="http://schemas.microsoft.com/office/drawing/2014/main" val="3069089154"/>
                        </a:ext>
                      </a:extLst>
                    </a:gridCol>
                    <a:gridCol w="1810572">
                      <a:extLst>
                        <a:ext uri="{9D8B030D-6E8A-4147-A177-3AD203B41FA5}">
                          <a16:colId xmlns:a16="http://schemas.microsoft.com/office/drawing/2014/main" val="10942722"/>
                        </a:ext>
                      </a:extLst>
                    </a:gridCol>
                    <a:gridCol w="2283310">
                      <a:extLst>
                        <a:ext uri="{9D8B030D-6E8A-4147-A177-3AD203B41FA5}">
                          <a16:colId xmlns:a16="http://schemas.microsoft.com/office/drawing/2014/main" val="28486072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p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b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% Error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8668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0.4794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7152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0.87756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0.87760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−4.632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077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0.4940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7981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0.86944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0.86948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−4.632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9453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08472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0.86109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0.86113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−4.632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104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0.5227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6604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0.85249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0.85253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−4.632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413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176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0.84366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0.84370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−4.632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0458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0.5833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1635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0.83460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0.83463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−4.632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630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0.5646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70632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4062A59-2856-B429-B4B5-786ABBDFFD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7450097"/>
                  </p:ext>
                </p:extLst>
              </p:nvPr>
            </p:nvGraphicFramePr>
            <p:xfrm>
              <a:off x="1563249" y="1128620"/>
              <a:ext cx="10368558" cy="5612768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945931">
                      <a:extLst>
                        <a:ext uri="{9D8B030D-6E8A-4147-A177-3AD203B41FA5}">
                          <a16:colId xmlns:a16="http://schemas.microsoft.com/office/drawing/2014/main" val="1414882422"/>
                        </a:ext>
                      </a:extLst>
                    </a:gridCol>
                    <a:gridCol w="1250731">
                      <a:extLst>
                        <a:ext uri="{9D8B030D-6E8A-4147-A177-3AD203B41FA5}">
                          <a16:colId xmlns:a16="http://schemas.microsoft.com/office/drawing/2014/main" val="809923635"/>
                        </a:ext>
                      </a:extLst>
                    </a:gridCol>
                    <a:gridCol w="2543503">
                      <a:extLst>
                        <a:ext uri="{9D8B030D-6E8A-4147-A177-3AD203B41FA5}">
                          <a16:colId xmlns:a16="http://schemas.microsoft.com/office/drawing/2014/main" val="4201562744"/>
                        </a:ext>
                      </a:extLst>
                    </a:gridCol>
                    <a:gridCol w="1534511">
                      <a:extLst>
                        <a:ext uri="{9D8B030D-6E8A-4147-A177-3AD203B41FA5}">
                          <a16:colId xmlns:a16="http://schemas.microsoft.com/office/drawing/2014/main" val="3069089154"/>
                        </a:ext>
                      </a:extLst>
                    </a:gridCol>
                    <a:gridCol w="1810572">
                      <a:extLst>
                        <a:ext uri="{9D8B030D-6E8A-4147-A177-3AD203B41FA5}">
                          <a16:colId xmlns:a16="http://schemas.microsoft.com/office/drawing/2014/main" val="10942722"/>
                        </a:ext>
                      </a:extLst>
                    </a:gridCol>
                    <a:gridCol w="2283310">
                      <a:extLst>
                        <a:ext uri="{9D8B030D-6E8A-4147-A177-3AD203B41FA5}">
                          <a16:colId xmlns:a16="http://schemas.microsoft.com/office/drawing/2014/main" val="2848607214"/>
                        </a:ext>
                      </a:extLst>
                    </a:gridCol>
                  </a:tblGrid>
                  <a:tr h="4201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45" t="-7246" r="-999355" b="-12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728" t="-7246" r="-651942" b="-12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811" t="-7246" r="-222062" b="-12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9127" t="-7246" r="-267460" b="-12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7138" t="-7246" r="-126936" b="-12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% Error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86681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0.4794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7152458"/>
                      </a:ext>
                    </a:extLst>
                  </a:tr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0.87756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0.87760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4133" t="-210606" r="-533" b="-1119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0772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0.4940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7981330"/>
                      </a:ext>
                    </a:extLst>
                  </a:tr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0.86944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0.86948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4133" t="-409091" r="-533" b="-9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945376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0847253"/>
                      </a:ext>
                    </a:extLst>
                  </a:tr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0.86109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0.86113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4133" t="-607576" r="-533" b="-7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31044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0.5227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6604114"/>
                      </a:ext>
                    </a:extLst>
                  </a:tr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0.85249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0.85253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4133" t="-794030" r="-533" b="-5149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1388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0.5368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176993"/>
                      </a:ext>
                    </a:extLst>
                  </a:tr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0.84366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0.84370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4133" t="-1006061" r="-533" b="-3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45886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0.5833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0.5508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1635891"/>
                      </a:ext>
                    </a:extLst>
                  </a:tr>
                  <a:tr h="403162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0.83460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0.83463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4133" t="-1204545" r="-533" b="-12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63051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0.5646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70632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66994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5B11-596A-4631-2292-7A36FFF7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79B5-78F2-0F70-192A-145382A8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Central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CF957-C623-AC19-EEF5-9AE22A4D8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4EA66-A0ED-15E9-ECEA-3C81DD7AB5DF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Ex:</a:t>
            </a:r>
            <a:endParaRPr lang="en-PK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12E4F-93E8-2798-2737-373E591B4CDD}"/>
              </a:ext>
            </a:extLst>
          </p:cNvPr>
          <p:cNvSpPr txBox="1"/>
          <p:nvPr/>
        </p:nvSpPr>
        <p:spPr>
          <a:xfrm>
            <a:off x="2388476" y="0"/>
            <a:ext cx="9255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following data was collected for the distance traveled versus time for a rocket. Use numerical differentiation to estimate the rocket’s velocity and acceleration at each time: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69FFA9C-378D-94F8-7C0C-AF744E0B56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3862581"/>
                  </p:ext>
                </p:extLst>
              </p:nvPr>
            </p:nvGraphicFramePr>
            <p:xfrm>
              <a:off x="2374208" y="1113682"/>
              <a:ext cx="8585318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6474">
                      <a:extLst>
                        <a:ext uri="{9D8B030D-6E8A-4147-A177-3AD203B41FA5}">
                          <a16:colId xmlns:a16="http://schemas.microsoft.com/office/drawing/2014/main" val="3757446358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628781015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3142953846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3487481592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3703038501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2265101630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795597898"/>
                        </a:ext>
                      </a:extLst>
                    </a:gridCol>
                  </a:tblGrid>
                  <a:tr h="243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51883"/>
                      </a:ext>
                    </a:extLst>
                  </a:tr>
                  <a:tr h="243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306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69FFA9C-378D-94F8-7C0C-AF744E0B56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3862581"/>
                  </p:ext>
                </p:extLst>
              </p:nvPr>
            </p:nvGraphicFramePr>
            <p:xfrm>
              <a:off x="2374208" y="1113682"/>
              <a:ext cx="8585318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6474">
                      <a:extLst>
                        <a:ext uri="{9D8B030D-6E8A-4147-A177-3AD203B41FA5}">
                          <a16:colId xmlns:a16="http://schemas.microsoft.com/office/drawing/2014/main" val="3757446358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628781015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3142953846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3487481592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3703038501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2265101630"/>
                        </a:ext>
                      </a:extLst>
                    </a:gridCol>
                    <a:gridCol w="1226474">
                      <a:extLst>
                        <a:ext uri="{9D8B030D-6E8A-4147-A177-3AD203B41FA5}">
                          <a16:colId xmlns:a16="http://schemas.microsoft.com/office/drawing/2014/main" val="79559789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7576" r="-602985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5188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109231" r="-602985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3067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9013C94-2F34-5225-3A7E-FC624FBDC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4688039"/>
                  </p:ext>
                </p:extLst>
              </p:nvPr>
            </p:nvGraphicFramePr>
            <p:xfrm>
              <a:off x="2028498" y="1967595"/>
              <a:ext cx="9255886" cy="4731131"/>
            </p:xfrm>
            <a:graphic>
              <a:graphicData uri="http://schemas.openxmlformats.org/drawingml/2006/table">
                <a:tbl>
                  <a:tblPr firstRow="1" bandRow="1">
                    <a:tableStyleId>{FABFCF23-3B69-468F-B69F-88F6DE6A72F2}</a:tableStyleId>
                  </a:tblPr>
                  <a:tblGrid>
                    <a:gridCol w="1066036">
                      <a:extLst>
                        <a:ext uri="{9D8B030D-6E8A-4147-A177-3AD203B41FA5}">
                          <a16:colId xmlns:a16="http://schemas.microsoft.com/office/drawing/2014/main" val="370515926"/>
                        </a:ext>
                      </a:extLst>
                    </a:gridCol>
                    <a:gridCol w="1803287">
                      <a:extLst>
                        <a:ext uri="{9D8B030D-6E8A-4147-A177-3AD203B41FA5}">
                          <a16:colId xmlns:a16="http://schemas.microsoft.com/office/drawing/2014/main" val="2845391003"/>
                        </a:ext>
                      </a:extLst>
                    </a:gridCol>
                    <a:gridCol w="2207172">
                      <a:extLst>
                        <a:ext uri="{9D8B030D-6E8A-4147-A177-3AD203B41FA5}">
                          <a16:colId xmlns:a16="http://schemas.microsoft.com/office/drawing/2014/main" val="2866942787"/>
                        </a:ext>
                      </a:extLst>
                    </a:gridCol>
                    <a:gridCol w="2328214">
                      <a:extLst>
                        <a:ext uri="{9D8B030D-6E8A-4147-A177-3AD203B41FA5}">
                          <a16:colId xmlns:a16="http://schemas.microsoft.com/office/drawing/2014/main" val="867042418"/>
                        </a:ext>
                      </a:extLst>
                    </a:gridCol>
                    <a:gridCol w="1851177">
                      <a:extLst>
                        <a:ext uri="{9D8B030D-6E8A-4147-A177-3AD203B41FA5}">
                          <a16:colId xmlns:a16="http://schemas.microsoft.com/office/drawing/2014/main" val="2455998851"/>
                        </a:ext>
                      </a:extLst>
                    </a:gridCol>
                  </a:tblGrid>
                  <a:tr h="3129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𝒌𝒎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1" smtClean="0">
                                            <a:latin typeface="Cambria Math" panose="02040503050406030204" pitchFamily="18" charset="0"/>
                                          </a:rPr>
                                          <m:t>𝒌𝒎</m:t>
                                        </m:r>
                                      </m:num>
                                      <m:den>
                                        <m:r>
                                          <a:rPr lang="en-US" sz="1800" b="1" smtClean="0">
                                            <a:latin typeface="Cambria Math" panose="02040503050406030204" pitchFamily="18" charset="0"/>
                                          </a:rPr>
                                          <m:t>𝒔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8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1" smtClean="0">
                                            <a:latin typeface="Cambria Math" panose="02040503050406030204" pitchFamily="18" charset="0"/>
                                          </a:rPr>
                                          <m:t>𝒌𝒎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1" smtClean="0">
                                                <a:latin typeface="Cambria Math" panose="02040503050406030204" pitchFamily="18" charset="0"/>
                                              </a:rPr>
                                              <m:t>𝒔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443860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2608092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4757375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−9.6×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7457976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0222724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−9.6×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744412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0566527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−9.6×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5404317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744150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smtClean="0">
                                    <a:latin typeface="Cambria Math" panose="02040503050406030204" pitchFamily="18" charset="0"/>
                                  </a:rPr>
                                  <m:t>−9.6×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b="0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8163800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846681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598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9013C94-2F34-5225-3A7E-FC624FBDC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4688039"/>
                  </p:ext>
                </p:extLst>
              </p:nvPr>
            </p:nvGraphicFramePr>
            <p:xfrm>
              <a:off x="2028498" y="1967595"/>
              <a:ext cx="9255886" cy="4755771"/>
            </p:xfrm>
            <a:graphic>
              <a:graphicData uri="http://schemas.openxmlformats.org/drawingml/2006/table">
                <a:tbl>
                  <a:tblPr firstRow="1" bandRow="1">
                    <a:tableStyleId>{FABFCF23-3B69-468F-B69F-88F6DE6A72F2}</a:tableStyleId>
                  </a:tblPr>
                  <a:tblGrid>
                    <a:gridCol w="1066036">
                      <a:extLst>
                        <a:ext uri="{9D8B030D-6E8A-4147-A177-3AD203B41FA5}">
                          <a16:colId xmlns:a16="http://schemas.microsoft.com/office/drawing/2014/main" val="370515926"/>
                        </a:ext>
                      </a:extLst>
                    </a:gridCol>
                    <a:gridCol w="1803287">
                      <a:extLst>
                        <a:ext uri="{9D8B030D-6E8A-4147-A177-3AD203B41FA5}">
                          <a16:colId xmlns:a16="http://schemas.microsoft.com/office/drawing/2014/main" val="2845391003"/>
                        </a:ext>
                      </a:extLst>
                    </a:gridCol>
                    <a:gridCol w="2207172">
                      <a:extLst>
                        <a:ext uri="{9D8B030D-6E8A-4147-A177-3AD203B41FA5}">
                          <a16:colId xmlns:a16="http://schemas.microsoft.com/office/drawing/2014/main" val="2866942787"/>
                        </a:ext>
                      </a:extLst>
                    </a:gridCol>
                    <a:gridCol w="2328214">
                      <a:extLst>
                        <a:ext uri="{9D8B030D-6E8A-4147-A177-3AD203B41FA5}">
                          <a16:colId xmlns:a16="http://schemas.microsoft.com/office/drawing/2014/main" val="867042418"/>
                        </a:ext>
                      </a:extLst>
                    </a:gridCol>
                    <a:gridCol w="1851177">
                      <a:extLst>
                        <a:ext uri="{9D8B030D-6E8A-4147-A177-3AD203B41FA5}">
                          <a16:colId xmlns:a16="http://schemas.microsoft.com/office/drawing/2014/main" val="2455998851"/>
                        </a:ext>
                      </a:extLst>
                    </a:gridCol>
                  </a:tblGrid>
                  <a:tr h="7077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1" t="-862" r="-769714" b="-587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459" t="-862" r="-355068" b="-587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0028" t="-862" r="-189532" b="-587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8586" t="-862" r="-80105" b="-587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9" t="-862" r="-658" b="-5870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438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26080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4757375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9" t="-388525" r="-658" b="-8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74579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0222724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9" t="-588525" r="-658" b="-6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47444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0566527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9" t="-786885" r="-658" b="-4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54043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744150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329" t="-985246" r="-658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1638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84668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59800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461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7589-E868-19B3-357F-ABE92C33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E613-5C85-9DCF-650D-1246C1354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89CD-1074-C9D8-AEB7-9229F7C2B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7E583-7FB4-19E7-E7D3-C64C505187D9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Ex:</a:t>
            </a:r>
            <a:endParaRPr lang="en-PK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4F994B-300F-EA1E-6A67-C3EFA7DBC226}"/>
                  </a:ext>
                </a:extLst>
              </p:cNvPr>
              <p:cNvSpPr txBox="1"/>
              <p:nvPr/>
            </p:nvSpPr>
            <p:spPr>
              <a:xfrm>
                <a:off x="2388476" y="0"/>
                <a:ext cx="9255885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Develop a user friendly program to obtain first-derivative estimates for unequally spaced data. Test it with the following data. Note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Compare the results with the exact: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=5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⁡(−2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4F994B-300F-EA1E-6A67-C3EFA7DBC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6" y="0"/>
                <a:ext cx="9255885" cy="1508105"/>
              </a:xfrm>
              <a:prstGeom prst="rect">
                <a:avLst/>
              </a:prstGeom>
              <a:blipFill>
                <a:blip r:embed="rId2"/>
                <a:stretch>
                  <a:fillRect l="-1054" t="-3239" b="-6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C5BCD1F-BE47-A427-4E58-772A5D8CF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2193461"/>
                  </p:ext>
                </p:extLst>
              </p:nvPr>
            </p:nvGraphicFramePr>
            <p:xfrm>
              <a:off x="2374207" y="1597175"/>
              <a:ext cx="8702502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0417">
                      <a:extLst>
                        <a:ext uri="{9D8B030D-6E8A-4147-A177-3AD203B41FA5}">
                          <a16:colId xmlns:a16="http://schemas.microsoft.com/office/drawing/2014/main" val="3757446358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628781015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3142953846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3487481592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3703038501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2265101630"/>
                        </a:ext>
                      </a:extLst>
                    </a:gridCol>
                  </a:tblGrid>
                  <a:tr h="243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51883"/>
                      </a:ext>
                    </a:extLst>
                  </a:tr>
                  <a:tr h="2439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0.6767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0.3734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0.3261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0.08422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0.01596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306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C5BCD1F-BE47-A427-4E58-772A5D8CF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2193461"/>
                  </p:ext>
                </p:extLst>
              </p:nvPr>
            </p:nvGraphicFramePr>
            <p:xfrm>
              <a:off x="2374207" y="1597175"/>
              <a:ext cx="8702502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0417">
                      <a:extLst>
                        <a:ext uri="{9D8B030D-6E8A-4147-A177-3AD203B41FA5}">
                          <a16:colId xmlns:a16="http://schemas.microsoft.com/office/drawing/2014/main" val="3757446358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628781015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3142953846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3487481592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3703038501"/>
                        </a:ext>
                      </a:extLst>
                    </a:gridCol>
                    <a:gridCol w="1450417">
                      <a:extLst>
                        <a:ext uri="{9D8B030D-6E8A-4147-A177-3AD203B41FA5}">
                          <a16:colId xmlns:a16="http://schemas.microsoft.com/office/drawing/2014/main" val="226510163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" t="-7576" r="-502101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5188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0" t="-109231" r="-502101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0.6767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0.3734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0.3261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0.08422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0.01596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3067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5EA89B5-0E22-381C-E515-0AC1F498C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148782"/>
                  </p:ext>
                </p:extLst>
              </p:nvPr>
            </p:nvGraphicFramePr>
            <p:xfrm>
              <a:off x="2038924" y="2478726"/>
              <a:ext cx="9255886" cy="3931920"/>
            </p:xfrm>
            <a:graphic>
              <a:graphicData uri="http://schemas.openxmlformats.org/drawingml/2006/table">
                <a:tbl>
                  <a:tblPr firstRow="1" bandRow="1">
                    <a:tableStyleId>{FABFCF23-3B69-468F-B69F-88F6DE6A72F2}</a:tableStyleId>
                  </a:tblPr>
                  <a:tblGrid>
                    <a:gridCol w="1066036">
                      <a:extLst>
                        <a:ext uri="{9D8B030D-6E8A-4147-A177-3AD203B41FA5}">
                          <a16:colId xmlns:a16="http://schemas.microsoft.com/office/drawing/2014/main" val="370515926"/>
                        </a:ext>
                      </a:extLst>
                    </a:gridCol>
                    <a:gridCol w="1803287">
                      <a:extLst>
                        <a:ext uri="{9D8B030D-6E8A-4147-A177-3AD203B41FA5}">
                          <a16:colId xmlns:a16="http://schemas.microsoft.com/office/drawing/2014/main" val="2845391003"/>
                        </a:ext>
                      </a:extLst>
                    </a:gridCol>
                    <a:gridCol w="2207172">
                      <a:extLst>
                        <a:ext uri="{9D8B030D-6E8A-4147-A177-3AD203B41FA5}">
                          <a16:colId xmlns:a16="http://schemas.microsoft.com/office/drawing/2014/main" val="2866942787"/>
                        </a:ext>
                      </a:extLst>
                    </a:gridCol>
                    <a:gridCol w="2328214">
                      <a:extLst>
                        <a:ext uri="{9D8B030D-6E8A-4147-A177-3AD203B41FA5}">
                          <a16:colId xmlns:a16="http://schemas.microsoft.com/office/drawing/2014/main" val="867042418"/>
                        </a:ext>
                      </a:extLst>
                    </a:gridCol>
                    <a:gridCol w="1851177">
                      <a:extLst>
                        <a:ext uri="{9D8B030D-6E8A-4147-A177-3AD203B41FA5}">
                          <a16:colId xmlns:a16="http://schemas.microsoft.com/office/drawing/2014/main" val="2455998851"/>
                        </a:ext>
                      </a:extLst>
                    </a:gridCol>
                  </a:tblGrid>
                  <a:tr h="3129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𝒅𝒇</m:t>
                                </m:r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𝒅𝒙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  <a:p>
                          <a:pPr algn="ctr"/>
                          <a:r>
                            <a:rPr lang="en-US" sz="1800" dirty="0"/>
                            <a:t>Finite Diff.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𝐄𝐱𝐚𝐜𝐭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443860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0.6767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2608092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-0.60660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-0.67668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4757375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0.3734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7457976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-0.09460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-0.49787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0222724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0.3261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744412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-0.48376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-0.44838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0566527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0.084422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5404317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-0.13652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-0.13476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744150"/>
                      </a:ext>
                    </a:extLst>
                  </a:tr>
                  <a:tr h="312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0.01596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81638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5EA89B5-0E22-381C-E515-0AC1F498C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148782"/>
                  </p:ext>
                </p:extLst>
              </p:nvPr>
            </p:nvGraphicFramePr>
            <p:xfrm>
              <a:off x="2038924" y="2478726"/>
              <a:ext cx="9255886" cy="3931920"/>
            </p:xfrm>
            <a:graphic>
              <a:graphicData uri="http://schemas.openxmlformats.org/drawingml/2006/table">
                <a:tbl>
                  <a:tblPr firstRow="1" bandRow="1">
                    <a:tableStyleId>{FABFCF23-3B69-468F-B69F-88F6DE6A72F2}</a:tableStyleId>
                  </a:tblPr>
                  <a:tblGrid>
                    <a:gridCol w="1066036">
                      <a:extLst>
                        <a:ext uri="{9D8B030D-6E8A-4147-A177-3AD203B41FA5}">
                          <a16:colId xmlns:a16="http://schemas.microsoft.com/office/drawing/2014/main" val="370515926"/>
                        </a:ext>
                      </a:extLst>
                    </a:gridCol>
                    <a:gridCol w="1803287">
                      <a:extLst>
                        <a:ext uri="{9D8B030D-6E8A-4147-A177-3AD203B41FA5}">
                          <a16:colId xmlns:a16="http://schemas.microsoft.com/office/drawing/2014/main" val="2845391003"/>
                        </a:ext>
                      </a:extLst>
                    </a:gridCol>
                    <a:gridCol w="2207172">
                      <a:extLst>
                        <a:ext uri="{9D8B030D-6E8A-4147-A177-3AD203B41FA5}">
                          <a16:colId xmlns:a16="http://schemas.microsoft.com/office/drawing/2014/main" val="2866942787"/>
                        </a:ext>
                      </a:extLst>
                    </a:gridCol>
                    <a:gridCol w="2328214">
                      <a:extLst>
                        <a:ext uri="{9D8B030D-6E8A-4147-A177-3AD203B41FA5}">
                          <a16:colId xmlns:a16="http://schemas.microsoft.com/office/drawing/2014/main" val="867042418"/>
                        </a:ext>
                      </a:extLst>
                    </a:gridCol>
                    <a:gridCol w="1851177">
                      <a:extLst>
                        <a:ext uri="{9D8B030D-6E8A-4147-A177-3AD203B41FA5}">
                          <a16:colId xmlns:a16="http://schemas.microsoft.com/office/drawing/2014/main" val="245599885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1" t="-952" r="-769143" b="-5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459" t="-952" r="-354730" b="-5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0387" t="-952" r="-190055" b="-5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8325" t="-952" r="-80105" b="-5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952" r="-658" b="-53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438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0.6767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26080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-0.60660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-0.67668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47573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0.3734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74579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-0.09460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-0.49787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02227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0.3261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7444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-0.48376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-0.44838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05665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0.084422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54043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-0.13652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-0.13476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7441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0.01596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81638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920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9AD3A-72B8-8B57-31DF-E85DAC8D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49CC-1AAE-E32F-7DAC-0BD26BBD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E792-4A10-28F2-0D88-3D77E0125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8FEF9-2674-934E-18C6-3BB116C8921A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Ex:</a:t>
            </a:r>
            <a:endParaRPr lang="en-PK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697F9-FDCE-D47E-9107-35B55BCD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83" y="87367"/>
            <a:ext cx="10296525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06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D6E5-7A53-44FA-350A-58E44022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CB64-684F-DF38-A10F-FDA63FA5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9268-F4D7-9485-9336-232942B5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5058F5-72CE-906F-356D-16E4C72810C9}"/>
                  </a:ext>
                </a:extLst>
              </p:cNvPr>
              <p:cNvSpPr txBox="1"/>
              <p:nvPr/>
            </p:nvSpPr>
            <p:spPr>
              <a:xfrm>
                <a:off x="1563249" y="473633"/>
                <a:ext cx="974360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Ex: Use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𝑑𝑖𝑓𝑓</m:t>
                    </m:r>
                  </m:oMath>
                </a14:m>
                <a:r>
                  <a:rPr lang="en-US" sz="2800" dirty="0"/>
                  <a:t> function of </a:t>
                </a:r>
                <a:r>
                  <a:rPr lang="en-US" sz="2800" dirty="0" err="1"/>
                  <a:t>numpy</a:t>
                </a:r>
                <a:r>
                  <a:rPr lang="en-US" sz="2800" dirty="0"/>
                  <a:t> to compute the first derivatives for the following data. Also, show the results both numerically and  graphically.</a:t>
                </a:r>
                <a:endParaRPr lang="en-PK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5058F5-72CE-906F-356D-16E4C7281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249" y="473633"/>
                <a:ext cx="9743606" cy="1384995"/>
              </a:xfrm>
              <a:prstGeom prst="rect">
                <a:avLst/>
              </a:prstGeom>
              <a:blipFill>
                <a:blip r:embed="rId2"/>
                <a:stretch>
                  <a:fillRect l="-1251" t="-440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826DC58-C89C-829D-73B9-46FD50A06E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68599"/>
          <a:stretch/>
        </p:blipFill>
        <p:spPr>
          <a:xfrm>
            <a:off x="1979550" y="2550318"/>
            <a:ext cx="9101363" cy="1036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03D64-3F33-E114-680B-F8AC21364223}"/>
                  </a:ext>
                </a:extLst>
              </p:cNvPr>
              <p:cNvSpPr txBox="1"/>
              <p:nvPr/>
            </p:nvSpPr>
            <p:spPr>
              <a:xfrm>
                <a:off x="1795064" y="4278895"/>
                <a:ext cx="974360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What happens when central difference (the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𝑔𝑟𝑎𝑑𝑖𝑒𝑛𝑡</m:t>
                    </m:r>
                  </m:oMath>
                </a14:m>
                <a:r>
                  <a:rPr lang="en-US" sz="2800" dirty="0"/>
                  <a:t>) is used in place of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𝑑𝑖𝑓𝑓</m:t>
                    </m:r>
                  </m:oMath>
                </a14:m>
                <a:r>
                  <a:rPr lang="en-US" sz="2800" dirty="0"/>
                  <a:t> function?</a:t>
                </a:r>
                <a:endParaRPr lang="en-PK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03D64-3F33-E114-680B-F8AC21364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064" y="4278895"/>
                <a:ext cx="9743606" cy="954107"/>
              </a:xfrm>
              <a:prstGeom prst="rect">
                <a:avLst/>
              </a:prstGeom>
              <a:blipFill>
                <a:blip r:embed="rId5"/>
                <a:stretch>
                  <a:fillRect l="-1251" t="-6410" r="-50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44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B5793-11A0-C674-0C7E-A92B4700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741D-E1F1-9127-C6B4-97DAB9BB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6086-DDC8-068C-A198-4A1EF2DD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F5E56-DDB3-AF13-5362-7DF3FB9F8E3B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708B8-7ADA-6AE4-7603-A48AA2487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83" y="955924"/>
            <a:ext cx="1020127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86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42452-1198-A43D-EAC4-8723FB15C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95AD-8CBA-26B9-75D8-74319854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8CFE-A4A9-FAB6-E5E4-DE3A9F38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087DB-CEA5-CACC-F038-92D78A5FFC93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520FC-313F-AA3B-B0B4-37A697DC8A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23" b="-1"/>
          <a:stretch/>
        </p:blipFill>
        <p:spPr>
          <a:xfrm>
            <a:off x="3652837" y="1198879"/>
            <a:ext cx="4886325" cy="5435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F7109A-9B22-0B51-4EDA-FD4B685208BE}"/>
                  </a:ext>
                </a:extLst>
              </p:cNvPr>
              <p:cNvSpPr txBox="1"/>
              <p:nvPr/>
            </p:nvSpPr>
            <p:spPr>
              <a:xfrm>
                <a:off x="3652836" y="646331"/>
                <a:ext cx="4886325" cy="54450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F7109A-9B22-0B51-4EDA-FD4B68520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836" y="646331"/>
                <a:ext cx="4886325" cy="544508"/>
              </a:xfrm>
              <a:prstGeom prst="rect">
                <a:avLst/>
              </a:prstGeom>
              <a:blipFill>
                <a:blip r:embed="rId3"/>
                <a:stretch>
                  <a:fillRect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280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B8A8-1AA5-120D-D383-BD989D78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0873-2703-2994-3BD6-2A9499C4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5FD3-FEB9-A53D-93CE-6A11CDAE5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CA973-F454-D02C-52A3-A01607D3F8D4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76C45-8C98-8017-02A0-A5C9C7A09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742" y="161467"/>
            <a:ext cx="7716327" cy="65350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81A195-082D-41B3-29B7-0721B39D97EE}"/>
              </a:ext>
            </a:extLst>
          </p:cNvPr>
          <p:cNvSpPr txBox="1"/>
          <p:nvPr/>
        </p:nvSpPr>
        <p:spPr>
          <a:xfrm>
            <a:off x="6954252" y="6243052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x-data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622B0-C43C-E0D8-A80C-B8153C81F483}"/>
              </a:ext>
            </a:extLst>
          </p:cNvPr>
          <p:cNvSpPr txBox="1"/>
          <p:nvPr/>
        </p:nvSpPr>
        <p:spPr>
          <a:xfrm rot="16200000">
            <a:off x="3003884" y="3356372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y-data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41AA09-D57F-7773-76AB-ED266E724729}"/>
                  </a:ext>
                </a:extLst>
              </p:cNvPr>
              <p:cNvSpPr txBox="1"/>
              <p:nvPr/>
            </p:nvSpPr>
            <p:spPr>
              <a:xfrm>
                <a:off x="8847036" y="3587204"/>
                <a:ext cx="994795" cy="9722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dirty="0" err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41AA09-D57F-7773-76AB-ED266E724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036" y="3587204"/>
                <a:ext cx="994795" cy="972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48FC93-056A-5A67-4531-2D749EF96F9D}"/>
                  </a:ext>
                </a:extLst>
              </p:cNvPr>
              <p:cNvSpPr txBox="1"/>
              <p:nvPr/>
            </p:nvSpPr>
            <p:spPr>
              <a:xfrm>
                <a:off x="7742320" y="1898772"/>
                <a:ext cx="994795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48FC93-056A-5A67-4531-2D749EF96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320" y="1898772"/>
                <a:ext cx="994795" cy="461665"/>
              </a:xfrm>
              <a:prstGeom prst="rect">
                <a:avLst/>
              </a:prstGeom>
              <a:blipFill>
                <a:blip r:embed="rId4"/>
                <a:stretch>
                  <a:fillRect b="-1392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7FBDE96-3413-93B1-A3FE-BEDB1E5F1109}"/>
              </a:ext>
            </a:extLst>
          </p:cNvPr>
          <p:cNvSpPr txBox="1"/>
          <p:nvPr/>
        </p:nvSpPr>
        <p:spPr>
          <a:xfrm>
            <a:off x="3360820" y="1009327"/>
            <a:ext cx="755182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First Derivatives using Forward Difference Formula</a:t>
            </a:r>
          </a:p>
        </p:txBody>
      </p:sp>
    </p:spTree>
    <p:extLst>
      <p:ext uri="{BB962C8B-B14F-4D97-AF65-F5344CB8AC3E}">
        <p14:creationId xmlns:p14="http://schemas.microsoft.com/office/powerpoint/2010/main" val="3983202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A50D-2DC2-F034-D42D-B62DAD01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C719-7C3D-1069-6AC8-691B235A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6B5B-CF1C-546D-06B9-60A8D58F4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070B1-92F1-66C2-9871-C2F8CF6C7CA0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CFA6D-D9EC-8230-D50C-FA2BD285A40A}"/>
              </a:ext>
            </a:extLst>
          </p:cNvPr>
          <p:cNvSpPr txBox="1"/>
          <p:nvPr/>
        </p:nvSpPr>
        <p:spPr>
          <a:xfrm>
            <a:off x="6954252" y="6243052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x-data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CFAFB-349C-E7F8-7DF8-342D11F89ACB}"/>
              </a:ext>
            </a:extLst>
          </p:cNvPr>
          <p:cNvSpPr txBox="1"/>
          <p:nvPr/>
        </p:nvSpPr>
        <p:spPr>
          <a:xfrm rot="16200000">
            <a:off x="3003884" y="3356372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y-data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FF40A6-88E1-D075-A88F-C2DBEB05589E}"/>
                  </a:ext>
                </a:extLst>
              </p:cNvPr>
              <p:cNvSpPr txBox="1"/>
              <p:nvPr/>
            </p:nvSpPr>
            <p:spPr>
              <a:xfrm>
                <a:off x="8847036" y="3587204"/>
                <a:ext cx="994795" cy="9722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dirty="0" err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FF40A6-88E1-D075-A88F-C2DBEB055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036" y="3587204"/>
                <a:ext cx="994795" cy="972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A2C2ED-F9E7-0239-C570-2ABB1C4A5BE8}"/>
                  </a:ext>
                </a:extLst>
              </p:cNvPr>
              <p:cNvSpPr txBox="1"/>
              <p:nvPr/>
            </p:nvSpPr>
            <p:spPr>
              <a:xfrm>
                <a:off x="7742320" y="1898772"/>
                <a:ext cx="994795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A2C2ED-F9E7-0239-C570-2ABB1C4A5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320" y="1898772"/>
                <a:ext cx="994795" cy="461665"/>
              </a:xfrm>
              <a:prstGeom prst="rect">
                <a:avLst/>
              </a:prstGeom>
              <a:blipFill>
                <a:blip r:embed="rId3"/>
                <a:stretch>
                  <a:fillRect b="-1392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60037B-FDD2-6873-5A81-E92FD05A6C8F}"/>
              </a:ext>
            </a:extLst>
          </p:cNvPr>
          <p:cNvSpPr txBox="1"/>
          <p:nvPr/>
        </p:nvSpPr>
        <p:spPr>
          <a:xfrm>
            <a:off x="3360820" y="1009327"/>
            <a:ext cx="755182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First Derivatives using Forward Difference Formula</a:t>
            </a:r>
          </a:p>
        </p:txBody>
      </p:sp>
    </p:spTree>
    <p:extLst>
      <p:ext uri="{BB962C8B-B14F-4D97-AF65-F5344CB8AC3E}">
        <p14:creationId xmlns:p14="http://schemas.microsoft.com/office/powerpoint/2010/main" val="37765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C2EF-D891-4BFF-7F50-C9E6FC84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B41C-1401-C1FB-BAFF-905612C6B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</a:t>
            </a:r>
            <a:r>
              <a:rPr lang="en-US" dirty="0" err="1"/>
              <a:t>Centeral</a:t>
            </a:r>
            <a:r>
              <a:rPr lang="en-US" dirty="0"/>
              <a:t>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AE8E-CE4D-9B49-658E-0F702981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005AA-C237-29F1-2326-94CFA5815DD7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63702-C91D-12BB-73AD-7F0F54D6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83" y="955924"/>
            <a:ext cx="10210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52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2B65E-82E4-1B24-2368-6008DE82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D378-A41E-D3A7-209C-A3A6BA8C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</a:t>
            </a:r>
            <a:r>
              <a:rPr lang="en-US" dirty="0" err="1"/>
              <a:t>Centeral</a:t>
            </a:r>
            <a:r>
              <a:rPr lang="en-US" dirty="0"/>
              <a:t>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3ED6-D323-2FA2-E34D-76F5A7E5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A5D5-50BA-D86A-2654-DF8CAE171B1B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15662-84F0-EC18-C899-102BD99918B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881437" y="1117880"/>
            <a:ext cx="4429125" cy="54102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E57E79-82CD-D646-A7FC-D17C4AA87DC1}"/>
                  </a:ext>
                </a:extLst>
              </p:cNvPr>
              <p:cNvSpPr txBox="1"/>
              <p:nvPr/>
            </p:nvSpPr>
            <p:spPr>
              <a:xfrm>
                <a:off x="3881437" y="528874"/>
                <a:ext cx="4429125" cy="54450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E57E79-82CD-D646-A7FC-D17C4AA87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37" y="528874"/>
                <a:ext cx="4429125" cy="544508"/>
              </a:xfrm>
              <a:prstGeom prst="rect">
                <a:avLst/>
              </a:prstGeom>
              <a:blipFill>
                <a:blip r:embed="rId3"/>
                <a:stretch>
                  <a:fillRect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361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F9A1-B1FA-33FA-4901-F523A837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1241-6FFD-6E1A-112A-49B83859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14394C"/>
          </a:solidFill>
        </p:spPr>
        <p:txBody>
          <a:bodyPr/>
          <a:lstStyle/>
          <a:p>
            <a:pPr algn="ctr"/>
            <a:r>
              <a:rPr lang="en-US" dirty="0"/>
              <a:t>Example:  Forward Difference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8CC00-E774-0B43-820A-23C795A6E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249" y="955924"/>
            <a:ext cx="10207236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9C258-D362-F118-1471-8126C991D615}"/>
              </a:ext>
            </a:extLst>
          </p:cNvPr>
          <p:cNvSpPr txBox="1"/>
          <p:nvPr/>
        </p:nvSpPr>
        <p:spPr>
          <a:xfrm>
            <a:off x="1431383" y="0"/>
            <a:ext cx="974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Solution:</a:t>
            </a:r>
            <a:endParaRPr lang="en-PK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0CAE10-FF30-8101-5855-63A64AFAD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742" y="161467"/>
            <a:ext cx="7716327" cy="65350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3604E-E79B-4814-AE95-F57DAAA27140}"/>
              </a:ext>
            </a:extLst>
          </p:cNvPr>
          <p:cNvSpPr txBox="1"/>
          <p:nvPr/>
        </p:nvSpPr>
        <p:spPr>
          <a:xfrm>
            <a:off x="6954252" y="6243052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x-data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00D82-E9C5-1BC3-789E-6A528C0F1761}"/>
              </a:ext>
            </a:extLst>
          </p:cNvPr>
          <p:cNvSpPr txBox="1"/>
          <p:nvPr/>
        </p:nvSpPr>
        <p:spPr>
          <a:xfrm rot="16200000">
            <a:off x="3003884" y="3356372"/>
            <a:ext cx="157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y-data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D011FF-8B82-062A-151D-0DE17CEB0856}"/>
                  </a:ext>
                </a:extLst>
              </p:cNvPr>
              <p:cNvSpPr txBox="1"/>
              <p:nvPr/>
            </p:nvSpPr>
            <p:spPr>
              <a:xfrm>
                <a:off x="8847036" y="3587204"/>
                <a:ext cx="994795" cy="9722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dirty="0" err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US" sz="24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D011FF-8B82-062A-151D-0DE17CEB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036" y="3587204"/>
                <a:ext cx="994795" cy="972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36B08F-F71E-3DF7-B78A-8A6A3C29F5B0}"/>
                  </a:ext>
                </a:extLst>
              </p:cNvPr>
              <p:cNvSpPr txBox="1"/>
              <p:nvPr/>
            </p:nvSpPr>
            <p:spPr>
              <a:xfrm>
                <a:off x="7742320" y="1898772"/>
                <a:ext cx="994795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36B08F-F71E-3DF7-B78A-8A6A3C29F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320" y="1898772"/>
                <a:ext cx="994795" cy="461665"/>
              </a:xfrm>
              <a:prstGeom prst="rect">
                <a:avLst/>
              </a:prstGeom>
              <a:blipFill>
                <a:blip r:embed="rId4"/>
                <a:stretch>
                  <a:fillRect b="-1392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3E8E9F3-B369-7F78-201D-634FD9D88337}"/>
              </a:ext>
            </a:extLst>
          </p:cNvPr>
          <p:cNvSpPr txBox="1"/>
          <p:nvPr/>
        </p:nvSpPr>
        <p:spPr>
          <a:xfrm>
            <a:off x="3360820" y="1009327"/>
            <a:ext cx="755182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First Derivatives using </a:t>
            </a:r>
            <a:r>
              <a:rPr lang="en-US" sz="2800" dirty="0" err="1">
                <a:solidFill>
                  <a:schemeClr val="bg1"/>
                </a:solidFill>
              </a:rPr>
              <a:t>Centeral</a:t>
            </a:r>
            <a:r>
              <a:rPr lang="en-US" sz="2800" dirty="0">
                <a:solidFill>
                  <a:schemeClr val="bg1"/>
                </a:solidFill>
              </a:rPr>
              <a:t> Difference Formula</a:t>
            </a:r>
          </a:p>
        </p:txBody>
      </p:sp>
    </p:spTree>
    <p:extLst>
      <p:ext uri="{BB962C8B-B14F-4D97-AF65-F5344CB8AC3E}">
        <p14:creationId xmlns:p14="http://schemas.microsoft.com/office/powerpoint/2010/main" val="3307693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61"/>
  <p:tag name="ORIGINALWIDTH" val="86.18513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Error Term} \,\, \sim O(h)&#10;\end{align*}&#10;\end{document}"/>
  <p:tag name="IGUANATEXSIZE" val="18"/>
  <p:tag name="IGUANATEXCURSOR" val="1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158.3295"/>
  <p:tag name="OUTPUTTYPE" val="SVG"/>
  <p:tag name="IGUANATEXVERSION" val="161"/>
  <p:tag name="LATEXADDIN" val="\documentclass{article}&#10;\usepackage{amsmath}&#10;\pagestyle{empty}&#10;\usepackage{xcolor}&#10;\begin{document}&#10;\color{white}&#10;\begin{align*}&#10;f'(x_i) = \left\{&#10;\frac{y_{i+1}-y_i}{h}&#10;\right\}; \quad \text{Error:}\, O(h)&#10;\end{align*}&#10;\end{document}"/>
  <p:tag name="IGUANATEXSIZE" val="28"/>
  <p:tag name="IGUANATEXCURSOR" val="20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002"/>
  <p:tag name="ORIGINALWIDTH" val="4.963583"/>
  <p:tag name="LATEXADDIN" val="\documentclass{article}&#10;\usepackage{amsmath}&#10;\pagestyle{empty}&#10;\usepackage{xcolor}&#10;\begin{document}&#10;\color{white}&#10;\begin{align*}&#10;f'(x_i) = \left\{&#10;\frac{y_{i+1}-y_i}{h}&#10;\right\}; \quad \text{Error:}\, O(h)&#10;\end{align*}&#10;\end{document}"/>
  <p:tag name="IGUANATEXSIZE" val="28"/>
  <p:tag name="IGUANATEXCURSOR" val="20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1243"/>
  <p:tag name="ORIGINALWIDTH" val="1.747694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705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53628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09758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705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14792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4.844207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85574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09758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9708"/>
  <p:tag name="ORIGINALWIDTH" val="5.124719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2.534505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77643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85574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1"/>
  <p:tag name="ORIGINALWIDTH" val="2.109758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38.60596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883999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4.844207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16676"/>
  <p:tag name="ORIGINALWIDTH" val="1.084224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157228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22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221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06552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221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8"/>
  <p:tag name="ORIGINALWIDTH" val="1.054387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9"/>
  <p:tag name="ORIGINALWIDTH" val="6.873425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70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4.883999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7705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5206"/>
  <p:tag name="ORIGINALWIDTH" val="6.149344"/>
  <p:tag name="LATEXADDIN" val="\documentclass{article}&#10;\usepackage{amsmath}&#10;\pagestyle{empty}&#10;\usepackage{xcolor}&#10;\begin{document}&#10;\color{white}&#10;\begin{align*}&#10;\text{Error Term} \,\, \sim O(h)&#10;\end{align*}&#10;\end{document}"/>
  <p:tag name="IGUANATEXSIZE" val="18"/>
  <p:tag name="IGUANATEXCURSOR" val="1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53"/>
  <p:tag name="ORIGINALWIDTH" val="4.400875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6072"/>
  <p:tag name="ORIGINALWIDTH" val="6.447375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53"/>
  <p:tag name="ORIGINALWIDTH" val="3.844576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7.758706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2966"/>
  <p:tag name="ORIGINALWIDTH" val="6.62616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67"/>
  <p:tag name="ORIGINALWIDTH" val="6.86461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61"/>
  <p:tag name="ORIGINALWIDTH" val="2.304724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32"/>
  <p:tag name="ORIGINALWIDTH" val="4.877734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61"/>
  <p:tag name="ORIGINALWIDTH" val="2.304724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61"/>
  <p:tag name="ORIGINALWIDTH" val="86.18513"/>
  <p:tag name="OUTPUTTYPE" val="SVG"/>
  <p:tag name="IGUANATEXVERSION" val="161"/>
  <p:tag name="LATEXADDIN" val="\documentclass{article}&#10;\usepackage{amsmath}&#10;\pagestyle{empty}&#10;\usepackage{xcolor}&#10;\begin{document}&#10;\color{white}&#10;\begin{align*}&#10;\text{Error Term} \,\, \sim O(h)&#10;\end{align*}&#10;\end{document}"/>
  <p:tag name="IGUANATEXSIZE" val="18"/>
  <p:tag name="IGUANATEXCURSOR" val="1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159.1838"/>
  <p:tag name="OUTPUTTYPE" val="SVG"/>
  <p:tag name="IGUANATEXVERSION" val="161"/>
  <p:tag name="LATEXADDIN" val="\documentclass{article}&#10;\usepackage{amsmath}&#10;\pagestyle{empty}&#10;\usepackage{xcolor}&#10;\begin{document}&#10;\color{white}&#10;\begin{align*}&#10;f'(x_i) = \left\{&#10;\frac{y_{i}-y_{i-1}}{h}&#10;\right\}; \quad \text{Error:}\, O(h)&#10;\end{align*}&#10;\end{document}"/>
  <p:tag name="IGUANATEXSIZE" val="28"/>
  <p:tag name="IGUANATEXCURSOR" val="16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6"/>
  <p:tag name="ORIGINALWIDTH" val="4.986867"/>
  <p:tag name="LATEXADDIN" val="\documentclass{article}&#10;\usepackage{amsmath}&#10;\pagestyle{empty}&#10;\usepackage{xcolor}&#10;\begin{document}&#10;\color{white}&#10;\begin{align*}&#10;f'(x_i) = \left\{&#10;\frac{y_{i}-y_{i-1}}{h}&#10;\right\}; \quad \text{Error:}\, O(h)&#10;\end{align*}&#10;\end{document}"/>
  <p:tag name="IGUANATEXSIZE" val="28"/>
  <p:tag name="IGUANATEXCURSOR" val="16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12429"/>
  <p:tag name="ORIGINALWIDTH" val="1.755906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6"/>
  <p:tag name="ORIGINALWIDTH" val="2.318532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8"/>
  <p:tag name="ORIGINALWIDTH" val="4.976884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"/>
  <p:tag name="ORIGINALWIDTH" val="2.119657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6"/>
  <p:tag name="ORIGINALWIDTH" val="2.318532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45838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4.866957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09"/>
  <p:tag name="ORIGINALWIDTH" val="4.607115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"/>
  <p:tag name="ORIGINALWIDTH" val="2.119657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4"/>
  <p:tag name="ORIGINALWIDTH" val="6.106187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09"/>
  <p:tag name="ORIGINALWIDTH" val="4.607115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339"/>
  <p:tag name="ORIGINALWIDTH" val="2.119657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417041"/>
  <p:tag name="ORIGINALWIDTH" val="4.72905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3"/>
  <p:tag name="ORIGINALWIDTH" val="2.546401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4"/>
  <p:tag name="ORIGINALWIDTH" val="38.89823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49"/>
  <p:tag name="ORIGINALWIDTH" val="4.906918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90036"/>
  <p:tag name="ORIGINALWIDTH" val="4.866957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16675"/>
  <p:tag name="ORIGINALWIDTH" val="1.089314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7"/>
  <p:tag name="ORIGINALWIDTH" val="6.18613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6"/>
  <p:tag name="ORIGINALWIDTH" val="3.357902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6"/>
  <p:tag name="ORIGINALWIDTH" val="3.357902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7222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6"/>
  <p:tag name="ORIGINALWIDTH" val="3.357902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897"/>
  <p:tag name="ORIGINALWIDTH" val="1.059336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8"/>
  <p:tag name="ORIGINALWIDTH" val="6.905681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6"/>
  <p:tag name="ORIGINALWIDTH" val="2.318532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49"/>
  <p:tag name="ORIGINALWIDTH" val="4.90691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6"/>
  <p:tag name="ORIGINALWIDTH" val="2.318532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5206"/>
  <p:tag name="ORIGINALWIDTH" val="6.149344"/>
  <p:tag name="LATEXADDIN" val="\documentclass{article}&#10;\usepackage{amsmath}&#10;\pagestyle{empty}&#10;\usepackage{xcolor}&#10;\begin{document}&#10;\color{white}&#10;\begin{align*}&#10;\text{Error Term} \,\, \sim O(h)&#10;\end{align*}&#10;\end{document}"/>
  <p:tag name="IGUANATEXSIZE" val="18"/>
  <p:tag name="IGUANATEXCURSOR" val="15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1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53"/>
  <p:tag name="ORIGINALWIDTH" val="4.400875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6072"/>
  <p:tag name="ORIGINALWIDTH" val="6.447375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53"/>
  <p:tag name="ORIGINALWIDTH" val="3.844576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3.337927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5"/>
  <p:tag name="ORIGINALWIDTH" val="7.758706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2966"/>
  <p:tag name="ORIGINALWIDTH" val="6.62616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67"/>
  <p:tag name="ORIGINALWIDTH" val="6.864611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61"/>
  <p:tag name="ORIGINALWIDTH" val="2.304724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032"/>
  <p:tag name="ORIGINALWIDTH" val="4.877734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61"/>
  <p:tag name="ORIGINALWIDTH" val="2.304724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33628"/>
  <p:tag name="ORIGINALWIDTH" val="118.660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Newton's Centeral Difference}&#10;\end{align*}&#10;}&#10;\end{document}"/>
  <p:tag name="IGUANATEXSIZE" val="24"/>
  <p:tag name="IGUANATEXCURSOR" val="2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60906"/>
  <p:tag name="ORIGINALWIDTH" val="88.1292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( much smaller error )}&#10;\end{align*}&#10;}&#10;\end{document}"/>
  <p:tag name="IGUANATEXSIZE" val="20"/>
  <p:tag name="IGUANATEXCURSOR" val="28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33543"/>
  <p:tag name="ORIGINALWIDTH" val="2.72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( much smaller error )}&#10;\end{align*}&#10;}&#10;\end{document}"/>
  <p:tag name="IGUANATEXSIZE" val="20"/>
  <p:tag name="IGUANATEXCURSOR" val="28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13"/>
  <p:tag name="ORIGINALWIDTH" val="6.907402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322087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942795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6024"/>
  <p:tag name="ORIGINALWIDTH" val="4.581614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9724"/>
  <p:tag name="ORIGINALWIDTH" val="3.493622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13"/>
  <p:tag name="ORIGINALWIDTH" val="6.907402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581614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13"/>
  <p:tag name="ORIGINALWIDTH" val="2.38563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13"/>
  <p:tag name="ORIGINALWIDTH" val="2.38563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803071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23"/>
  <p:tag name="ORIGINALWIDTH" val="3.663307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3.803071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23"/>
  <p:tag name="ORIGINALWIDTH" val="3.663307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23"/>
  <p:tag name="ORIGINALWIDTH" val="3.663307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01"/>
  <p:tag name="ORIGINALWIDTH" val="4.401968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12323"/>
  <p:tag name="ORIGINALWIDTH" val="3.663307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24449"/>
  <p:tag name="ORIGINALWIDTH" val="2.725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0151"/>
  <p:tag name="ORIGINALWIDTH" val="7.44570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Newton's Centeral Difference}&#10;\end{align*}&#10;}&#10;\end{document}"/>
  <p:tag name="IGUANATEXSIZE" val="24"/>
  <p:tag name="IGUANATEXCURSOR" val="2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797605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5741"/>
  <p:tag name="ORIGINALWIDTH" val="6.299442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8445"/>
  <p:tag name="ORIGINALWIDTH" val="2.581562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395636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437"/>
  <p:tag name="ORIGINALWIDTH" val="4.585006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82841"/>
  <p:tag name="ORIGINALWIDTH" val="1.385466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6043"/>
  <p:tag name="ORIGINALWIDTH" val="3.488615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8976"/>
  <p:tag name="ORIGINALWIDTH" val="6.209711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797605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437"/>
  <p:tag name="ORIGINALWIDTH" val="4.585006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8445"/>
  <p:tag name="ORIGINALWIDTH" val="2.581562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797605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8038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575066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8222"/>
  <p:tag name="ORIGINALWIDTH" val="2.382218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7.056955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0394"/>
  <p:tag name="ORIGINALWIDTH" val="2.142979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91404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91404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797605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8038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797605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437"/>
  <p:tag name="ORIGINALWIDTH" val="4.585006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937139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3.797605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5.70004"/>
  <p:tag name="ORIGINALWIDTH" val="245.873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'(x_i) = &#10;\begin{cases}&#10;&amp; (y_{i}-y_{i-1})/h; \quad \textit{Error:} O(h) \quad \textbf{(Backward)}\\[0.4cm]&#10;&amp; (y_{i+1}-y_i)/h; \quad \textit{Error:} O(h) \quad \textbf{(Foward)}\\[0.4cm]&#10;&amp; (y_{i+1}-y_{i-1})/(2\,h); \quad  \textit{Error:} O(h^2) \quad \textbf{(Centeral)}&#10;\end{cases}&#10;\end{align*}&#10;}&#10;\end{document}"/>
  <p:tag name="IGUANATEXSIZE" val="24"/>
  <p:tag name="IGUANATEXCURSOR" val="49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1"/>
  <p:tag name="ORIGINALWIDTH" val="5.67900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'(x_i) = &#10;\begin{cases}&#10;&amp; (y_{i}-y_{i-1})/h; \quad \textit{Error:} O(h) \quad \textbf{(Backward)}\\[0.4cm]&#10;&amp; (y_{i+1}-y_i)/h; \quad \textit{Error:} O(h) \quad \textbf{(Foward)}\\[0.4cm]&#10;&amp; (y_{i+1}-y_{i-1})/(2\,h); \quad  \textit{Error:} O(h^2) \quad \textbf{(Centeral)}&#10;\end{cases}&#10;\end{align*}&#10;}&#10;\end{document}"/>
  <p:tag name="IGUANATEXSIZE" val="24"/>
  <p:tag name="IGUANATEXCURSOR" val="49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7523"/>
  <p:tag name="ORIGINALWIDTH" val="1.714829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4.714272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4"/>
  <p:tag name="ORIGINALWIDTH" val="6.61391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2181"/>
  <p:tag name="ORIGINALWIDTH" val="3.32185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.06424"/>
  <p:tag name="ORIGINALWIDTH" val="3.321883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76116"/>
  <p:tag name="ORIGINALWIDTH" val="1.193471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2181"/>
  <p:tag name="ORIGINALWIDTH" val="3.32185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2"/>
  <p:tag name="ORIGINALWIDTH" val="4.47559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76837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2"/>
  <p:tag name="ORIGINALWIDTH" val="4.47559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37665"/>
  <p:tag name="ORIGINALWIDTH" val="4.49685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"/>
  <p:tag name="ORIGINALWIDTH" val="2.082808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3.868898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4"/>
  <p:tag name="ORIGINALWIDTH" val="4.565092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55217"/>
  <p:tag name="ORIGINALWIDTH" val="1.382447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7"/>
  <p:tag name="ORIGINALWIDTH" val="6.315551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4.386056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2.098523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8977"/>
  <p:tag name="ORIGINALWIDTH" val="6.358825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4"/>
  <p:tag name="ORIGINALWIDTH" val="4.565092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5571"/>
  <p:tag name="ORIGINALWIDTH" val="2.585892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5.997277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4.604856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4.028018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5.181726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14568"/>
  <p:tag name="ORIGINALWIDTH" val="6.802887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4.604856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4718"/>
  <p:tag name="ORIGINALWIDTH" val="4.028018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5.062368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5571"/>
  <p:tag name="ORIGINALWIDTH" val="2.585892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2"/>
  <p:tag name="ORIGINALWIDTH" val="4.47559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1635"/>
  <p:tag name="ORIGINALWIDTH" val="4.894291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"/>
  <p:tag name="ORIGINALWIDTH" val="2.082808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76837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2"/>
  <p:tag name="ORIGINALWIDTH" val="4.47559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3.868898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4"/>
  <p:tag name="ORIGINALWIDTH" val="4.565092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55217"/>
  <p:tag name="ORIGINALWIDTH" val="1.382447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7"/>
  <p:tag name="ORIGINALWIDTH" val="6.315551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4.386056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2.098523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8977"/>
  <p:tag name="ORIGINALWIDTH" val="6.358825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4"/>
  <p:tag name="ORIGINALWIDTH" val="4.565092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5571"/>
  <p:tag name="ORIGINALWIDTH" val="2.585892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5.639238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4.485531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14568"/>
  <p:tag name="ORIGINALWIDTH" val="6.802887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4.604856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4718"/>
  <p:tag name="ORIGINALWIDTH" val="4.028018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5"/>
  <p:tag name="ORIGINALWIDTH" val="5.062368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5571"/>
  <p:tag name="ORIGINALWIDTH" val="2.585892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2"/>
  <p:tag name="ORIGINALWIDTH" val="4.47559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1635"/>
  <p:tag name="ORIGINALWIDTH" val="4.894291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"/>
  <p:tag name="ORIGINALWIDTH" val="2.082808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5"/>
  <p:tag name="ORIGINALWIDTH" val="6.076837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2"/>
  <p:tag name="ORIGINALWIDTH" val="4.47559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4285"/>
  <p:tag name="ORIGINALWIDTH" val="1.582349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37665"/>
  <p:tag name="ORIGINALWIDTH" val="4.49685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"/>
  <p:tag name="ORIGINALWIDTH" val="2.082808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3.868898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4.425853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4"/>
  <p:tag name="ORIGINALWIDTH" val="4.565092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55217"/>
  <p:tag name="ORIGINALWIDTH" val="1.382447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7"/>
  <p:tag name="ORIGINALWIDTH" val="6.315551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4.386056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71"/>
  <p:tag name="ORIGINALWIDTH" val="3.650065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7"/>
  <p:tag name="ORIGINALWIDTH" val="2.098523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8977"/>
  <p:tag name="ORIGINALWIDTH" val="6.358825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382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4"/>
  <p:tag name="ORIGINALWIDTH" val="4.565092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"/>
  <p:tag name="ORIGINALWIDTH" val="3.275131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6"/>
  <p:tag name="ORIGINALWIDTH" val="2.307415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5571"/>
  <p:tag name="ORIGINALWIDTH" val="2.585892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7049"/>
  <p:tag name="ORIGINALWIDTH" val="6.345374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3.988222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4718"/>
  <p:tag name="ORIGINALWIDTH" val="5.15187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72114"/>
  <p:tag name="ORIGINALWIDTH" val="3.103051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3.988222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94718"/>
  <p:tag name="ORIGINALWIDTH" val="4.028018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662"/>
  <p:tag name="ORIGINALWIDTH" val="4.604856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1"/>
  <p:tag name="ORIGINALWIDTH" val="2.377034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5571"/>
  <p:tag name="ORIGINALWIDTH" val="2.585892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319</TotalTime>
  <Words>590</Words>
  <Application>Microsoft Office PowerPoint</Application>
  <PresentationFormat>Widescreen</PresentationFormat>
  <Paragraphs>278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Numerical Differentiation: Newton’s Difference Formulae</vt:lpstr>
      <vt:lpstr>Introduction</vt:lpstr>
      <vt:lpstr>Introduction</vt:lpstr>
      <vt:lpstr>Introduction</vt:lpstr>
      <vt:lpstr>Introduction</vt:lpstr>
      <vt:lpstr>Introduction</vt:lpstr>
      <vt:lpstr>Ex:  Forward Difference</vt:lpstr>
      <vt:lpstr>Example:  Central Difference</vt:lpstr>
      <vt:lpstr>Example:  Central Difference</vt:lpstr>
      <vt:lpstr>Example:  Forward Difference</vt:lpstr>
      <vt:lpstr>Example:  Forward Difference</vt:lpstr>
      <vt:lpstr>Example:  Forward Difference</vt:lpstr>
      <vt:lpstr>Example:  Forward Difference</vt:lpstr>
      <vt:lpstr>Example:  Forward Difference</vt:lpstr>
      <vt:lpstr>Example:  Forward Difference</vt:lpstr>
      <vt:lpstr>Example:  Forward Difference</vt:lpstr>
      <vt:lpstr>Example:  Centeral Difference</vt:lpstr>
      <vt:lpstr>Example:  Centeral Difference</vt:lpstr>
      <vt:lpstr>Example:  Forward Difference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Differentiation: Newton’s Difference Formulae</dc:title>
  <dc:creator>Rubina Nasir</dc:creator>
  <cp:lastModifiedBy>bsphy2241</cp:lastModifiedBy>
  <cp:revision>34</cp:revision>
  <dcterms:created xsi:type="dcterms:W3CDTF">2024-10-14T07:39:55Z</dcterms:created>
  <dcterms:modified xsi:type="dcterms:W3CDTF">2025-11-05T11:21:27Z</dcterms:modified>
</cp:coreProperties>
</file>