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a:srgbClr val="191A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3" d="100"/>
          <a:sy n="123" d="100"/>
        </p:scale>
        <p:origin x="9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9C648-1FC5-A693-FC29-637544C16B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D8BE3C-E8F4-75DD-498C-988E548FA4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F8F9D1-E3EB-9C09-ACD4-A041426B951F}"/>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5" name="Footer Placeholder 4">
            <a:extLst>
              <a:ext uri="{FF2B5EF4-FFF2-40B4-BE49-F238E27FC236}">
                <a16:creationId xmlns:a16="http://schemas.microsoft.com/office/drawing/2014/main" id="{BD367106-BC8D-8C1B-78B6-90DDA4078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9B1766-B26D-9C9C-6FDA-508C6B71EDEA}"/>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3295542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86436-63B1-95E7-B288-2CFCABF7E6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68C7B5-EC50-85CF-1DC9-C087B647D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601331-11C9-5364-2E8E-3141C9C82B7F}"/>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5" name="Footer Placeholder 4">
            <a:extLst>
              <a:ext uri="{FF2B5EF4-FFF2-40B4-BE49-F238E27FC236}">
                <a16:creationId xmlns:a16="http://schemas.microsoft.com/office/drawing/2014/main" id="{49B0A815-4D7C-579B-6D9C-98E6CE62AD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3E5FA6-84B9-6FD2-0EBA-69E766E63509}"/>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2700827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28F68-3FA2-1DDA-93FA-A4793E4998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6F5C1B-E424-B322-9A39-305B5FCFDA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BBECD-1853-2726-C54B-99055524A1BA}"/>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5" name="Footer Placeholder 4">
            <a:extLst>
              <a:ext uri="{FF2B5EF4-FFF2-40B4-BE49-F238E27FC236}">
                <a16:creationId xmlns:a16="http://schemas.microsoft.com/office/drawing/2014/main" id="{58232C90-2358-55C7-96D2-F3F370A5D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82DAF-288D-6805-9868-91B037B4F2B3}"/>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2344396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C5BD-144F-23D7-0230-33FA019B3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97CB4-39E6-D5D0-E12C-AEA421FF37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75FD46-E59F-48DD-393D-0E4600B2C1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921921-CCAD-948A-575A-380E241335A0}"/>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6" name="Footer Placeholder 5">
            <a:extLst>
              <a:ext uri="{FF2B5EF4-FFF2-40B4-BE49-F238E27FC236}">
                <a16:creationId xmlns:a16="http://schemas.microsoft.com/office/drawing/2014/main" id="{71749E9F-4522-681F-842A-07C193DA85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D878A4-77F7-61DD-F7D9-B38D161C7A4F}"/>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515632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0A1EA-D60E-FFEC-5822-F83DD5123E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EDE891-F112-EAC5-5C95-57961D8090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7A8D7E-A1F9-578C-4269-233B8D8F1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8ED5E1-A2B6-0760-4971-1BF56E285F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01712-1145-068D-BD69-B4C569E8F3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6FA215-4582-632D-A1B0-698D07984E3B}"/>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8" name="Footer Placeholder 7">
            <a:extLst>
              <a:ext uri="{FF2B5EF4-FFF2-40B4-BE49-F238E27FC236}">
                <a16:creationId xmlns:a16="http://schemas.microsoft.com/office/drawing/2014/main" id="{54635DBC-D82F-0996-3749-501224A191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440106-B86E-E516-8E91-0FB7CCDE82FE}"/>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27739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59CAE-D9E3-14A2-BC5D-FB205803D5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2A99C4-5A92-DB51-D553-F98D816D2BEB}"/>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4" name="Footer Placeholder 3">
            <a:extLst>
              <a:ext uri="{FF2B5EF4-FFF2-40B4-BE49-F238E27FC236}">
                <a16:creationId xmlns:a16="http://schemas.microsoft.com/office/drawing/2014/main" id="{D590F33E-4DDB-92B4-CD47-2D0799C538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56BD1F-4551-4351-09E9-FEFB2D4036DD}"/>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61772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54D29C-C4CF-1681-A41A-220EBF343408}"/>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3" name="Footer Placeholder 2">
            <a:extLst>
              <a:ext uri="{FF2B5EF4-FFF2-40B4-BE49-F238E27FC236}">
                <a16:creationId xmlns:a16="http://schemas.microsoft.com/office/drawing/2014/main" id="{F9DB69F9-7AFC-151C-9EBB-1243B2A7F6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1B2DE7-FE27-8CE1-D888-C09F1EBF4FB3}"/>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3356964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023D-3055-23FE-36CD-C556C4C96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31E40D-D4EE-BA79-B682-B92F1DC25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C06372-4D88-A302-E4E3-75F6CFCF6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D57CC0-AFB3-EFC3-003B-73F0300DC4DD}"/>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6" name="Footer Placeholder 5">
            <a:extLst>
              <a:ext uri="{FF2B5EF4-FFF2-40B4-BE49-F238E27FC236}">
                <a16:creationId xmlns:a16="http://schemas.microsoft.com/office/drawing/2014/main" id="{F1BA7559-1F48-8ED3-3D92-6C02B266A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ABAAFB-FE9E-708C-1714-DAAF524FEBD5}"/>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3890840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F794E-B909-57F2-72A5-5C8637F016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60C6EA-D54D-C67D-3D65-CBF24746FC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F61AE0-B978-0271-F596-75C8AB38C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3B8E04-D41C-7563-8CED-060A20A7D4E2}"/>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6" name="Footer Placeholder 5">
            <a:extLst>
              <a:ext uri="{FF2B5EF4-FFF2-40B4-BE49-F238E27FC236}">
                <a16:creationId xmlns:a16="http://schemas.microsoft.com/office/drawing/2014/main" id="{E304956A-2020-2ECC-25FA-336F36B773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602E4-8F15-235D-9FA2-A6C0378A5B70}"/>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1798189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316AA-9CB2-7899-9A53-BF1CFD8F9D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7014C3-79F4-A5AF-1E13-BC9D27A32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6FABC9-BE31-8FA1-0FAA-44BCE61A0FB2}"/>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5" name="Footer Placeholder 4">
            <a:extLst>
              <a:ext uri="{FF2B5EF4-FFF2-40B4-BE49-F238E27FC236}">
                <a16:creationId xmlns:a16="http://schemas.microsoft.com/office/drawing/2014/main" id="{547AB8A4-BC9E-B67A-6241-0F2F9CD82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3E42E-AD7B-4437-E46E-D258DF67DC73}"/>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350426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265B59-F4A4-F7C2-0B19-CFA1AE44AB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6823C8-F21E-28AD-9C49-ED8101D9F0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F3CFC-D131-3B59-F9AC-7412B964F4C6}"/>
              </a:ext>
            </a:extLst>
          </p:cNvPr>
          <p:cNvSpPr>
            <a:spLocks noGrp="1"/>
          </p:cNvSpPr>
          <p:nvPr>
            <p:ph type="dt" sz="half" idx="10"/>
          </p:nvPr>
        </p:nvSpPr>
        <p:spPr/>
        <p:txBody>
          <a:bodyPr/>
          <a:lstStyle/>
          <a:p>
            <a:fld id="{DCFEC71C-2E74-4A96-B919-5C3B35C49D00}" type="datetimeFigureOut">
              <a:rPr lang="en-US" smtClean="0"/>
              <a:t>11/5/2025</a:t>
            </a:fld>
            <a:endParaRPr lang="en-US"/>
          </a:p>
        </p:txBody>
      </p:sp>
      <p:sp>
        <p:nvSpPr>
          <p:cNvPr id="5" name="Footer Placeholder 4">
            <a:extLst>
              <a:ext uri="{FF2B5EF4-FFF2-40B4-BE49-F238E27FC236}">
                <a16:creationId xmlns:a16="http://schemas.microsoft.com/office/drawing/2014/main" id="{E3E2B2E2-FE5B-E7E1-F9D1-F5B496EB87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28C36F-79D1-90D7-65E7-12BA536774FF}"/>
              </a:ext>
            </a:extLst>
          </p:cNvPr>
          <p:cNvSpPr>
            <a:spLocks noGrp="1"/>
          </p:cNvSpPr>
          <p:nvPr>
            <p:ph type="sldNum" sz="quarter" idx="12"/>
          </p:nvPr>
        </p:nvSpPr>
        <p:spPr/>
        <p:txBody>
          <a:bodyPr/>
          <a:lstStyle/>
          <a:p>
            <a:fld id="{AB5AF3F1-9ADF-49EB-9725-CAE87FC1CB21}" type="slidenum">
              <a:rPr lang="en-US" smtClean="0"/>
              <a:t>‹#›</a:t>
            </a:fld>
            <a:endParaRPr lang="en-US"/>
          </a:p>
        </p:txBody>
      </p:sp>
    </p:spTree>
    <p:extLst>
      <p:ext uri="{BB962C8B-B14F-4D97-AF65-F5344CB8AC3E}">
        <p14:creationId xmlns:p14="http://schemas.microsoft.com/office/powerpoint/2010/main" val="385173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4277F3-0FD7-1677-1283-46B1CD9883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B5137A-74C3-3216-8507-25F37BF4DA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40A941-1304-54A4-26EB-8CB191B3EE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FEC71C-2E74-4A96-B919-5C3B35C49D00}" type="datetimeFigureOut">
              <a:rPr lang="en-US" smtClean="0"/>
              <a:t>11/5/2025</a:t>
            </a:fld>
            <a:endParaRPr lang="en-US"/>
          </a:p>
        </p:txBody>
      </p:sp>
      <p:sp>
        <p:nvSpPr>
          <p:cNvPr id="5" name="Footer Placeholder 4">
            <a:extLst>
              <a:ext uri="{FF2B5EF4-FFF2-40B4-BE49-F238E27FC236}">
                <a16:creationId xmlns:a16="http://schemas.microsoft.com/office/drawing/2014/main" id="{47E9F5B8-2550-7E54-6407-C19EBFEFF2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050305D-D631-08D4-DED5-9E967DFCE9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5AF3F1-9ADF-49EB-9725-CAE87FC1CB21}" type="slidenum">
              <a:rPr lang="en-US" smtClean="0"/>
              <a:t>‹#›</a:t>
            </a:fld>
            <a:endParaRPr lang="en-US"/>
          </a:p>
        </p:txBody>
      </p:sp>
    </p:spTree>
    <p:extLst>
      <p:ext uri="{BB962C8B-B14F-4D97-AF65-F5344CB8AC3E}">
        <p14:creationId xmlns:p14="http://schemas.microsoft.com/office/powerpoint/2010/main" val="3387239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21" Type="http://schemas.openxmlformats.org/officeDocument/2006/relationships/tags" Target="../tags/tag21.xml"/><Relationship Id="rId34" Type="http://schemas.openxmlformats.org/officeDocument/2006/relationships/tags" Target="../tags/tag34.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slideLayout" Target="../slideLayouts/slideLayout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8" Type="http://schemas.openxmlformats.org/officeDocument/2006/relationships/tags" Target="../tags/tag8.xml"/><Relationship Id="rId3" Type="http://schemas.openxmlformats.org/officeDocument/2006/relationships/tags" Target="../tags/tag3.xml"/></Relationships>
</file>

<file path=ppt/slides/_rels/slide3.xml.rels><?xml version="1.0" encoding="UTF-8" standalone="yes"?>
<Relationships xmlns="http://schemas.openxmlformats.org/package/2006/relationships"><Relationship Id="rId13" Type="http://schemas.openxmlformats.org/officeDocument/2006/relationships/tags" Target="../tags/tag49.xml"/><Relationship Id="rId18" Type="http://schemas.openxmlformats.org/officeDocument/2006/relationships/tags" Target="../tags/tag54.xml"/><Relationship Id="rId26" Type="http://schemas.openxmlformats.org/officeDocument/2006/relationships/tags" Target="../tags/tag62.xml"/><Relationship Id="rId21" Type="http://schemas.openxmlformats.org/officeDocument/2006/relationships/tags" Target="../tags/tag57.xml"/><Relationship Id="rId34" Type="http://schemas.openxmlformats.org/officeDocument/2006/relationships/tags" Target="../tags/tag70.xml"/><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tags" Target="../tags/tag53.xml"/><Relationship Id="rId25" Type="http://schemas.openxmlformats.org/officeDocument/2006/relationships/tags" Target="../tags/tag61.xml"/><Relationship Id="rId33" Type="http://schemas.openxmlformats.org/officeDocument/2006/relationships/tags" Target="../tags/tag69.xml"/><Relationship Id="rId2" Type="http://schemas.openxmlformats.org/officeDocument/2006/relationships/tags" Target="../tags/tag38.xml"/><Relationship Id="rId16" Type="http://schemas.openxmlformats.org/officeDocument/2006/relationships/tags" Target="../tags/tag52.xml"/><Relationship Id="rId20" Type="http://schemas.openxmlformats.org/officeDocument/2006/relationships/tags" Target="../tags/tag56.xml"/><Relationship Id="rId29" Type="http://schemas.openxmlformats.org/officeDocument/2006/relationships/tags" Target="../tags/tag65.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tags" Target="../tags/tag60.xml"/><Relationship Id="rId32" Type="http://schemas.openxmlformats.org/officeDocument/2006/relationships/tags" Target="../tags/tag68.xml"/><Relationship Id="rId37" Type="http://schemas.openxmlformats.org/officeDocument/2006/relationships/slideLayout" Target="../slideLayouts/slideLayout2.xml"/><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tags" Target="../tags/tag59.xml"/><Relationship Id="rId28" Type="http://schemas.openxmlformats.org/officeDocument/2006/relationships/tags" Target="../tags/tag64.xml"/><Relationship Id="rId36" Type="http://schemas.openxmlformats.org/officeDocument/2006/relationships/tags" Target="../tags/tag72.xml"/><Relationship Id="rId10" Type="http://schemas.openxmlformats.org/officeDocument/2006/relationships/tags" Target="../tags/tag46.xml"/><Relationship Id="rId19" Type="http://schemas.openxmlformats.org/officeDocument/2006/relationships/tags" Target="../tags/tag55.xml"/><Relationship Id="rId31" Type="http://schemas.openxmlformats.org/officeDocument/2006/relationships/tags" Target="../tags/tag67.xml"/><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tags" Target="../tags/tag58.xml"/><Relationship Id="rId27" Type="http://schemas.openxmlformats.org/officeDocument/2006/relationships/tags" Target="../tags/tag63.xml"/><Relationship Id="rId30" Type="http://schemas.openxmlformats.org/officeDocument/2006/relationships/tags" Target="../tags/tag66.xml"/><Relationship Id="rId35" Type="http://schemas.openxmlformats.org/officeDocument/2006/relationships/tags" Target="../tags/tag71.xml"/><Relationship Id="rId8" Type="http://schemas.openxmlformats.org/officeDocument/2006/relationships/tags" Target="../tags/tag44.xml"/><Relationship Id="rId3" Type="http://schemas.openxmlformats.org/officeDocument/2006/relationships/tags" Target="../tags/tag39.xml"/></Relationships>
</file>

<file path=ppt/slides/_rels/slide4.xml.rels><?xml version="1.0" encoding="UTF-8" standalone="yes"?>
<Relationships xmlns="http://schemas.openxmlformats.org/package/2006/relationships"><Relationship Id="rId13" Type="http://schemas.openxmlformats.org/officeDocument/2006/relationships/tags" Target="../tags/tag85.xml"/><Relationship Id="rId18" Type="http://schemas.openxmlformats.org/officeDocument/2006/relationships/tags" Target="../tags/tag90.xml"/><Relationship Id="rId26" Type="http://schemas.openxmlformats.org/officeDocument/2006/relationships/tags" Target="../tags/tag98.xml"/><Relationship Id="rId21" Type="http://schemas.openxmlformats.org/officeDocument/2006/relationships/tags" Target="../tags/tag93.xml"/><Relationship Id="rId34" Type="http://schemas.openxmlformats.org/officeDocument/2006/relationships/tags" Target="../tags/tag106.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tags" Target="../tags/tag97.xml"/><Relationship Id="rId33" Type="http://schemas.openxmlformats.org/officeDocument/2006/relationships/tags" Target="../tags/tag105.xml"/><Relationship Id="rId38" Type="http://schemas.openxmlformats.org/officeDocument/2006/relationships/image" Target="../media/image1.png"/><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29" Type="http://schemas.openxmlformats.org/officeDocument/2006/relationships/tags" Target="../tags/tag101.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32" Type="http://schemas.openxmlformats.org/officeDocument/2006/relationships/tags" Target="../tags/tag104.xml"/><Relationship Id="rId37" Type="http://schemas.openxmlformats.org/officeDocument/2006/relationships/slideLayout" Target="../slideLayouts/slideLayout2.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28" Type="http://schemas.openxmlformats.org/officeDocument/2006/relationships/tags" Target="../tags/tag100.xml"/><Relationship Id="rId36" Type="http://schemas.openxmlformats.org/officeDocument/2006/relationships/tags" Target="../tags/tag108.xml"/><Relationship Id="rId10" Type="http://schemas.openxmlformats.org/officeDocument/2006/relationships/tags" Target="../tags/tag82.xml"/><Relationship Id="rId19" Type="http://schemas.openxmlformats.org/officeDocument/2006/relationships/tags" Target="../tags/tag91.xml"/><Relationship Id="rId31" Type="http://schemas.openxmlformats.org/officeDocument/2006/relationships/tags" Target="../tags/tag103.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 Id="rId27" Type="http://schemas.openxmlformats.org/officeDocument/2006/relationships/tags" Target="../tags/tag99.xml"/><Relationship Id="rId30" Type="http://schemas.openxmlformats.org/officeDocument/2006/relationships/tags" Target="../tags/tag102.xml"/><Relationship Id="rId35" Type="http://schemas.openxmlformats.org/officeDocument/2006/relationships/tags" Target="../tags/tag107.xml"/><Relationship Id="rId8" Type="http://schemas.openxmlformats.org/officeDocument/2006/relationships/tags" Target="../tags/tag80.xml"/><Relationship Id="rId3" Type="http://schemas.openxmlformats.org/officeDocument/2006/relationships/tags" Target="../tags/tag75.xml"/></Relationships>
</file>

<file path=ppt/slides/_rels/slide5.xml.rels><?xml version="1.0" encoding="UTF-8" standalone="yes"?>
<Relationships xmlns="http://schemas.openxmlformats.org/package/2006/relationships"><Relationship Id="rId13" Type="http://schemas.openxmlformats.org/officeDocument/2006/relationships/tags" Target="../tags/tag121.xml"/><Relationship Id="rId18" Type="http://schemas.openxmlformats.org/officeDocument/2006/relationships/tags" Target="../tags/tag126.xml"/><Relationship Id="rId26" Type="http://schemas.openxmlformats.org/officeDocument/2006/relationships/tags" Target="../tags/tag134.xml"/><Relationship Id="rId21" Type="http://schemas.openxmlformats.org/officeDocument/2006/relationships/tags" Target="../tags/tag129.xml"/><Relationship Id="rId34" Type="http://schemas.openxmlformats.org/officeDocument/2006/relationships/tags" Target="../tags/tag142.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5" Type="http://schemas.openxmlformats.org/officeDocument/2006/relationships/tags" Target="../tags/tag133.xml"/><Relationship Id="rId33" Type="http://schemas.openxmlformats.org/officeDocument/2006/relationships/tags" Target="../tags/tag141.xml"/><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tags" Target="../tags/tag128.xml"/><Relationship Id="rId29" Type="http://schemas.openxmlformats.org/officeDocument/2006/relationships/tags" Target="../tags/tag137.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24" Type="http://schemas.openxmlformats.org/officeDocument/2006/relationships/tags" Target="../tags/tag132.xml"/><Relationship Id="rId32" Type="http://schemas.openxmlformats.org/officeDocument/2006/relationships/tags" Target="../tags/tag140.xml"/><Relationship Id="rId37" Type="http://schemas.openxmlformats.org/officeDocument/2006/relationships/slideLayout" Target="../slideLayouts/slideLayout2.xml"/><Relationship Id="rId5" Type="http://schemas.openxmlformats.org/officeDocument/2006/relationships/tags" Target="../tags/tag113.xml"/><Relationship Id="rId15" Type="http://schemas.openxmlformats.org/officeDocument/2006/relationships/tags" Target="../tags/tag123.xml"/><Relationship Id="rId23" Type="http://schemas.openxmlformats.org/officeDocument/2006/relationships/tags" Target="../tags/tag131.xml"/><Relationship Id="rId28" Type="http://schemas.openxmlformats.org/officeDocument/2006/relationships/tags" Target="../tags/tag136.xml"/><Relationship Id="rId36" Type="http://schemas.openxmlformats.org/officeDocument/2006/relationships/tags" Target="../tags/tag144.xml"/><Relationship Id="rId10" Type="http://schemas.openxmlformats.org/officeDocument/2006/relationships/tags" Target="../tags/tag118.xml"/><Relationship Id="rId19" Type="http://schemas.openxmlformats.org/officeDocument/2006/relationships/tags" Target="../tags/tag127.xml"/><Relationship Id="rId31" Type="http://schemas.openxmlformats.org/officeDocument/2006/relationships/tags" Target="../tags/tag139.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 Id="rId22" Type="http://schemas.openxmlformats.org/officeDocument/2006/relationships/tags" Target="../tags/tag130.xml"/><Relationship Id="rId27" Type="http://schemas.openxmlformats.org/officeDocument/2006/relationships/tags" Target="../tags/tag135.xml"/><Relationship Id="rId30" Type="http://schemas.openxmlformats.org/officeDocument/2006/relationships/tags" Target="../tags/tag138.xml"/><Relationship Id="rId35" Type="http://schemas.openxmlformats.org/officeDocument/2006/relationships/tags" Target="../tags/tag143.xml"/><Relationship Id="rId8" Type="http://schemas.openxmlformats.org/officeDocument/2006/relationships/tags" Target="../tags/tag116.xml"/><Relationship Id="rId3" Type="http://schemas.openxmlformats.org/officeDocument/2006/relationships/tags" Target="../tags/tag111.xml"/></Relationships>
</file>

<file path=ppt/slides/_rels/slide6.xml.rels><?xml version="1.0" encoding="UTF-8" standalone="yes"?>
<Relationships xmlns="http://schemas.openxmlformats.org/package/2006/relationships"><Relationship Id="rId13" Type="http://schemas.openxmlformats.org/officeDocument/2006/relationships/tags" Target="../tags/tag157.xml"/><Relationship Id="rId18" Type="http://schemas.openxmlformats.org/officeDocument/2006/relationships/tags" Target="../tags/tag162.xml"/><Relationship Id="rId26" Type="http://schemas.openxmlformats.org/officeDocument/2006/relationships/tags" Target="../tags/tag170.xml"/><Relationship Id="rId21" Type="http://schemas.openxmlformats.org/officeDocument/2006/relationships/tags" Target="../tags/tag165.xml"/><Relationship Id="rId34" Type="http://schemas.openxmlformats.org/officeDocument/2006/relationships/tags" Target="../tags/tag178.xml"/><Relationship Id="rId7" Type="http://schemas.openxmlformats.org/officeDocument/2006/relationships/tags" Target="../tags/tag151.xml"/><Relationship Id="rId12" Type="http://schemas.openxmlformats.org/officeDocument/2006/relationships/tags" Target="../tags/tag156.xml"/><Relationship Id="rId17" Type="http://schemas.openxmlformats.org/officeDocument/2006/relationships/tags" Target="../tags/tag161.xml"/><Relationship Id="rId25" Type="http://schemas.openxmlformats.org/officeDocument/2006/relationships/tags" Target="../tags/tag169.xml"/><Relationship Id="rId33" Type="http://schemas.openxmlformats.org/officeDocument/2006/relationships/tags" Target="../tags/tag177.xml"/><Relationship Id="rId38" Type="http://schemas.openxmlformats.org/officeDocument/2006/relationships/image" Target="../media/image2.png"/><Relationship Id="rId2" Type="http://schemas.openxmlformats.org/officeDocument/2006/relationships/tags" Target="../tags/tag146.xml"/><Relationship Id="rId16" Type="http://schemas.openxmlformats.org/officeDocument/2006/relationships/tags" Target="../tags/tag160.xml"/><Relationship Id="rId20" Type="http://schemas.openxmlformats.org/officeDocument/2006/relationships/tags" Target="../tags/tag164.xml"/><Relationship Id="rId29" Type="http://schemas.openxmlformats.org/officeDocument/2006/relationships/tags" Target="../tags/tag173.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24" Type="http://schemas.openxmlformats.org/officeDocument/2006/relationships/tags" Target="../tags/tag168.xml"/><Relationship Id="rId32" Type="http://schemas.openxmlformats.org/officeDocument/2006/relationships/tags" Target="../tags/tag176.xml"/><Relationship Id="rId37" Type="http://schemas.openxmlformats.org/officeDocument/2006/relationships/slideLayout" Target="../slideLayouts/slideLayout2.xml"/><Relationship Id="rId5" Type="http://schemas.openxmlformats.org/officeDocument/2006/relationships/tags" Target="../tags/tag149.xml"/><Relationship Id="rId15" Type="http://schemas.openxmlformats.org/officeDocument/2006/relationships/tags" Target="../tags/tag159.xml"/><Relationship Id="rId23" Type="http://schemas.openxmlformats.org/officeDocument/2006/relationships/tags" Target="../tags/tag167.xml"/><Relationship Id="rId28" Type="http://schemas.openxmlformats.org/officeDocument/2006/relationships/tags" Target="../tags/tag172.xml"/><Relationship Id="rId36" Type="http://schemas.openxmlformats.org/officeDocument/2006/relationships/tags" Target="../tags/tag180.xml"/><Relationship Id="rId10" Type="http://schemas.openxmlformats.org/officeDocument/2006/relationships/tags" Target="../tags/tag154.xml"/><Relationship Id="rId19" Type="http://schemas.openxmlformats.org/officeDocument/2006/relationships/tags" Target="../tags/tag163.xml"/><Relationship Id="rId31" Type="http://schemas.openxmlformats.org/officeDocument/2006/relationships/tags" Target="../tags/tag175.xml"/><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 Id="rId22" Type="http://schemas.openxmlformats.org/officeDocument/2006/relationships/tags" Target="../tags/tag166.xml"/><Relationship Id="rId27" Type="http://schemas.openxmlformats.org/officeDocument/2006/relationships/tags" Target="../tags/tag171.xml"/><Relationship Id="rId30" Type="http://schemas.openxmlformats.org/officeDocument/2006/relationships/tags" Target="../tags/tag174.xml"/><Relationship Id="rId35" Type="http://schemas.openxmlformats.org/officeDocument/2006/relationships/tags" Target="../tags/tag179.xml"/><Relationship Id="rId8" Type="http://schemas.openxmlformats.org/officeDocument/2006/relationships/tags" Target="../tags/tag152.xml"/><Relationship Id="rId3" Type="http://schemas.openxmlformats.org/officeDocument/2006/relationships/tags" Target="../tags/tag147.xml"/></Relationships>
</file>

<file path=ppt/slides/_rels/slide7.xml.rels><?xml version="1.0" encoding="UTF-8" standalone="yes"?>
<Relationships xmlns="http://schemas.openxmlformats.org/package/2006/relationships"><Relationship Id="rId13" Type="http://schemas.openxmlformats.org/officeDocument/2006/relationships/tags" Target="../tags/tag193.xml"/><Relationship Id="rId18" Type="http://schemas.openxmlformats.org/officeDocument/2006/relationships/tags" Target="../tags/tag198.xml"/><Relationship Id="rId26" Type="http://schemas.openxmlformats.org/officeDocument/2006/relationships/tags" Target="../tags/tag206.xml"/><Relationship Id="rId21" Type="http://schemas.openxmlformats.org/officeDocument/2006/relationships/tags" Target="../tags/tag201.xml"/><Relationship Id="rId34" Type="http://schemas.openxmlformats.org/officeDocument/2006/relationships/tags" Target="../tags/tag214.xml"/><Relationship Id="rId7" Type="http://schemas.openxmlformats.org/officeDocument/2006/relationships/tags" Target="../tags/tag187.xml"/><Relationship Id="rId12" Type="http://schemas.openxmlformats.org/officeDocument/2006/relationships/tags" Target="../tags/tag192.xml"/><Relationship Id="rId17" Type="http://schemas.openxmlformats.org/officeDocument/2006/relationships/tags" Target="../tags/tag197.xml"/><Relationship Id="rId25" Type="http://schemas.openxmlformats.org/officeDocument/2006/relationships/tags" Target="../tags/tag205.xml"/><Relationship Id="rId33" Type="http://schemas.openxmlformats.org/officeDocument/2006/relationships/tags" Target="../tags/tag213.xml"/><Relationship Id="rId38" Type="http://schemas.openxmlformats.org/officeDocument/2006/relationships/image" Target="../media/image3.png"/><Relationship Id="rId2" Type="http://schemas.openxmlformats.org/officeDocument/2006/relationships/tags" Target="../tags/tag182.xml"/><Relationship Id="rId16" Type="http://schemas.openxmlformats.org/officeDocument/2006/relationships/tags" Target="../tags/tag196.xml"/><Relationship Id="rId20" Type="http://schemas.openxmlformats.org/officeDocument/2006/relationships/tags" Target="../tags/tag200.xml"/><Relationship Id="rId29" Type="http://schemas.openxmlformats.org/officeDocument/2006/relationships/tags" Target="../tags/tag209.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tags" Target="../tags/tag191.xml"/><Relationship Id="rId24" Type="http://schemas.openxmlformats.org/officeDocument/2006/relationships/tags" Target="../tags/tag204.xml"/><Relationship Id="rId32" Type="http://schemas.openxmlformats.org/officeDocument/2006/relationships/tags" Target="../tags/tag212.xml"/><Relationship Id="rId37" Type="http://schemas.openxmlformats.org/officeDocument/2006/relationships/slideLayout" Target="../slideLayouts/slideLayout2.xml"/><Relationship Id="rId5" Type="http://schemas.openxmlformats.org/officeDocument/2006/relationships/tags" Target="../tags/tag185.xml"/><Relationship Id="rId15" Type="http://schemas.openxmlformats.org/officeDocument/2006/relationships/tags" Target="../tags/tag195.xml"/><Relationship Id="rId23" Type="http://schemas.openxmlformats.org/officeDocument/2006/relationships/tags" Target="../tags/tag203.xml"/><Relationship Id="rId28" Type="http://schemas.openxmlformats.org/officeDocument/2006/relationships/tags" Target="../tags/tag208.xml"/><Relationship Id="rId36" Type="http://schemas.openxmlformats.org/officeDocument/2006/relationships/tags" Target="../tags/tag216.xml"/><Relationship Id="rId10" Type="http://schemas.openxmlformats.org/officeDocument/2006/relationships/tags" Target="../tags/tag190.xml"/><Relationship Id="rId19" Type="http://schemas.openxmlformats.org/officeDocument/2006/relationships/tags" Target="../tags/tag199.xml"/><Relationship Id="rId31" Type="http://schemas.openxmlformats.org/officeDocument/2006/relationships/tags" Target="../tags/tag211.xml"/><Relationship Id="rId4" Type="http://schemas.openxmlformats.org/officeDocument/2006/relationships/tags" Target="../tags/tag184.xml"/><Relationship Id="rId9" Type="http://schemas.openxmlformats.org/officeDocument/2006/relationships/tags" Target="../tags/tag189.xml"/><Relationship Id="rId14" Type="http://schemas.openxmlformats.org/officeDocument/2006/relationships/tags" Target="../tags/tag194.xml"/><Relationship Id="rId22" Type="http://schemas.openxmlformats.org/officeDocument/2006/relationships/tags" Target="../tags/tag202.xml"/><Relationship Id="rId27" Type="http://schemas.openxmlformats.org/officeDocument/2006/relationships/tags" Target="../tags/tag207.xml"/><Relationship Id="rId30" Type="http://schemas.openxmlformats.org/officeDocument/2006/relationships/tags" Target="../tags/tag210.xml"/><Relationship Id="rId35" Type="http://schemas.openxmlformats.org/officeDocument/2006/relationships/tags" Target="../tags/tag215.xml"/><Relationship Id="rId8" Type="http://schemas.openxmlformats.org/officeDocument/2006/relationships/tags" Target="../tags/tag188.xml"/><Relationship Id="rId3" Type="http://schemas.openxmlformats.org/officeDocument/2006/relationships/tags" Target="../tags/tag183.xml"/></Relationships>
</file>

<file path=ppt/slides/_rels/slide8.xml.rels><?xml version="1.0" encoding="UTF-8" standalone="yes"?>
<Relationships xmlns="http://schemas.openxmlformats.org/package/2006/relationships"><Relationship Id="rId13" Type="http://schemas.openxmlformats.org/officeDocument/2006/relationships/tags" Target="../tags/tag229.xml"/><Relationship Id="rId18" Type="http://schemas.openxmlformats.org/officeDocument/2006/relationships/tags" Target="../tags/tag234.xml"/><Relationship Id="rId26" Type="http://schemas.openxmlformats.org/officeDocument/2006/relationships/tags" Target="../tags/tag242.xml"/><Relationship Id="rId21" Type="http://schemas.openxmlformats.org/officeDocument/2006/relationships/tags" Target="../tags/tag237.xml"/><Relationship Id="rId34" Type="http://schemas.openxmlformats.org/officeDocument/2006/relationships/tags" Target="../tags/tag250.xml"/><Relationship Id="rId7" Type="http://schemas.openxmlformats.org/officeDocument/2006/relationships/tags" Target="../tags/tag223.xml"/><Relationship Id="rId12" Type="http://schemas.openxmlformats.org/officeDocument/2006/relationships/tags" Target="../tags/tag228.xml"/><Relationship Id="rId17" Type="http://schemas.openxmlformats.org/officeDocument/2006/relationships/tags" Target="../tags/tag233.xml"/><Relationship Id="rId25" Type="http://schemas.openxmlformats.org/officeDocument/2006/relationships/tags" Target="../tags/tag241.xml"/><Relationship Id="rId33" Type="http://schemas.openxmlformats.org/officeDocument/2006/relationships/tags" Target="../tags/tag249.xml"/><Relationship Id="rId2" Type="http://schemas.openxmlformats.org/officeDocument/2006/relationships/tags" Target="../tags/tag218.xml"/><Relationship Id="rId16" Type="http://schemas.openxmlformats.org/officeDocument/2006/relationships/tags" Target="../tags/tag232.xml"/><Relationship Id="rId20" Type="http://schemas.openxmlformats.org/officeDocument/2006/relationships/tags" Target="../tags/tag236.xml"/><Relationship Id="rId29" Type="http://schemas.openxmlformats.org/officeDocument/2006/relationships/tags" Target="../tags/tag245.xml"/><Relationship Id="rId1" Type="http://schemas.openxmlformats.org/officeDocument/2006/relationships/tags" Target="../tags/tag217.xml"/><Relationship Id="rId6" Type="http://schemas.openxmlformats.org/officeDocument/2006/relationships/tags" Target="../tags/tag222.xml"/><Relationship Id="rId11" Type="http://schemas.openxmlformats.org/officeDocument/2006/relationships/tags" Target="../tags/tag227.xml"/><Relationship Id="rId24" Type="http://schemas.openxmlformats.org/officeDocument/2006/relationships/tags" Target="../tags/tag240.xml"/><Relationship Id="rId32" Type="http://schemas.openxmlformats.org/officeDocument/2006/relationships/tags" Target="../tags/tag248.xml"/><Relationship Id="rId37" Type="http://schemas.openxmlformats.org/officeDocument/2006/relationships/slideLayout" Target="../slideLayouts/slideLayout2.xml"/><Relationship Id="rId5" Type="http://schemas.openxmlformats.org/officeDocument/2006/relationships/tags" Target="../tags/tag221.xml"/><Relationship Id="rId15" Type="http://schemas.openxmlformats.org/officeDocument/2006/relationships/tags" Target="../tags/tag231.xml"/><Relationship Id="rId23" Type="http://schemas.openxmlformats.org/officeDocument/2006/relationships/tags" Target="../tags/tag239.xml"/><Relationship Id="rId28" Type="http://schemas.openxmlformats.org/officeDocument/2006/relationships/tags" Target="../tags/tag244.xml"/><Relationship Id="rId36" Type="http://schemas.openxmlformats.org/officeDocument/2006/relationships/tags" Target="../tags/tag252.xml"/><Relationship Id="rId10" Type="http://schemas.openxmlformats.org/officeDocument/2006/relationships/tags" Target="../tags/tag226.xml"/><Relationship Id="rId19" Type="http://schemas.openxmlformats.org/officeDocument/2006/relationships/tags" Target="../tags/tag235.xml"/><Relationship Id="rId31" Type="http://schemas.openxmlformats.org/officeDocument/2006/relationships/tags" Target="../tags/tag247.xml"/><Relationship Id="rId4" Type="http://schemas.openxmlformats.org/officeDocument/2006/relationships/tags" Target="../tags/tag220.xml"/><Relationship Id="rId9" Type="http://schemas.openxmlformats.org/officeDocument/2006/relationships/tags" Target="../tags/tag225.xml"/><Relationship Id="rId14" Type="http://schemas.openxmlformats.org/officeDocument/2006/relationships/tags" Target="../tags/tag230.xml"/><Relationship Id="rId22" Type="http://schemas.openxmlformats.org/officeDocument/2006/relationships/tags" Target="../tags/tag238.xml"/><Relationship Id="rId27" Type="http://schemas.openxmlformats.org/officeDocument/2006/relationships/tags" Target="../tags/tag243.xml"/><Relationship Id="rId30" Type="http://schemas.openxmlformats.org/officeDocument/2006/relationships/tags" Target="../tags/tag246.xml"/><Relationship Id="rId35" Type="http://schemas.openxmlformats.org/officeDocument/2006/relationships/tags" Target="../tags/tag251.xml"/><Relationship Id="rId8" Type="http://schemas.openxmlformats.org/officeDocument/2006/relationships/tags" Target="../tags/tag224.xml"/><Relationship Id="rId3" Type="http://schemas.openxmlformats.org/officeDocument/2006/relationships/tags" Target="../tags/tag219.xml"/></Relationships>
</file>

<file path=ppt/slides/_rels/slide9.xml.rels><?xml version="1.0" encoding="UTF-8" standalone="yes"?>
<Relationships xmlns="http://schemas.openxmlformats.org/package/2006/relationships"><Relationship Id="rId13" Type="http://schemas.openxmlformats.org/officeDocument/2006/relationships/tags" Target="../tags/tag265.xml"/><Relationship Id="rId18" Type="http://schemas.openxmlformats.org/officeDocument/2006/relationships/tags" Target="../tags/tag270.xml"/><Relationship Id="rId26" Type="http://schemas.openxmlformats.org/officeDocument/2006/relationships/tags" Target="../tags/tag278.xml"/><Relationship Id="rId21" Type="http://schemas.openxmlformats.org/officeDocument/2006/relationships/tags" Target="../tags/tag273.xml"/><Relationship Id="rId34" Type="http://schemas.openxmlformats.org/officeDocument/2006/relationships/tags" Target="../tags/tag286.xml"/><Relationship Id="rId7" Type="http://schemas.openxmlformats.org/officeDocument/2006/relationships/tags" Target="../tags/tag259.xml"/><Relationship Id="rId12" Type="http://schemas.openxmlformats.org/officeDocument/2006/relationships/tags" Target="../tags/tag264.xml"/><Relationship Id="rId17" Type="http://schemas.openxmlformats.org/officeDocument/2006/relationships/tags" Target="../tags/tag269.xml"/><Relationship Id="rId25" Type="http://schemas.openxmlformats.org/officeDocument/2006/relationships/tags" Target="../tags/tag277.xml"/><Relationship Id="rId33" Type="http://schemas.openxmlformats.org/officeDocument/2006/relationships/tags" Target="../tags/tag285.xml"/><Relationship Id="rId2" Type="http://schemas.openxmlformats.org/officeDocument/2006/relationships/tags" Target="../tags/tag254.xml"/><Relationship Id="rId16" Type="http://schemas.openxmlformats.org/officeDocument/2006/relationships/tags" Target="../tags/tag268.xml"/><Relationship Id="rId20" Type="http://schemas.openxmlformats.org/officeDocument/2006/relationships/tags" Target="../tags/tag272.xml"/><Relationship Id="rId29" Type="http://schemas.openxmlformats.org/officeDocument/2006/relationships/tags" Target="../tags/tag281.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tags" Target="../tags/tag263.xml"/><Relationship Id="rId24" Type="http://schemas.openxmlformats.org/officeDocument/2006/relationships/tags" Target="../tags/tag276.xml"/><Relationship Id="rId32" Type="http://schemas.openxmlformats.org/officeDocument/2006/relationships/tags" Target="../tags/tag284.xml"/><Relationship Id="rId37" Type="http://schemas.openxmlformats.org/officeDocument/2006/relationships/slideLayout" Target="../slideLayouts/slideLayout2.xml"/><Relationship Id="rId5" Type="http://schemas.openxmlformats.org/officeDocument/2006/relationships/tags" Target="../tags/tag257.xml"/><Relationship Id="rId15" Type="http://schemas.openxmlformats.org/officeDocument/2006/relationships/tags" Target="../tags/tag267.xml"/><Relationship Id="rId23" Type="http://schemas.openxmlformats.org/officeDocument/2006/relationships/tags" Target="../tags/tag275.xml"/><Relationship Id="rId28" Type="http://schemas.openxmlformats.org/officeDocument/2006/relationships/tags" Target="../tags/tag280.xml"/><Relationship Id="rId36" Type="http://schemas.openxmlformats.org/officeDocument/2006/relationships/tags" Target="../tags/tag288.xml"/><Relationship Id="rId10" Type="http://schemas.openxmlformats.org/officeDocument/2006/relationships/tags" Target="../tags/tag262.xml"/><Relationship Id="rId19" Type="http://schemas.openxmlformats.org/officeDocument/2006/relationships/tags" Target="../tags/tag271.xml"/><Relationship Id="rId31" Type="http://schemas.openxmlformats.org/officeDocument/2006/relationships/tags" Target="../tags/tag283.xml"/><Relationship Id="rId4" Type="http://schemas.openxmlformats.org/officeDocument/2006/relationships/tags" Target="../tags/tag256.xml"/><Relationship Id="rId9" Type="http://schemas.openxmlformats.org/officeDocument/2006/relationships/tags" Target="../tags/tag261.xml"/><Relationship Id="rId14" Type="http://schemas.openxmlformats.org/officeDocument/2006/relationships/tags" Target="../tags/tag266.xml"/><Relationship Id="rId22" Type="http://schemas.openxmlformats.org/officeDocument/2006/relationships/tags" Target="../tags/tag274.xml"/><Relationship Id="rId27" Type="http://schemas.openxmlformats.org/officeDocument/2006/relationships/tags" Target="../tags/tag279.xml"/><Relationship Id="rId30" Type="http://schemas.openxmlformats.org/officeDocument/2006/relationships/tags" Target="../tags/tag282.xml"/><Relationship Id="rId35" Type="http://schemas.openxmlformats.org/officeDocument/2006/relationships/tags" Target="../tags/tag287.xml"/><Relationship Id="rId8" Type="http://schemas.openxmlformats.org/officeDocument/2006/relationships/tags" Target="../tags/tag260.xml"/><Relationship Id="rId3" Type="http://schemas.openxmlformats.org/officeDocument/2006/relationships/tags" Target="../tags/tag255.xml"/></Relationships>
</file>

<file path=ppt/slides/_rels/slide10.xml.rels><?xml version="1.0" encoding="UTF-8" standalone="yes"?>
<Relationships xmlns="http://schemas.openxmlformats.org/package/2006/relationships"><Relationship Id="rId13" Type="http://schemas.openxmlformats.org/officeDocument/2006/relationships/tags" Target="../tags/tag301.xml"/><Relationship Id="rId18" Type="http://schemas.openxmlformats.org/officeDocument/2006/relationships/tags" Target="../tags/tag306.xml"/><Relationship Id="rId26" Type="http://schemas.openxmlformats.org/officeDocument/2006/relationships/tags" Target="../tags/tag314.xml"/><Relationship Id="rId21" Type="http://schemas.openxmlformats.org/officeDocument/2006/relationships/tags" Target="../tags/tag309.xml"/><Relationship Id="rId34" Type="http://schemas.openxmlformats.org/officeDocument/2006/relationships/tags" Target="../tags/tag322.xml"/><Relationship Id="rId7" Type="http://schemas.openxmlformats.org/officeDocument/2006/relationships/tags" Target="../tags/tag295.xml"/><Relationship Id="rId12" Type="http://schemas.openxmlformats.org/officeDocument/2006/relationships/tags" Target="../tags/tag300.xml"/><Relationship Id="rId17" Type="http://schemas.openxmlformats.org/officeDocument/2006/relationships/tags" Target="../tags/tag305.xml"/><Relationship Id="rId25" Type="http://schemas.openxmlformats.org/officeDocument/2006/relationships/tags" Target="../tags/tag313.xml"/><Relationship Id="rId33" Type="http://schemas.openxmlformats.org/officeDocument/2006/relationships/tags" Target="../tags/tag321.xml"/><Relationship Id="rId2" Type="http://schemas.openxmlformats.org/officeDocument/2006/relationships/tags" Target="../tags/tag290.xml"/><Relationship Id="rId16" Type="http://schemas.openxmlformats.org/officeDocument/2006/relationships/tags" Target="../tags/tag304.xml"/><Relationship Id="rId20" Type="http://schemas.openxmlformats.org/officeDocument/2006/relationships/tags" Target="../tags/tag308.xml"/><Relationship Id="rId29" Type="http://schemas.openxmlformats.org/officeDocument/2006/relationships/tags" Target="../tags/tag317.xml"/><Relationship Id="rId1" Type="http://schemas.openxmlformats.org/officeDocument/2006/relationships/tags" Target="../tags/tag289.xml"/><Relationship Id="rId6" Type="http://schemas.openxmlformats.org/officeDocument/2006/relationships/tags" Target="../tags/tag294.xml"/><Relationship Id="rId11" Type="http://schemas.openxmlformats.org/officeDocument/2006/relationships/tags" Target="../tags/tag299.xml"/><Relationship Id="rId24" Type="http://schemas.openxmlformats.org/officeDocument/2006/relationships/tags" Target="../tags/tag312.xml"/><Relationship Id="rId32" Type="http://schemas.openxmlformats.org/officeDocument/2006/relationships/tags" Target="../tags/tag320.xml"/><Relationship Id="rId37" Type="http://schemas.openxmlformats.org/officeDocument/2006/relationships/slideLayout" Target="../slideLayouts/slideLayout2.xml"/><Relationship Id="rId5" Type="http://schemas.openxmlformats.org/officeDocument/2006/relationships/tags" Target="../tags/tag293.xml"/><Relationship Id="rId15" Type="http://schemas.openxmlformats.org/officeDocument/2006/relationships/tags" Target="../tags/tag303.xml"/><Relationship Id="rId23" Type="http://schemas.openxmlformats.org/officeDocument/2006/relationships/tags" Target="../tags/tag311.xml"/><Relationship Id="rId28" Type="http://schemas.openxmlformats.org/officeDocument/2006/relationships/tags" Target="../tags/tag316.xml"/><Relationship Id="rId36" Type="http://schemas.openxmlformats.org/officeDocument/2006/relationships/tags" Target="../tags/tag324.xml"/><Relationship Id="rId10" Type="http://schemas.openxmlformats.org/officeDocument/2006/relationships/tags" Target="../tags/tag298.xml"/><Relationship Id="rId19" Type="http://schemas.openxmlformats.org/officeDocument/2006/relationships/tags" Target="../tags/tag307.xml"/><Relationship Id="rId31" Type="http://schemas.openxmlformats.org/officeDocument/2006/relationships/tags" Target="../tags/tag319.xml"/><Relationship Id="rId4" Type="http://schemas.openxmlformats.org/officeDocument/2006/relationships/tags" Target="../tags/tag292.xml"/><Relationship Id="rId9" Type="http://schemas.openxmlformats.org/officeDocument/2006/relationships/tags" Target="../tags/tag297.xml"/><Relationship Id="rId14" Type="http://schemas.openxmlformats.org/officeDocument/2006/relationships/tags" Target="../tags/tag302.xml"/><Relationship Id="rId22" Type="http://schemas.openxmlformats.org/officeDocument/2006/relationships/tags" Target="../tags/tag310.xml"/><Relationship Id="rId27" Type="http://schemas.openxmlformats.org/officeDocument/2006/relationships/tags" Target="../tags/tag315.xml"/><Relationship Id="rId30" Type="http://schemas.openxmlformats.org/officeDocument/2006/relationships/tags" Target="../tags/tag318.xml"/><Relationship Id="rId35" Type="http://schemas.openxmlformats.org/officeDocument/2006/relationships/tags" Target="../tags/tag323.xml"/><Relationship Id="rId8" Type="http://schemas.openxmlformats.org/officeDocument/2006/relationships/tags" Target="../tags/tag296.xml"/><Relationship Id="rId3" Type="http://schemas.openxmlformats.org/officeDocument/2006/relationships/tags" Target="../tags/tag291.xml"/></Relationships>
</file>

<file path=ppt/slides/_rels/slide11.xml.rels><?xml version="1.0" encoding="UTF-8" standalone="yes"?>
<Relationships xmlns="http://schemas.openxmlformats.org/package/2006/relationships"><Relationship Id="rId13" Type="http://schemas.openxmlformats.org/officeDocument/2006/relationships/tags" Target="../tags/tag337.xml"/><Relationship Id="rId18" Type="http://schemas.openxmlformats.org/officeDocument/2006/relationships/tags" Target="../tags/tag342.xml"/><Relationship Id="rId26" Type="http://schemas.openxmlformats.org/officeDocument/2006/relationships/tags" Target="../tags/tag350.xml"/><Relationship Id="rId21" Type="http://schemas.openxmlformats.org/officeDocument/2006/relationships/tags" Target="../tags/tag345.xml"/><Relationship Id="rId34" Type="http://schemas.openxmlformats.org/officeDocument/2006/relationships/tags" Target="../tags/tag358.xml"/><Relationship Id="rId7" Type="http://schemas.openxmlformats.org/officeDocument/2006/relationships/tags" Target="../tags/tag331.xml"/><Relationship Id="rId12" Type="http://schemas.openxmlformats.org/officeDocument/2006/relationships/tags" Target="../tags/tag336.xml"/><Relationship Id="rId17" Type="http://schemas.openxmlformats.org/officeDocument/2006/relationships/tags" Target="../tags/tag341.xml"/><Relationship Id="rId25" Type="http://schemas.openxmlformats.org/officeDocument/2006/relationships/tags" Target="../tags/tag349.xml"/><Relationship Id="rId33" Type="http://schemas.openxmlformats.org/officeDocument/2006/relationships/tags" Target="../tags/tag357.xml"/><Relationship Id="rId2" Type="http://schemas.openxmlformats.org/officeDocument/2006/relationships/tags" Target="../tags/tag326.xml"/><Relationship Id="rId16" Type="http://schemas.openxmlformats.org/officeDocument/2006/relationships/tags" Target="../tags/tag340.xml"/><Relationship Id="rId20" Type="http://schemas.openxmlformats.org/officeDocument/2006/relationships/tags" Target="../tags/tag344.xml"/><Relationship Id="rId29" Type="http://schemas.openxmlformats.org/officeDocument/2006/relationships/tags" Target="../tags/tag353.xml"/><Relationship Id="rId1" Type="http://schemas.openxmlformats.org/officeDocument/2006/relationships/tags" Target="../tags/tag325.xml"/><Relationship Id="rId6" Type="http://schemas.openxmlformats.org/officeDocument/2006/relationships/tags" Target="../tags/tag330.xml"/><Relationship Id="rId11" Type="http://schemas.openxmlformats.org/officeDocument/2006/relationships/tags" Target="../tags/tag335.xml"/><Relationship Id="rId24" Type="http://schemas.openxmlformats.org/officeDocument/2006/relationships/tags" Target="../tags/tag348.xml"/><Relationship Id="rId32" Type="http://schemas.openxmlformats.org/officeDocument/2006/relationships/tags" Target="../tags/tag356.xml"/><Relationship Id="rId37" Type="http://schemas.openxmlformats.org/officeDocument/2006/relationships/slideLayout" Target="../slideLayouts/slideLayout2.xml"/><Relationship Id="rId5" Type="http://schemas.openxmlformats.org/officeDocument/2006/relationships/tags" Target="../tags/tag329.xml"/><Relationship Id="rId15" Type="http://schemas.openxmlformats.org/officeDocument/2006/relationships/tags" Target="../tags/tag339.xml"/><Relationship Id="rId23" Type="http://schemas.openxmlformats.org/officeDocument/2006/relationships/tags" Target="../tags/tag347.xml"/><Relationship Id="rId28" Type="http://schemas.openxmlformats.org/officeDocument/2006/relationships/tags" Target="../tags/tag352.xml"/><Relationship Id="rId36" Type="http://schemas.openxmlformats.org/officeDocument/2006/relationships/tags" Target="../tags/tag360.xml"/><Relationship Id="rId10" Type="http://schemas.openxmlformats.org/officeDocument/2006/relationships/tags" Target="../tags/tag334.xml"/><Relationship Id="rId19" Type="http://schemas.openxmlformats.org/officeDocument/2006/relationships/tags" Target="../tags/tag343.xml"/><Relationship Id="rId31" Type="http://schemas.openxmlformats.org/officeDocument/2006/relationships/tags" Target="../tags/tag355.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tags" Target="../tags/tag338.xml"/><Relationship Id="rId22" Type="http://schemas.openxmlformats.org/officeDocument/2006/relationships/tags" Target="../tags/tag346.xml"/><Relationship Id="rId27" Type="http://schemas.openxmlformats.org/officeDocument/2006/relationships/tags" Target="../tags/tag351.xml"/><Relationship Id="rId30" Type="http://schemas.openxmlformats.org/officeDocument/2006/relationships/tags" Target="../tags/tag354.xml"/><Relationship Id="rId35" Type="http://schemas.openxmlformats.org/officeDocument/2006/relationships/tags" Target="../tags/tag359.xml"/><Relationship Id="rId8" Type="http://schemas.openxmlformats.org/officeDocument/2006/relationships/tags" Target="../tags/tag332.xml"/><Relationship Id="rId3" Type="http://schemas.openxmlformats.org/officeDocument/2006/relationships/tags" Target="../tags/tag327.xml"/></Relationships>
</file>

<file path=ppt/slides/_rels/slide12.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3" Type="http://schemas.openxmlformats.org/officeDocument/2006/relationships/tags" Target="../tags/tag363.xml"/><Relationship Id="rId7" Type="http://schemas.openxmlformats.org/officeDocument/2006/relationships/tags" Target="../tags/tag367.xml"/><Relationship Id="rId12" Type="http://schemas.openxmlformats.org/officeDocument/2006/relationships/tags" Target="../tags/tag372.xml"/><Relationship Id="rId2" Type="http://schemas.openxmlformats.org/officeDocument/2006/relationships/tags" Target="../tags/tag362.xml"/><Relationship Id="rId16" Type="http://schemas.openxmlformats.org/officeDocument/2006/relationships/image" Target="../media/image5.png"/><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5" Type="http://schemas.openxmlformats.org/officeDocument/2006/relationships/tags" Target="../tags/tag365.xml"/><Relationship Id="rId15" Type="http://schemas.openxmlformats.org/officeDocument/2006/relationships/image" Target="../media/image4.png"/><Relationship Id="rId10" Type="http://schemas.openxmlformats.org/officeDocument/2006/relationships/tags" Target="../tags/tag370.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tags" Target="../tags/tag381.xml"/><Relationship Id="rId13" Type="http://schemas.openxmlformats.org/officeDocument/2006/relationships/tags" Target="../tags/tag386.xml"/><Relationship Id="rId3" Type="http://schemas.openxmlformats.org/officeDocument/2006/relationships/tags" Target="../tags/tag376.xml"/><Relationship Id="rId7" Type="http://schemas.openxmlformats.org/officeDocument/2006/relationships/tags" Target="../tags/tag380.xml"/><Relationship Id="rId12" Type="http://schemas.openxmlformats.org/officeDocument/2006/relationships/tags" Target="../tags/tag385.xml"/><Relationship Id="rId2" Type="http://schemas.openxmlformats.org/officeDocument/2006/relationships/tags" Target="../tags/tag375.xml"/><Relationship Id="rId16" Type="http://schemas.openxmlformats.org/officeDocument/2006/relationships/image" Target="../media/image7.png"/><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tags" Target="../tags/tag384.xml"/><Relationship Id="rId5" Type="http://schemas.openxmlformats.org/officeDocument/2006/relationships/tags" Target="../tags/tag378.xml"/><Relationship Id="rId15" Type="http://schemas.openxmlformats.org/officeDocument/2006/relationships/image" Target="../media/image6.png"/><Relationship Id="rId10" Type="http://schemas.openxmlformats.org/officeDocument/2006/relationships/tags" Target="../tags/tag383.xml"/><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3" Type="http://schemas.openxmlformats.org/officeDocument/2006/relationships/tags" Target="../tags/tag389.xml"/><Relationship Id="rId7" Type="http://schemas.openxmlformats.org/officeDocument/2006/relationships/tags" Target="../tags/tag393.xml"/><Relationship Id="rId12" Type="http://schemas.openxmlformats.org/officeDocument/2006/relationships/tags" Target="../tags/tag398.xml"/><Relationship Id="rId2" Type="http://schemas.openxmlformats.org/officeDocument/2006/relationships/tags" Target="../tags/tag388.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5" Type="http://schemas.openxmlformats.org/officeDocument/2006/relationships/tags" Target="../tags/tag391.xml"/><Relationship Id="rId15" Type="http://schemas.openxmlformats.org/officeDocument/2006/relationships/image" Target="../media/image8.png"/><Relationship Id="rId10" Type="http://schemas.openxmlformats.org/officeDocument/2006/relationships/tags" Target="../tags/tag396.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407.xml"/><Relationship Id="rId13" Type="http://schemas.openxmlformats.org/officeDocument/2006/relationships/tags" Target="../tags/tag412.xml"/><Relationship Id="rId18" Type="http://schemas.openxmlformats.org/officeDocument/2006/relationships/slideLayout" Target="../slideLayouts/slideLayout2.xml"/><Relationship Id="rId3" Type="http://schemas.openxmlformats.org/officeDocument/2006/relationships/tags" Target="../tags/tag402.xml"/><Relationship Id="rId7" Type="http://schemas.openxmlformats.org/officeDocument/2006/relationships/tags" Target="../tags/tag406.xml"/><Relationship Id="rId12" Type="http://schemas.openxmlformats.org/officeDocument/2006/relationships/tags" Target="../tags/tag411.xml"/><Relationship Id="rId17" Type="http://schemas.openxmlformats.org/officeDocument/2006/relationships/tags" Target="../tags/tag416.xml"/><Relationship Id="rId2" Type="http://schemas.openxmlformats.org/officeDocument/2006/relationships/tags" Target="../tags/tag401.xml"/><Relationship Id="rId16" Type="http://schemas.openxmlformats.org/officeDocument/2006/relationships/tags" Target="../tags/tag415.xml"/><Relationship Id="rId1" Type="http://schemas.openxmlformats.org/officeDocument/2006/relationships/tags" Target="../tags/tag400.xml"/><Relationship Id="rId6" Type="http://schemas.openxmlformats.org/officeDocument/2006/relationships/tags" Target="../tags/tag405.xml"/><Relationship Id="rId11" Type="http://schemas.openxmlformats.org/officeDocument/2006/relationships/tags" Target="../tags/tag410.xml"/><Relationship Id="rId5" Type="http://schemas.openxmlformats.org/officeDocument/2006/relationships/tags" Target="../tags/tag404.xml"/><Relationship Id="rId15" Type="http://schemas.openxmlformats.org/officeDocument/2006/relationships/tags" Target="../tags/tag414.xml"/><Relationship Id="rId10" Type="http://schemas.openxmlformats.org/officeDocument/2006/relationships/tags" Target="../tags/tag409.xml"/><Relationship Id="rId19" Type="http://schemas.openxmlformats.org/officeDocument/2006/relationships/image" Target="../media/image9.png"/><Relationship Id="rId4" Type="http://schemas.openxmlformats.org/officeDocument/2006/relationships/tags" Target="../tags/tag403.xml"/><Relationship Id="rId9" Type="http://schemas.openxmlformats.org/officeDocument/2006/relationships/tags" Target="../tags/tag408.xml"/><Relationship Id="rId14" Type="http://schemas.openxmlformats.org/officeDocument/2006/relationships/tags" Target="../tags/tag413.xml"/></Relationships>
</file>

<file path=ppt/slides/_rels/slide16.xml.rels><?xml version="1.0" encoding="UTF-8" standalone="yes"?>
<Relationships xmlns="http://schemas.openxmlformats.org/package/2006/relationships"><Relationship Id="rId8" Type="http://schemas.openxmlformats.org/officeDocument/2006/relationships/tags" Target="../tags/tag424.xml"/><Relationship Id="rId13" Type="http://schemas.openxmlformats.org/officeDocument/2006/relationships/tags" Target="../tags/tag429.xml"/><Relationship Id="rId18" Type="http://schemas.openxmlformats.org/officeDocument/2006/relationships/slideLayout" Target="../slideLayouts/slideLayout2.xml"/><Relationship Id="rId3" Type="http://schemas.openxmlformats.org/officeDocument/2006/relationships/tags" Target="../tags/tag419.xml"/><Relationship Id="rId7" Type="http://schemas.openxmlformats.org/officeDocument/2006/relationships/tags" Target="../tags/tag423.xml"/><Relationship Id="rId12" Type="http://schemas.openxmlformats.org/officeDocument/2006/relationships/tags" Target="../tags/tag428.xml"/><Relationship Id="rId17" Type="http://schemas.openxmlformats.org/officeDocument/2006/relationships/tags" Target="../tags/tag433.xml"/><Relationship Id="rId2" Type="http://schemas.openxmlformats.org/officeDocument/2006/relationships/tags" Target="../tags/tag418.xml"/><Relationship Id="rId16" Type="http://schemas.openxmlformats.org/officeDocument/2006/relationships/tags" Target="../tags/tag432.xml"/><Relationship Id="rId1" Type="http://schemas.openxmlformats.org/officeDocument/2006/relationships/tags" Target="../tags/tag417.xml"/><Relationship Id="rId6" Type="http://schemas.openxmlformats.org/officeDocument/2006/relationships/tags" Target="../tags/tag422.xml"/><Relationship Id="rId11" Type="http://schemas.openxmlformats.org/officeDocument/2006/relationships/tags" Target="../tags/tag427.xml"/><Relationship Id="rId5" Type="http://schemas.openxmlformats.org/officeDocument/2006/relationships/tags" Target="../tags/tag421.xml"/><Relationship Id="rId15" Type="http://schemas.openxmlformats.org/officeDocument/2006/relationships/tags" Target="../tags/tag431.xml"/><Relationship Id="rId10" Type="http://schemas.openxmlformats.org/officeDocument/2006/relationships/tags" Target="../tags/tag426.xml"/><Relationship Id="rId19" Type="http://schemas.openxmlformats.org/officeDocument/2006/relationships/image" Target="../media/image10.png"/><Relationship Id="rId4" Type="http://schemas.openxmlformats.org/officeDocument/2006/relationships/tags" Target="../tags/tag420.xml"/><Relationship Id="rId9" Type="http://schemas.openxmlformats.org/officeDocument/2006/relationships/tags" Target="../tags/tag425.xml"/><Relationship Id="rId14" Type="http://schemas.openxmlformats.org/officeDocument/2006/relationships/tags" Target="../tags/tag4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F5A44-6CC7-6698-9CA0-1B81A885D3E5}"/>
              </a:ext>
            </a:extLst>
          </p:cNvPr>
          <p:cNvSpPr>
            <a:spLocks noGrp="1"/>
          </p:cNvSpPr>
          <p:nvPr>
            <p:ph type="ctrTitle"/>
          </p:nvPr>
        </p:nvSpPr>
        <p:spPr>
          <a:xfrm>
            <a:off x="0" y="0"/>
            <a:ext cx="12192000" cy="3509963"/>
          </a:xfrm>
          <a:solidFill>
            <a:schemeClr val="accent1">
              <a:lumMod val="60000"/>
              <a:lumOff val="40000"/>
            </a:schemeClr>
          </a:solidFill>
        </p:spPr>
        <p:txBody>
          <a:bodyPr/>
          <a:lstStyle/>
          <a:p>
            <a:r>
              <a:rPr lang="en-US" dirty="0"/>
              <a:t>Random Numbers</a:t>
            </a:r>
            <a:br>
              <a:rPr lang="en-US" dirty="0"/>
            </a:br>
            <a:endParaRPr lang="en-US" dirty="0"/>
          </a:p>
        </p:txBody>
      </p:sp>
      <p:sp>
        <p:nvSpPr>
          <p:cNvPr id="3" name="Subtitle 2">
            <a:extLst>
              <a:ext uri="{FF2B5EF4-FFF2-40B4-BE49-F238E27FC236}">
                <a16:creationId xmlns:a16="http://schemas.microsoft.com/office/drawing/2014/main" id="{4F3A7934-0D0C-DE08-99C8-BF8463E0D3F5}"/>
              </a:ext>
            </a:extLst>
          </p:cNvPr>
          <p:cNvSpPr>
            <a:spLocks noGrp="1"/>
          </p:cNvSpPr>
          <p:nvPr>
            <p:ph type="subTitle" idx="1"/>
          </p:nvPr>
        </p:nvSpPr>
        <p:spPr>
          <a:xfrm>
            <a:off x="0" y="3980580"/>
            <a:ext cx="12192000" cy="2877420"/>
          </a:xfrm>
          <a:solidFill>
            <a:schemeClr val="accent1">
              <a:lumMod val="50000"/>
            </a:schemeClr>
          </a:solidFill>
        </p:spPr>
        <p:txBody>
          <a:bodyPr>
            <a:normAutofit/>
          </a:bodyPr>
          <a:lstStyle/>
          <a:p>
            <a:endParaRPr lang="en-US" dirty="0">
              <a:solidFill>
                <a:schemeClr val="bg1"/>
              </a:solidFill>
            </a:endParaRPr>
          </a:p>
          <a:p>
            <a:r>
              <a:rPr lang="en-US" dirty="0">
                <a:solidFill>
                  <a:schemeClr val="bg1"/>
                </a:solidFill>
              </a:rPr>
              <a:t>By</a:t>
            </a:r>
          </a:p>
          <a:p>
            <a:r>
              <a:rPr lang="en-US" dirty="0">
                <a:solidFill>
                  <a:schemeClr val="bg1"/>
                </a:solidFill>
              </a:rPr>
              <a:t>Dr. Sikander M. Mirza</a:t>
            </a:r>
          </a:p>
          <a:p>
            <a:r>
              <a:rPr lang="en-US" dirty="0">
                <a:solidFill>
                  <a:schemeClr val="bg1"/>
                </a:solidFill>
              </a:rPr>
              <a:t>Department of Physics and Applied Mathematics</a:t>
            </a:r>
          </a:p>
          <a:p>
            <a:r>
              <a:rPr lang="en-US" dirty="0">
                <a:solidFill>
                  <a:schemeClr val="bg1"/>
                </a:solidFill>
              </a:rPr>
              <a:t>Pakistan Institute of Engineering and Applied Sciences</a:t>
            </a:r>
          </a:p>
          <a:p>
            <a:r>
              <a:rPr lang="en-US" dirty="0" err="1">
                <a:solidFill>
                  <a:schemeClr val="bg1"/>
                </a:solidFill>
              </a:rPr>
              <a:t>Nilore</a:t>
            </a:r>
            <a:r>
              <a:rPr lang="en-US" dirty="0">
                <a:solidFill>
                  <a:schemeClr val="bg1"/>
                </a:solidFill>
              </a:rPr>
              <a:t>, Islamabad 45650, Pakistan</a:t>
            </a:r>
          </a:p>
          <a:p>
            <a:endParaRPr lang="en-US" dirty="0">
              <a:solidFill>
                <a:schemeClr val="bg1"/>
              </a:solidFill>
            </a:endParaRPr>
          </a:p>
        </p:txBody>
      </p:sp>
    </p:spTree>
    <p:extLst>
      <p:ext uri="{BB962C8B-B14F-4D97-AF65-F5344CB8AC3E}">
        <p14:creationId xmlns:p14="http://schemas.microsoft.com/office/powerpoint/2010/main" val="175642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lstStyle/>
          <a:p>
            <a:pPr algn="ctr"/>
            <a:r>
              <a:rPr lang="en-US" dirty="0">
                <a:solidFill>
                  <a:schemeClr val="bg1"/>
                </a:solidFill>
              </a:rPr>
              <a:t>Introduction</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012535"/>
          </a:xfrm>
        </p:spPr>
        <p:txBody>
          <a:bodyPr>
            <a:normAutofit fontScale="92500" lnSpcReduction="10000"/>
          </a:bodyPr>
          <a:lstStyle/>
          <a:p>
            <a:r>
              <a:rPr lang="en-US" dirty="0"/>
              <a:t>Many processes in nature appear random in nature: radioactive decay, lightening, flow in lava lamp and earthquakes etc.</a:t>
            </a:r>
          </a:p>
          <a:p>
            <a:r>
              <a:rPr lang="en-US" dirty="0"/>
              <a:t>Many argue that they appear random because we do not have sufficient details of the underlying processes.</a:t>
            </a:r>
          </a:p>
          <a:p>
            <a:r>
              <a:rPr lang="en-US" dirty="0"/>
              <a:t>Whatever the reason, simulation of such processes requires generation of random numbers.</a:t>
            </a:r>
          </a:p>
          <a:p>
            <a:r>
              <a:rPr lang="en-US" dirty="0"/>
              <a:t>Are all random processes basically the same?</a:t>
            </a:r>
          </a:p>
          <a:p>
            <a:r>
              <a:rPr lang="en-US" dirty="0"/>
              <a:t>Yes, at very elementary level, all randomness is like tossing a coin: Head or Tail. </a:t>
            </a:r>
          </a:p>
          <a:p>
            <a:r>
              <a:rPr lang="en-US" dirty="0"/>
              <a:t>So, we need random numbers to mimic the basic level.</a:t>
            </a:r>
          </a:p>
          <a:p>
            <a:endParaRPr lang="en-US" dirty="0"/>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30921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lstStyle/>
          <a:p>
            <a:pPr algn="ctr"/>
            <a:r>
              <a:rPr lang="en-US" dirty="0">
                <a:solidFill>
                  <a:schemeClr val="bg1"/>
                </a:solidFill>
              </a:rPr>
              <a:t>Introduction</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fontScale="92500" lnSpcReduction="10000"/>
          </a:bodyPr>
          <a:lstStyle/>
          <a:p>
            <a:r>
              <a:rPr lang="en-US" dirty="0"/>
              <a:t>There are two types of random numbers:</a:t>
            </a:r>
          </a:p>
          <a:p>
            <a:pPr lvl="1"/>
            <a:r>
              <a:rPr lang="en-US" dirty="0"/>
              <a:t>True</a:t>
            </a:r>
          </a:p>
          <a:p>
            <a:pPr lvl="1"/>
            <a:r>
              <a:rPr lang="en-US" dirty="0"/>
              <a:t>Pseudo </a:t>
            </a:r>
          </a:p>
          <a:p>
            <a:r>
              <a:rPr lang="en-US" dirty="0"/>
              <a:t>The ‘True: random numbers are obtained by using some natural phenomenon – like measuring radioactive decays taking place in fixed intervals of time. Here, a long lived source is taken (e.g., Cs-137, with half life close to 30 years) and we measure the number of decays in two minutes. This number is expected to be random. </a:t>
            </a:r>
          </a:p>
          <a:p>
            <a:r>
              <a:rPr lang="en-US" dirty="0"/>
              <a:t>Such an apparatus makes a true random number generator (TRN-Generator).</a:t>
            </a:r>
          </a:p>
          <a:p>
            <a:r>
              <a:rPr lang="en-US" dirty="0"/>
              <a:t>Main advantage of a TRN-generator is reliability. It can be treated as Gold-Standard as far as random numbers are concerned.</a:t>
            </a:r>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264451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lstStyle/>
          <a:p>
            <a:pPr algn="ctr"/>
            <a:r>
              <a:rPr lang="en-US" dirty="0">
                <a:solidFill>
                  <a:schemeClr val="bg1"/>
                </a:solidFill>
              </a:rPr>
              <a:t>Introduction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fontScale="92500" lnSpcReduction="10000"/>
              </a:bodyPr>
              <a:lstStyle/>
              <a:p>
                <a:r>
                  <a:rPr lang="en-US" dirty="0"/>
                  <a:t>But we must process these data before actually using them. </a:t>
                </a:r>
              </a:p>
              <a:p>
                <a:r>
                  <a:rPr lang="en-US" dirty="0"/>
                  <a:t>Normal practice is to have random numbers in [0, 1] interval. Such random numbers are called ‘Normalized’.</a:t>
                </a:r>
              </a:p>
              <a:p>
                <a:r>
                  <a:rPr lang="en-US" dirty="0"/>
                  <a:t>Clearly, the TRN-generators produce numbers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in different range. So, we must find their maximum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𝑚𝑎𝑥</m:t>
                        </m:r>
                      </m:sub>
                    </m:sSub>
                  </m:oMath>
                </a14:m>
                <a:r>
                  <a:rPr lang="en-US" dirty="0"/>
                  <a:t> and minima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𝑚𝑖𝑛</m:t>
                        </m:r>
                      </m:sub>
                    </m:sSub>
                  </m:oMath>
                </a14:m>
                <a:r>
                  <a:rPr lang="en-US" dirty="0"/>
                  <a:t>.</a:t>
                </a:r>
              </a:p>
              <a:p>
                <a:r>
                  <a:rPr lang="en-US" dirty="0"/>
                  <a:t>The normalized random numbers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oMath>
                </a14:m>
                <a:r>
                  <a:rPr lang="en-US" dirty="0"/>
                  <a:t> can easily be obtained by using relation like this: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𝑚𝑖𝑛</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𝑚𝑎𝑥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𝑚𝑖𝑛</m:t>
                            </m:r>
                          </m:sub>
                        </m:sSub>
                      </m:den>
                    </m:f>
                    <m:r>
                      <a:rPr lang="en-US" b="0" i="1" smtClean="0">
                        <a:latin typeface="Cambria Math" panose="02040503050406030204" pitchFamily="18" charset="0"/>
                      </a:rPr>
                      <m:t> </m:t>
                    </m:r>
                  </m:oMath>
                </a14:m>
                <a:r>
                  <a:rPr lang="en-US" dirty="0"/>
                  <a:t>.</a:t>
                </a:r>
              </a:p>
              <a:p>
                <a:r>
                  <a:rPr lang="en-US" dirty="0"/>
                  <a:t>In order to use such kind of relation, one must collect a set of TRNs and do statistics and then transform that set into “Normalized” form.</a:t>
                </a:r>
              </a:p>
              <a:p>
                <a:r>
                  <a:rPr lang="en-US" dirty="0"/>
                  <a:t>Generally, a set of 100 random numbers are thus processed.</a:t>
                </a:r>
              </a:p>
            </p:txBody>
          </p:sp>
        </mc:Choice>
        <mc:Fallback>
          <p:sp>
            <p:nvSpPr>
              <p:cNvPr id="3" name="Content Placeholder 2">
                <a:extLst>
                  <a:ext uri="{FF2B5EF4-FFF2-40B4-BE49-F238E27FC236}">
                    <a16:creationId xmlns:a16="http://schemas.microsoft.com/office/drawing/2014/main" id="{02542B20-E0B2-8F07-0B3B-2137B3495B35}"/>
                  </a:ext>
                </a:extLst>
              </p:cNvPr>
              <p:cNvSpPr>
                <a:spLocks noGrp="1" noRot="1" noChangeAspect="1" noMove="1" noResize="1" noEditPoints="1" noAdjustHandles="1" noChangeArrowheads="1" noChangeShapeType="1" noTextEdit="1"/>
              </p:cNvSpPr>
              <p:nvPr>
                <p:ph idx="1"/>
              </p:nvPr>
            </p:nvSpPr>
            <p:spPr>
              <a:xfrm>
                <a:off x="1536290" y="993058"/>
                <a:ext cx="10459065" cy="5646021"/>
              </a:xfrm>
              <a:blipFill>
                <a:blip r:embed="rId38"/>
                <a:stretch>
                  <a:fillRect l="-874" t="-2160" b="-2700"/>
                </a:stretch>
              </a:blipFill>
            </p:spPr>
            <p:txBody>
              <a:bodyPr/>
              <a:lstStyle/>
              <a:p>
                <a:r>
                  <a:rPr lang="en-GB">
                    <a:noFill/>
                  </a:rPr>
                  <a:t> </a:t>
                </a:r>
              </a:p>
            </p:txBody>
          </p:sp>
        </mc:Fallback>
      </mc:AlternateContent>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155807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lstStyle/>
          <a:p>
            <a:pPr algn="ctr"/>
            <a:r>
              <a:rPr lang="en-US" dirty="0">
                <a:solidFill>
                  <a:schemeClr val="bg1"/>
                </a:solidFill>
              </a:rPr>
              <a:t>Introduction</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lstStyle/>
          <a:p>
            <a:r>
              <a:rPr lang="en-US" dirty="0"/>
              <a:t>Therefore, TRN-generators are sort of delayed process.</a:t>
            </a:r>
          </a:p>
          <a:p>
            <a:r>
              <a:rPr lang="en-US" dirty="0"/>
              <a:t>One must eliminate ‘natural’ bias or non-uniform behavior of such TRNs.</a:t>
            </a:r>
          </a:p>
          <a:p>
            <a:r>
              <a:rPr lang="en-US" dirty="0"/>
              <a:t>TRN-generators  can be used to collect large sets of random numbers and use them when needed.</a:t>
            </a:r>
          </a:p>
          <a:p>
            <a:r>
              <a:rPr lang="en-US" dirty="0"/>
              <a:t>In some </a:t>
            </a:r>
            <a:r>
              <a:rPr lang="en-US" dirty="0" err="1"/>
              <a:t>applications,we</a:t>
            </a:r>
            <a:r>
              <a:rPr lang="en-US" dirty="0"/>
              <a:t> need millions of random numbers. For such cases, we actually need huge data from such generators. This requires pre-collection of data, which means keeping the </a:t>
            </a:r>
            <a:r>
              <a:rPr lang="en-US" dirty="0" err="1"/>
              <a:t>TRn</a:t>
            </a:r>
            <a:r>
              <a:rPr lang="en-US" dirty="0"/>
              <a:t>-generators on for a long time… which involves cost, time and resources.</a:t>
            </a:r>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2786116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lstStyle/>
          <a:p>
            <a:pPr algn="ctr"/>
            <a:r>
              <a:rPr lang="en-US" dirty="0">
                <a:solidFill>
                  <a:schemeClr val="bg1"/>
                </a:solidFill>
              </a:rPr>
              <a:t>Introduction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fontScale="92500" lnSpcReduction="10000"/>
              </a:bodyPr>
              <a:lstStyle/>
              <a:p>
                <a:r>
                  <a:rPr lang="en-US" dirty="0"/>
                  <a:t>In view of long lead times needed for TRNs, </a:t>
                </a:r>
                <a:r>
                  <a:rPr lang="en-US" dirty="0" err="1"/>
                  <a:t>Compter</a:t>
                </a:r>
                <a:r>
                  <a:rPr lang="en-US" dirty="0"/>
                  <a:t> based random number have been developed. </a:t>
                </a:r>
              </a:p>
              <a:p>
                <a:r>
                  <a:rPr lang="en-US" dirty="0"/>
                  <a:t>A variety of techniques have been used for this purpose. </a:t>
                </a:r>
              </a:p>
              <a:p>
                <a:r>
                  <a:rPr lang="en-US" dirty="0"/>
                  <a:t>Most common is the Linear Congruential Generator (LCG):</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𝑚</m:t>
                      </m:r>
                    </m:oMath>
                  </m:oMathPara>
                </a14:m>
                <a:endParaRPr lang="en-US" dirty="0"/>
              </a:p>
              <a:p>
                <a:r>
                  <a:rPr lang="en-US" dirty="0"/>
                  <a:t>Where, a, b and m are constants that are chosen appropriately to yield good set of random numbers that are:</a:t>
                </a:r>
              </a:p>
              <a:p>
                <a:r>
                  <a:rPr lang="en-US" dirty="0"/>
                  <a:t>Uniform probability in [0, 1]</a:t>
                </a:r>
              </a:p>
              <a:p>
                <a:r>
                  <a:rPr lang="en-US" dirty="0"/>
                  <a:t>Long period</a:t>
                </a:r>
              </a:p>
              <a:p>
                <a:r>
                  <a:rPr lang="en-US" dirty="0"/>
                  <a:t>Such “Pseudo Random Number (PRN)” generators are widely used.</a:t>
                </a:r>
              </a:p>
            </p:txBody>
          </p:sp>
        </mc:Choice>
        <mc:Fallback>
          <p:sp>
            <p:nvSpPr>
              <p:cNvPr id="3" name="Content Placeholder 2">
                <a:extLst>
                  <a:ext uri="{FF2B5EF4-FFF2-40B4-BE49-F238E27FC236}">
                    <a16:creationId xmlns:a16="http://schemas.microsoft.com/office/drawing/2014/main" id="{02542B20-E0B2-8F07-0B3B-2137B3495B35}"/>
                  </a:ext>
                </a:extLst>
              </p:cNvPr>
              <p:cNvSpPr>
                <a:spLocks noGrp="1" noRot="1" noChangeAspect="1" noMove="1" noResize="1" noEditPoints="1" noAdjustHandles="1" noChangeArrowheads="1" noChangeShapeType="1" noTextEdit="1"/>
              </p:cNvSpPr>
              <p:nvPr>
                <p:ph idx="1"/>
              </p:nvPr>
            </p:nvSpPr>
            <p:spPr>
              <a:xfrm>
                <a:off x="1536290" y="993058"/>
                <a:ext cx="10459065" cy="5646021"/>
              </a:xfrm>
              <a:blipFill>
                <a:blip r:embed="rId38"/>
                <a:stretch>
                  <a:fillRect l="-874" t="-2160"/>
                </a:stretch>
              </a:blipFill>
            </p:spPr>
            <p:txBody>
              <a:bodyPr/>
              <a:lstStyle/>
              <a:p>
                <a:r>
                  <a:rPr lang="en-GB">
                    <a:noFill/>
                  </a:rPr>
                  <a:t> </a:t>
                </a:r>
              </a:p>
            </p:txBody>
          </p:sp>
        </mc:Fallback>
      </mc:AlternateContent>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3190465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lstStyle/>
          <a:p>
            <a:pPr algn="ctr"/>
            <a:r>
              <a:rPr lang="en-US" dirty="0">
                <a:solidFill>
                  <a:schemeClr val="bg1"/>
                </a:solidFill>
              </a:rPr>
              <a:t>Introduction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fontScale="92500" lnSpcReduction="20000"/>
              </a:bodyPr>
              <a:lstStyle/>
              <a:p>
                <a:r>
                  <a:rPr lang="en-US" b="1" dirty="0"/>
                  <a:t>Mersenne Twister:</a:t>
                </a:r>
                <a:r>
                  <a:rPr lang="en-US" dirty="0"/>
                  <a:t> One of the most widely used PRNGs, often the default in many software systems and languages (like Python and R). It's known for its very long period and good statistical properties.</a:t>
                </a:r>
              </a:p>
              <a:p>
                <a:r>
                  <a:rPr lang="en-US" dirty="0"/>
                  <a:t>All PRNs start with a user defined “first Random Number” of a sequence called “Seed of that </a:t>
                </a:r>
                <a:r>
                  <a:rPr lang="en-US" dirty="0" err="1"/>
                  <a:t>Squence</a:t>
                </a:r>
                <a:r>
                  <a:rPr lang="en-US" dirty="0"/>
                  <a:t>”. That goes on the right hand side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0</m:t>
                        </m:r>
                      </m:sub>
                    </m:sSub>
                  </m:oMath>
                </a14:m>
                <a:r>
                  <a:rPr lang="en-US" dirty="0"/>
                  <a:t> which yields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0" smtClean="0">
                        <a:latin typeface="Cambria Math" panose="02040503050406030204" pitchFamily="18" charset="0"/>
                      </a:rPr>
                      <m:t>,</m:t>
                    </m:r>
                  </m:oMath>
                </a14:m>
                <a:r>
                  <a:rPr lang="en-US" b="0" i="0" dirty="0">
                    <a:latin typeface="+mj-lt"/>
                  </a:rPr>
                  <a:t> which is then used to generate the next and so on.</a:t>
                </a:r>
              </a:p>
              <a:p>
                <a:r>
                  <a:rPr lang="en-US" dirty="0">
                    <a:latin typeface="+mj-lt"/>
                  </a:rPr>
                  <a:t>Definition:</a:t>
                </a:r>
              </a:p>
              <a:p>
                <a:r>
                  <a:rPr lang="en-US" dirty="0">
                    <a:latin typeface="+mj-lt"/>
                  </a:rPr>
                  <a:t>A Random number is a number chosen from a set by chance. </a:t>
                </a:r>
              </a:p>
              <a:p>
                <a:r>
                  <a:rPr lang="en-US" dirty="0">
                    <a:latin typeface="+mj-lt"/>
                  </a:rPr>
                  <a:t>In case of TRNs, think as if nature has a set of the numbers which has not been revealed yet. It un-vails them one by one “by chance”. </a:t>
                </a:r>
                <a:endParaRPr lang="en-US" dirty="0"/>
              </a:p>
            </p:txBody>
          </p:sp>
        </mc:Choice>
        <mc:Fallback>
          <p:sp>
            <p:nvSpPr>
              <p:cNvPr id="3" name="Content Placeholder 2">
                <a:extLst>
                  <a:ext uri="{FF2B5EF4-FFF2-40B4-BE49-F238E27FC236}">
                    <a16:creationId xmlns:a16="http://schemas.microsoft.com/office/drawing/2014/main" id="{02542B20-E0B2-8F07-0B3B-2137B3495B35}"/>
                  </a:ext>
                </a:extLst>
              </p:cNvPr>
              <p:cNvSpPr>
                <a:spLocks noGrp="1" noRot="1" noChangeAspect="1" noMove="1" noResize="1" noEditPoints="1" noAdjustHandles="1" noChangeArrowheads="1" noChangeShapeType="1" noTextEdit="1"/>
              </p:cNvSpPr>
              <p:nvPr>
                <p:ph idx="1"/>
              </p:nvPr>
            </p:nvSpPr>
            <p:spPr>
              <a:xfrm>
                <a:off x="1536290" y="993058"/>
                <a:ext cx="10459065" cy="5646021"/>
              </a:xfrm>
              <a:blipFill>
                <a:blip r:embed="rId38"/>
                <a:stretch>
                  <a:fillRect l="-874" t="-2700" r="-1923"/>
                </a:stretch>
              </a:blipFill>
            </p:spPr>
            <p:txBody>
              <a:bodyPr/>
              <a:lstStyle/>
              <a:p>
                <a:r>
                  <a:rPr lang="en-GB">
                    <a:noFill/>
                  </a:rPr>
                  <a:t> </a:t>
                </a:r>
              </a:p>
            </p:txBody>
          </p:sp>
        </mc:Fallback>
      </mc:AlternateContent>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1264952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normAutofit/>
          </a:bodyPr>
          <a:lstStyle/>
          <a:p>
            <a:pPr algn="ctr"/>
            <a:r>
              <a:rPr lang="en-US" sz="3200" b="0" i="0" dirty="0">
                <a:solidFill>
                  <a:schemeClr val="bg1"/>
                </a:solidFill>
                <a:effectLst/>
                <a:latin typeface="fkGrotesk"/>
              </a:rPr>
              <a:t>Characteristics of Random Numbers</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lstStyle/>
          <a:p>
            <a:pPr algn="l">
              <a:buFont typeface="Arial" panose="020B0604020202020204" pitchFamily="34" charset="0"/>
              <a:buChar char="•"/>
            </a:pPr>
            <a:r>
              <a:rPr lang="en-US" b="0" i="0" dirty="0">
                <a:effectLst/>
                <a:latin typeface="fkGroteskNeue"/>
              </a:rPr>
              <a:t>Uniform distribution over a defined interval</a:t>
            </a:r>
          </a:p>
          <a:p>
            <a:pPr lvl="1"/>
            <a:r>
              <a:rPr lang="en-US" dirty="0">
                <a:latin typeface="fkGroteskNeue"/>
              </a:rPr>
              <a:t>Same probability of finding any number in [0,1] interval</a:t>
            </a:r>
          </a:p>
          <a:p>
            <a:pPr lvl="1"/>
            <a:r>
              <a:rPr lang="en-US" b="0" i="0" dirty="0">
                <a:effectLst/>
                <a:latin typeface="fkGroteskNeue"/>
              </a:rPr>
              <a:t>OR Flat frequency profile for all groups of random numbers having same class width. </a:t>
            </a:r>
          </a:p>
          <a:p>
            <a:pPr algn="l">
              <a:buFont typeface="Arial" panose="020B0604020202020204" pitchFamily="34" charset="0"/>
              <a:buChar char="•"/>
            </a:pPr>
            <a:r>
              <a:rPr lang="en-US" b="0" i="0" dirty="0">
                <a:effectLst/>
                <a:latin typeface="fkGroteskNeue"/>
              </a:rPr>
              <a:t>Independence and unpredictability</a:t>
            </a:r>
          </a:p>
          <a:p>
            <a:pPr lvl="1"/>
            <a:r>
              <a:rPr lang="en-US" dirty="0">
                <a:latin typeface="fkGroteskNeue"/>
              </a:rPr>
              <a:t>Although, LCGs are based on a mathematical relation, one should not be able to predict next random number by just looking at any collection of random numbers generated by it.</a:t>
            </a:r>
          </a:p>
          <a:p>
            <a:pPr lvl="1"/>
            <a:r>
              <a:rPr lang="en-US" b="0" i="0" dirty="0">
                <a:effectLst/>
                <a:latin typeface="fkGroteskNeue"/>
              </a:rPr>
              <a:t>In </a:t>
            </a:r>
            <a:r>
              <a:rPr lang="en-US" dirty="0">
                <a:latin typeface="fkGroteskNeue"/>
              </a:rPr>
              <a:t>other words, by looking at the “output” discovery of the constant </a:t>
            </a:r>
            <a:r>
              <a:rPr lang="en-US" dirty="0" err="1">
                <a:latin typeface="fkGroteskNeue"/>
              </a:rPr>
              <a:t>a,b</a:t>
            </a:r>
            <a:r>
              <a:rPr lang="en-US" dirty="0">
                <a:latin typeface="fkGroteskNeue"/>
              </a:rPr>
              <a:t> an m</a:t>
            </a:r>
            <a:endParaRPr lang="en-US" b="0" i="0" dirty="0">
              <a:effectLst/>
              <a:latin typeface="fkGroteskNeue"/>
            </a:endParaRPr>
          </a:p>
          <a:p>
            <a:pPr algn="l">
              <a:buFont typeface="Arial" panose="020B0604020202020204" pitchFamily="34" charset="0"/>
              <a:buChar char="•"/>
            </a:pPr>
            <a:r>
              <a:rPr lang="en-US" b="0" i="0" dirty="0">
                <a:effectLst/>
                <a:latin typeface="fkGroteskNeue"/>
              </a:rPr>
              <a:t>Examples of random sequences vs non-random sequences</a:t>
            </a:r>
          </a:p>
          <a:p>
            <a:pPr lvl="1"/>
            <a:r>
              <a:rPr lang="en-US" dirty="0">
                <a:latin typeface="fkGroteskNeue"/>
              </a:rPr>
              <a:t>0.32, 0.19, 0.67, 0.43, 0.98… is random</a:t>
            </a:r>
          </a:p>
          <a:p>
            <a:pPr lvl="1"/>
            <a:r>
              <a:rPr lang="en-US" b="0" i="0" dirty="0">
                <a:effectLst/>
                <a:latin typeface="fkGroteskNeue"/>
              </a:rPr>
              <a:t>1, </a:t>
            </a:r>
            <a:r>
              <a:rPr lang="en-US" dirty="0">
                <a:latin typeface="fkGroteskNeue"/>
              </a:rPr>
              <a:t>5, 13, 29 , … is not random as it is just; (2x+3)</a:t>
            </a:r>
            <a:endParaRPr lang="en-US" b="0" i="0" dirty="0">
              <a:effectLst/>
              <a:latin typeface="fkGroteskNeue"/>
            </a:endParaRPr>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161424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normAutofit/>
          </a:bodyPr>
          <a:lstStyle/>
          <a:p>
            <a:pPr algn="ctr"/>
            <a:r>
              <a:rPr lang="en-US" sz="4000" dirty="0">
                <a:solidFill>
                  <a:schemeClr val="bg1"/>
                </a:solidFill>
                <a:latin typeface="fkGrotesk"/>
              </a:rPr>
              <a:t>Uses   and   Applications</a:t>
            </a:r>
            <a:endParaRPr lang="en-US" sz="4000" b="0" i="0" dirty="0">
              <a:solidFill>
                <a:schemeClr val="bg1"/>
              </a:solidFill>
              <a:effectLst/>
              <a:latin typeface="fkGrotesk"/>
            </a:endParaRP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fontScale="92500" lnSpcReduction="10000"/>
          </a:bodyPr>
          <a:lstStyle/>
          <a:p>
            <a:pPr algn="l">
              <a:buFont typeface="Arial" panose="020B0604020202020204" pitchFamily="34" charset="0"/>
              <a:buChar char="•"/>
            </a:pPr>
            <a:r>
              <a:rPr lang="en-US" b="0" i="0" dirty="0">
                <a:effectLst/>
                <a:latin typeface="fkGroteskNeue"/>
              </a:rPr>
              <a:t>Statistical sampling and inference</a:t>
            </a:r>
          </a:p>
          <a:p>
            <a:pPr lvl="1"/>
            <a:r>
              <a:rPr lang="en-US" dirty="0"/>
              <a:t>In sampling, random numbers are primarily used to select individuals or items from a population such that the sample is </a:t>
            </a:r>
            <a:r>
              <a:rPr lang="en-US" b="1" dirty="0"/>
              <a:t>representative</a:t>
            </a:r>
            <a:r>
              <a:rPr lang="en-US" dirty="0"/>
              <a:t> and </a:t>
            </a:r>
            <a:r>
              <a:rPr lang="en-US" b="1" dirty="0"/>
              <a:t>unbiased</a:t>
            </a:r>
            <a:r>
              <a:rPr lang="en-US" dirty="0"/>
              <a:t>. This process is known as </a:t>
            </a:r>
            <a:r>
              <a:rPr lang="en-US" b="1" dirty="0"/>
              <a:t>probability sampling</a:t>
            </a:r>
            <a:r>
              <a:rPr lang="en-US" dirty="0">
                <a:latin typeface="fkGroteskNeue"/>
              </a:rPr>
              <a:t>.</a:t>
            </a:r>
          </a:p>
          <a:p>
            <a:pPr lvl="1"/>
            <a:r>
              <a:rPr lang="en-US" dirty="0">
                <a:latin typeface="fkGroteskNeue"/>
              </a:rPr>
              <a:t>Sampling Types: (</a:t>
            </a:r>
            <a:r>
              <a:rPr lang="en-US" dirty="0" err="1">
                <a:latin typeface="fkGroteskNeue"/>
              </a:rPr>
              <a:t>i</a:t>
            </a:r>
            <a:r>
              <a:rPr lang="en-US" dirty="0">
                <a:latin typeface="fkGroteskNeue"/>
              </a:rPr>
              <a:t>) Simple, (ii) Systematic (iii) Stratified Sampling</a:t>
            </a:r>
          </a:p>
          <a:p>
            <a:pPr lvl="1"/>
            <a:r>
              <a:rPr lang="en-US" dirty="0"/>
              <a:t>In statistical inference, random numbers are critical for developing and validating models, testing hypotheses, and quantifying uncertainty.</a:t>
            </a:r>
          </a:p>
          <a:p>
            <a:pPr lvl="1"/>
            <a:r>
              <a:rPr lang="en-US" b="0" i="0" dirty="0">
                <a:effectLst/>
                <a:latin typeface="fkGroteskNeue"/>
              </a:rPr>
              <a:t>For example, in drug testing</a:t>
            </a:r>
            <a:r>
              <a:rPr lang="en-US" dirty="0">
                <a:latin typeface="fkGroteskNeue"/>
              </a:rPr>
              <a:t>, placebo and actual drug are used with “random” profile to draw valid conclusions from treatment data.</a:t>
            </a:r>
            <a:endParaRPr lang="en-US" b="0" i="0" dirty="0">
              <a:effectLst/>
              <a:latin typeface="fkGroteskNeue"/>
            </a:endParaRPr>
          </a:p>
          <a:p>
            <a:pPr algn="l">
              <a:buFont typeface="Arial" panose="020B0604020202020204" pitchFamily="34" charset="0"/>
              <a:buChar char="•"/>
            </a:pPr>
            <a:r>
              <a:rPr lang="en-US" b="0" i="0" dirty="0">
                <a:effectLst/>
                <a:latin typeface="fkGroteskNeue"/>
              </a:rPr>
              <a:t>Computer simulations and modeling</a:t>
            </a:r>
          </a:p>
          <a:p>
            <a:pPr lvl="1"/>
            <a:r>
              <a:rPr lang="en-US" dirty="0"/>
              <a:t>Random variables are absolutely fundamental to </a:t>
            </a:r>
            <a:r>
              <a:rPr lang="en-US" b="1" dirty="0"/>
              <a:t>computer simulation and models</a:t>
            </a:r>
            <a:r>
              <a:rPr lang="en-US" dirty="0"/>
              <a:t>, serving as the mechanism to introduce </a:t>
            </a:r>
            <a:r>
              <a:rPr lang="en-US" b="1" dirty="0"/>
              <a:t>real-world uncertainty, variability, and randomness</a:t>
            </a:r>
            <a:r>
              <a:rPr lang="en-US" dirty="0"/>
              <a:t> into a computational environment. They allow models to capture the stochastic (probabilistic) nature of complex syste</a:t>
            </a:r>
            <a:r>
              <a:rPr lang="en-US" dirty="0">
                <a:latin typeface="fkGroteskNeue"/>
              </a:rPr>
              <a:t>ms</a:t>
            </a:r>
            <a:endParaRPr lang="en-US" b="0" i="0" dirty="0">
              <a:effectLst/>
              <a:latin typeface="fkGroteskNeue"/>
            </a:endParaRPr>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1673820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normAutofit/>
          </a:bodyPr>
          <a:lstStyle/>
          <a:p>
            <a:pPr algn="ctr"/>
            <a:r>
              <a:rPr lang="en-US" sz="4000" dirty="0">
                <a:solidFill>
                  <a:schemeClr val="bg1"/>
                </a:solidFill>
                <a:latin typeface="fkGrotesk"/>
              </a:rPr>
              <a:t>Uses   and   Applications</a:t>
            </a:r>
            <a:endParaRPr lang="en-US" sz="4000" b="0" i="0" dirty="0">
              <a:solidFill>
                <a:schemeClr val="bg1"/>
              </a:solidFill>
              <a:effectLst/>
              <a:latin typeface="fkGrotesk"/>
            </a:endParaRP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lnSpcReduction="10000"/>
          </a:bodyPr>
          <a:lstStyle/>
          <a:p>
            <a:pPr lvl="1"/>
            <a:r>
              <a:rPr lang="en-US" b="0" i="0" dirty="0">
                <a:effectLst/>
                <a:latin typeface="fkGroteskNeue"/>
              </a:rPr>
              <a:t>Discrete event simulations:  (</a:t>
            </a:r>
            <a:r>
              <a:rPr lang="en-US" b="0" i="0" dirty="0" err="1">
                <a:effectLst/>
                <a:latin typeface="fkGroteskNeue"/>
              </a:rPr>
              <a:t>i</a:t>
            </a:r>
            <a:r>
              <a:rPr lang="en-US" b="0" i="0" dirty="0">
                <a:effectLst/>
                <a:latin typeface="fkGroteskNeue"/>
              </a:rPr>
              <a:t>) Queueing systems (ii) Manufacturing</a:t>
            </a:r>
          </a:p>
          <a:p>
            <a:pPr algn="l">
              <a:buFont typeface="Arial" panose="020B0604020202020204" pitchFamily="34" charset="0"/>
              <a:buChar char="•"/>
            </a:pPr>
            <a:r>
              <a:rPr lang="en-US" b="0" i="0" dirty="0">
                <a:effectLst/>
                <a:latin typeface="fkGroteskNeue"/>
              </a:rPr>
              <a:t>Cryptography and secure communications</a:t>
            </a:r>
          </a:p>
          <a:p>
            <a:pPr lvl="1"/>
            <a:r>
              <a:rPr lang="en-US" b="1" dirty="0"/>
              <a:t>Random variables</a:t>
            </a:r>
            <a:r>
              <a:rPr lang="en-US" dirty="0"/>
              <a:t> are </a:t>
            </a:r>
            <a:r>
              <a:rPr lang="en-US" b="1" dirty="0"/>
              <a:t>fundamental</a:t>
            </a:r>
            <a:r>
              <a:rPr lang="en-US" dirty="0"/>
              <a:t> to cryptography and secure communication because they provide the necessary </a:t>
            </a:r>
            <a:r>
              <a:rPr lang="en-US" b="1" dirty="0"/>
              <a:t>unpredictability</a:t>
            </a:r>
            <a:r>
              <a:rPr lang="en-US" dirty="0"/>
              <a:t> (or </a:t>
            </a:r>
            <a:r>
              <a:rPr lang="en-US" b="1" dirty="0"/>
              <a:t>entropy</a:t>
            </a:r>
            <a:r>
              <a:rPr lang="en-US" dirty="0"/>
              <a:t>) upon which the entire system's security relies.</a:t>
            </a:r>
          </a:p>
          <a:p>
            <a:pPr lvl="1"/>
            <a:r>
              <a:rPr lang="en-US" dirty="0"/>
              <a:t>In this field, a random variable is the mathematical model used to describe the creation of secret,</a:t>
            </a:r>
            <a:endParaRPr lang="en-US" b="0" i="0" dirty="0">
              <a:effectLst/>
              <a:latin typeface="fkGroteskNeue"/>
            </a:endParaRPr>
          </a:p>
          <a:p>
            <a:pPr lvl="1"/>
            <a:r>
              <a:rPr lang="en-US" b="0" i="0" dirty="0">
                <a:effectLst/>
                <a:latin typeface="fkGroteskNeue"/>
              </a:rPr>
              <a:t>Specialized Random number generators, typically layered, are used for security of data and communication.</a:t>
            </a:r>
          </a:p>
          <a:p>
            <a:pPr lvl="1"/>
            <a:r>
              <a:rPr lang="en-US" dirty="0">
                <a:latin typeface="fkGroteskNeue"/>
              </a:rPr>
              <a:t>These RNGs are highly robust, reliable and best tested not fail.</a:t>
            </a:r>
          </a:p>
          <a:p>
            <a:pPr lvl="1"/>
            <a:r>
              <a:rPr lang="en-US" b="0" i="0" dirty="0">
                <a:effectLst/>
                <a:latin typeface="fkGroteskNeue"/>
              </a:rPr>
              <a:t>They are also tested agains</a:t>
            </a:r>
            <a:r>
              <a:rPr lang="en-US" dirty="0">
                <a:latin typeface="fkGroteskNeue"/>
              </a:rPr>
              <a:t>t hacking and data corruption such that any attempt to read/change them renders them useless and a new secure channel positions in place.</a:t>
            </a:r>
          </a:p>
          <a:p>
            <a:pPr lvl="1"/>
            <a:r>
              <a:rPr lang="en-US" b="0" i="0" dirty="0">
                <a:effectLst/>
                <a:latin typeface="fkGroteskNeue"/>
              </a:rPr>
              <a:t>These typically have layered </a:t>
            </a:r>
            <a:r>
              <a:rPr lang="en-US" b="0" i="0" dirty="0" err="1">
                <a:effectLst/>
                <a:latin typeface="fkGroteskNeue"/>
              </a:rPr>
              <a:t>protocals</a:t>
            </a:r>
            <a:r>
              <a:rPr lang="en-US" b="0" i="0" dirty="0">
                <a:effectLst/>
                <a:latin typeface="fkGroteskNeue"/>
              </a:rPr>
              <a:t> with over-sized redundancy to ensure crystal clear communication even over the noisiest channels.</a:t>
            </a: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2912015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5">
              <a:lumMod val="50000"/>
            </a:schemeClr>
          </a:solidFill>
        </p:spPr>
        <p:txBody>
          <a:bodyPr>
            <a:normAutofit/>
          </a:bodyPr>
          <a:lstStyle/>
          <a:p>
            <a:pPr algn="ctr"/>
            <a:r>
              <a:rPr lang="en-US" sz="4000" dirty="0">
                <a:solidFill>
                  <a:schemeClr val="bg1"/>
                </a:solidFill>
                <a:latin typeface="fkGrotesk"/>
              </a:rPr>
              <a:t>Uses   and   Applications</a:t>
            </a:r>
            <a:endParaRPr lang="en-US" sz="4000" b="0" i="0" dirty="0">
              <a:solidFill>
                <a:schemeClr val="bg1"/>
              </a:solidFill>
              <a:effectLst/>
              <a:latin typeface="fkGrotesk"/>
            </a:endParaRP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a:bodyPr>
          <a:lstStyle/>
          <a:p>
            <a:pPr algn="l">
              <a:buFont typeface="Arial" panose="020B0604020202020204" pitchFamily="34" charset="0"/>
              <a:buChar char="•"/>
            </a:pPr>
            <a:r>
              <a:rPr lang="en-US" b="0" i="0" dirty="0">
                <a:effectLst/>
                <a:latin typeface="fkGroteskNeue"/>
              </a:rPr>
              <a:t>Games of chance (</a:t>
            </a:r>
            <a:r>
              <a:rPr lang="en-US" dirty="0">
                <a:latin typeface="fkGroteskNeue"/>
              </a:rPr>
              <a:t>Computer Games</a:t>
            </a:r>
            <a:r>
              <a:rPr lang="en-US" b="0" i="0" dirty="0">
                <a:effectLst/>
                <a:latin typeface="fkGroteskNeue"/>
              </a:rPr>
              <a:t>)</a:t>
            </a:r>
          </a:p>
          <a:p>
            <a:pPr lvl="1"/>
            <a:r>
              <a:rPr lang="en-US" dirty="0">
                <a:latin typeface="fkGroteskNeue"/>
              </a:rPr>
              <a:t>Clearly, the randomness in computer games makes them interesting and playable. There are many ways in which the randomness is used in games including:</a:t>
            </a:r>
          </a:p>
          <a:p>
            <a:pPr lvl="1"/>
            <a:r>
              <a:rPr lang="en-US" b="0" i="0" dirty="0">
                <a:effectLst/>
                <a:latin typeface="fkGroteskNeue"/>
              </a:rPr>
              <a:t>Hit or Miss</a:t>
            </a:r>
          </a:p>
          <a:p>
            <a:pPr lvl="1"/>
            <a:r>
              <a:rPr lang="en-US" dirty="0">
                <a:latin typeface="fkGroteskNeue"/>
              </a:rPr>
              <a:t>Rewards and losses</a:t>
            </a:r>
          </a:p>
          <a:p>
            <a:pPr lvl="1"/>
            <a:r>
              <a:rPr lang="en-US" b="0" i="0" dirty="0">
                <a:effectLst/>
                <a:latin typeface="fkGroteskNeue"/>
              </a:rPr>
              <a:t>Action completion including jumps/falls/dive</a:t>
            </a:r>
          </a:p>
          <a:p>
            <a:pPr lvl="1"/>
            <a:r>
              <a:rPr lang="en-US" dirty="0">
                <a:latin typeface="fkGroteskNeue"/>
              </a:rPr>
              <a:t>Weather environment changes rain/wind/clouds, fire/smoke</a:t>
            </a:r>
          </a:p>
          <a:p>
            <a:pPr lvl="1"/>
            <a:r>
              <a:rPr lang="en-US" b="0" i="0" dirty="0">
                <a:effectLst/>
                <a:latin typeface="fkGroteskNeue"/>
              </a:rPr>
              <a:t>Scene generation: Layout/trees/grass</a:t>
            </a:r>
          </a:p>
          <a:p>
            <a:pPr lvl="1"/>
            <a:r>
              <a:rPr lang="en-US" dirty="0">
                <a:latin typeface="fkGroteskNeue"/>
              </a:rPr>
              <a:t>Gestures and Actions</a:t>
            </a:r>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a:p>
            <a:pPr lvl="1"/>
            <a:endParaRPr lang="en-US" b="0" i="0" dirty="0">
              <a:effectLst/>
              <a:latin typeface="fkGroteskNeue"/>
            </a:endParaRP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grpSp>
        <p:nvGrpSpPr>
          <p:cNvPr id="42" name="Group 41"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title="IguanaTex Shape Display">
            <a:extLst>
              <a:ext uri="{FF2B5EF4-FFF2-40B4-BE49-F238E27FC236}">
                <a16:creationId xmlns:a16="http://schemas.microsoft.com/office/drawing/2014/main" id="{55B2C0F9-41FF-B45C-D08C-0C0A01FFE821}"/>
              </a:ext>
            </a:extLst>
          </p:cNvPr>
          <p:cNvGrpSpPr>
            <a:grpSpLocks noChangeAspect="1"/>
          </p:cNvGrpSpPr>
          <p:nvPr>
            <p:custDataLst>
              <p:tags r:id="rId1"/>
            </p:custDataLst>
          </p:nvPr>
        </p:nvGrpSpPr>
        <p:grpSpPr>
          <a:xfrm>
            <a:off x="1773082" y="317905"/>
            <a:ext cx="6017694" cy="316241"/>
            <a:chOff x="7868696" y="5307420"/>
            <a:chExt cx="6017694" cy="316241"/>
          </a:xfrm>
        </p:grpSpPr>
        <p:sp>
          <p:nvSpPr>
            <p:cNvPr id="7" name="Freeform: Shape 6">
              <a:extLst>
                <a:ext uri="{FF2B5EF4-FFF2-40B4-BE49-F238E27FC236}">
                  <a16:creationId xmlns:a16="http://schemas.microsoft.com/office/drawing/2014/main" id="{FE0D1AFC-C744-BF96-DE3F-A1FF5CC1D24F}"/>
                </a:ext>
              </a:extLst>
            </p:cNvPr>
            <p:cNvSpPr/>
            <p:nvPr>
              <p:custDataLst>
                <p:tags r:id="rId2"/>
              </p:custDataLst>
            </p:nvPr>
          </p:nvSpPr>
          <p:spPr>
            <a:xfrm>
              <a:off x="7868696" y="5307420"/>
              <a:ext cx="225846" cy="250593"/>
            </a:xfrm>
            <a:custGeom>
              <a:avLst/>
              <a:gdLst>
                <a:gd name="connsiteX0" fmla="*/ 215376 w 225846"/>
                <a:gd name="connsiteY0" fmla="*/ 190324 h 250593"/>
                <a:gd name="connsiteX1" fmla="*/ 165817 w 225846"/>
                <a:gd name="connsiteY1" fmla="*/ 227383 h 250593"/>
                <a:gd name="connsiteX2" fmla="*/ 133958 w 225846"/>
                <a:gd name="connsiteY2" fmla="*/ 233736 h 250593"/>
                <a:gd name="connsiteX3" fmla="*/ 78027 w 225846"/>
                <a:gd name="connsiteY3" fmla="*/ 203030 h 250593"/>
                <a:gd name="connsiteX4" fmla="*/ 62806 w 225846"/>
                <a:gd name="connsiteY4" fmla="*/ 123616 h 250593"/>
                <a:gd name="connsiteX5" fmla="*/ 127940 w 225846"/>
                <a:gd name="connsiteY5" fmla="*/ 11732 h 250593"/>
                <a:gd name="connsiteX6" fmla="*/ 175021 w 225846"/>
                <a:gd name="connsiteY6" fmla="*/ 31497 h 250593"/>
                <a:gd name="connsiteX7" fmla="*/ 210774 w 225846"/>
                <a:gd name="connsiteY7" fmla="*/ 83733 h 250593"/>
                <a:gd name="connsiteX8" fmla="*/ 219624 w 225846"/>
                <a:gd name="connsiteY8" fmla="*/ 83733 h 250593"/>
                <a:gd name="connsiteX9" fmla="*/ 219624 w 225846"/>
                <a:gd name="connsiteY9" fmla="*/ 1144 h 250593"/>
                <a:gd name="connsiteX10" fmla="*/ 210066 w 225846"/>
                <a:gd name="connsiteY10" fmla="*/ 1144 h 250593"/>
                <a:gd name="connsiteX11" fmla="*/ 194491 w 225846"/>
                <a:gd name="connsiteY11" fmla="*/ 17379 h 250593"/>
                <a:gd name="connsiteX12" fmla="*/ 178207 w 225846"/>
                <a:gd name="connsiteY12" fmla="*/ 12438 h 250593"/>
                <a:gd name="connsiteX13" fmla="*/ 123338 w 225846"/>
                <a:gd name="connsiteY13" fmla="*/ 85 h 250593"/>
                <a:gd name="connsiteX14" fmla="*/ 149 w 225846"/>
                <a:gd name="connsiteY14" fmla="*/ 126440 h 250593"/>
                <a:gd name="connsiteX15" fmla="*/ 125462 w 225846"/>
                <a:gd name="connsiteY15" fmla="*/ 250678 h 250593"/>
                <a:gd name="connsiteX16" fmla="*/ 190951 w 225846"/>
                <a:gd name="connsiteY16" fmla="*/ 231619 h 250593"/>
                <a:gd name="connsiteX17" fmla="*/ 225996 w 225846"/>
                <a:gd name="connsiteY17" fmla="*/ 199147 h 250593"/>
                <a:gd name="connsiteX18" fmla="*/ 215376 w 225846"/>
                <a:gd name="connsiteY18" fmla="*/ 190324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846" h="250593">
                  <a:moveTo>
                    <a:pt x="215376" y="190324"/>
                  </a:moveTo>
                  <a:cubicBezTo>
                    <a:pt x="194491" y="212206"/>
                    <a:pt x="183163" y="220677"/>
                    <a:pt x="165817" y="227383"/>
                  </a:cubicBezTo>
                  <a:cubicBezTo>
                    <a:pt x="155551" y="231619"/>
                    <a:pt x="143870" y="233736"/>
                    <a:pt x="133958" y="233736"/>
                  </a:cubicBezTo>
                  <a:cubicBezTo>
                    <a:pt x="110594" y="233736"/>
                    <a:pt x="88293" y="221383"/>
                    <a:pt x="78027" y="203030"/>
                  </a:cubicBezTo>
                  <a:cubicBezTo>
                    <a:pt x="67761" y="184324"/>
                    <a:pt x="62806" y="158911"/>
                    <a:pt x="62806" y="123616"/>
                  </a:cubicBezTo>
                  <a:cubicBezTo>
                    <a:pt x="62806" y="50556"/>
                    <a:pt x="85461" y="11732"/>
                    <a:pt x="127940" y="11732"/>
                  </a:cubicBezTo>
                  <a:cubicBezTo>
                    <a:pt x="144578" y="11732"/>
                    <a:pt x="159799" y="18085"/>
                    <a:pt x="175021" y="31497"/>
                  </a:cubicBezTo>
                  <a:cubicBezTo>
                    <a:pt x="190243" y="45262"/>
                    <a:pt x="198385" y="56909"/>
                    <a:pt x="210774" y="83733"/>
                  </a:cubicBezTo>
                  <a:lnTo>
                    <a:pt x="219624" y="83733"/>
                  </a:lnTo>
                  <a:lnTo>
                    <a:pt x="219624" y="1144"/>
                  </a:lnTo>
                  <a:lnTo>
                    <a:pt x="210066" y="1144"/>
                  </a:lnTo>
                  <a:cubicBezTo>
                    <a:pt x="205110" y="13497"/>
                    <a:pt x="201216" y="17379"/>
                    <a:pt x="194491" y="17379"/>
                  </a:cubicBezTo>
                  <a:cubicBezTo>
                    <a:pt x="191305" y="17379"/>
                    <a:pt x="185995" y="15967"/>
                    <a:pt x="178207" y="12438"/>
                  </a:cubicBezTo>
                  <a:cubicBezTo>
                    <a:pt x="157321" y="3967"/>
                    <a:pt x="140330" y="85"/>
                    <a:pt x="123338" y="85"/>
                  </a:cubicBezTo>
                  <a:cubicBezTo>
                    <a:pt x="52894" y="85"/>
                    <a:pt x="149" y="54439"/>
                    <a:pt x="149" y="126440"/>
                  </a:cubicBezTo>
                  <a:cubicBezTo>
                    <a:pt x="149" y="199147"/>
                    <a:pt x="52186" y="250678"/>
                    <a:pt x="125462" y="250678"/>
                  </a:cubicBezTo>
                  <a:cubicBezTo>
                    <a:pt x="150596" y="250678"/>
                    <a:pt x="171481" y="244678"/>
                    <a:pt x="190951" y="231619"/>
                  </a:cubicBezTo>
                  <a:cubicBezTo>
                    <a:pt x="202278" y="223854"/>
                    <a:pt x="210066" y="216795"/>
                    <a:pt x="225996" y="199147"/>
                  </a:cubicBezTo>
                  <a:lnTo>
                    <a:pt x="215376" y="190324"/>
                  </a:lnTo>
                  <a:close/>
                </a:path>
              </a:pathLst>
            </a:custGeom>
            <a:solidFill>
              <a:srgbClr val="000000"/>
            </a:solidFill>
            <a:ln w="3562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F1106C-7E04-92F8-BDAD-C9658016039E}"/>
                </a:ext>
              </a:extLst>
            </p:cNvPr>
            <p:cNvSpPr/>
            <p:nvPr>
              <p:custDataLst>
                <p:tags r:id="rId3"/>
              </p:custDataLst>
            </p:nvPr>
          </p:nvSpPr>
          <p:spPr>
            <a:xfrm>
              <a:off x="8116740" y="5384363"/>
              <a:ext cx="159650" cy="171885"/>
            </a:xfrm>
            <a:custGeom>
              <a:avLst/>
              <a:gdLst>
                <a:gd name="connsiteX0" fmla="*/ 80158 w 159650"/>
                <a:gd name="connsiteY0" fmla="*/ 85 h 171885"/>
                <a:gd name="connsiteX1" fmla="*/ 156 w 159650"/>
                <a:gd name="connsiteY1" fmla="*/ 85145 h 171885"/>
                <a:gd name="connsiteX2" fmla="*/ 80158 w 159650"/>
                <a:gd name="connsiteY2" fmla="*/ 171970 h 171885"/>
                <a:gd name="connsiteX3" fmla="*/ 159807 w 159650"/>
                <a:gd name="connsiteY3" fmla="*/ 86204 h 171885"/>
                <a:gd name="connsiteX4" fmla="*/ 80158 w 159650"/>
                <a:gd name="connsiteY4" fmla="*/ 85 h 171885"/>
                <a:gd name="connsiteX5" fmla="*/ 80512 w 159650"/>
                <a:gd name="connsiteY5" fmla="*/ 11026 h 171885"/>
                <a:gd name="connsiteX6" fmla="*/ 107770 w 159650"/>
                <a:gd name="connsiteY6" fmla="*/ 88322 h 171885"/>
                <a:gd name="connsiteX7" fmla="*/ 80158 w 159650"/>
                <a:gd name="connsiteY7" fmla="*/ 161029 h 171885"/>
                <a:gd name="connsiteX8" fmla="*/ 52193 w 159650"/>
                <a:gd name="connsiteY8" fmla="*/ 91498 h 171885"/>
                <a:gd name="connsiteX9" fmla="*/ 80512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158" y="85"/>
                  </a:moveTo>
                  <a:cubicBezTo>
                    <a:pt x="35201" y="85"/>
                    <a:pt x="156" y="37144"/>
                    <a:pt x="156" y="85145"/>
                  </a:cubicBezTo>
                  <a:cubicBezTo>
                    <a:pt x="156" y="135617"/>
                    <a:pt x="33785" y="171970"/>
                    <a:pt x="80158" y="171970"/>
                  </a:cubicBezTo>
                  <a:cubicBezTo>
                    <a:pt x="125823" y="171970"/>
                    <a:pt x="159807" y="135264"/>
                    <a:pt x="159807" y="86204"/>
                  </a:cubicBezTo>
                  <a:cubicBezTo>
                    <a:pt x="159807" y="36791"/>
                    <a:pt x="125823" y="85"/>
                    <a:pt x="80158" y="85"/>
                  </a:cubicBezTo>
                  <a:close/>
                  <a:moveTo>
                    <a:pt x="80512" y="11026"/>
                  </a:moveTo>
                  <a:cubicBezTo>
                    <a:pt x="101044" y="11026"/>
                    <a:pt x="107770" y="30438"/>
                    <a:pt x="107770" y="88322"/>
                  </a:cubicBezTo>
                  <a:cubicBezTo>
                    <a:pt x="107770" y="142676"/>
                    <a:pt x="100690" y="161029"/>
                    <a:pt x="80158" y="161029"/>
                  </a:cubicBezTo>
                  <a:cubicBezTo>
                    <a:pt x="59273" y="161029"/>
                    <a:pt x="52193" y="143029"/>
                    <a:pt x="52193" y="91498"/>
                  </a:cubicBezTo>
                  <a:cubicBezTo>
                    <a:pt x="52193" y="29379"/>
                    <a:pt x="58565" y="11026"/>
                    <a:pt x="80512" y="11026"/>
                  </a:cubicBezTo>
                  <a:close/>
                </a:path>
              </a:pathLst>
            </a:custGeom>
            <a:solidFill>
              <a:srgbClr val="000000"/>
            </a:solidFill>
            <a:ln w="3562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B7A17A5-63AE-D050-3032-9859EC07DA25}"/>
                </a:ext>
              </a:extLst>
            </p:cNvPr>
            <p:cNvSpPr/>
            <p:nvPr>
              <p:custDataLst>
                <p:tags r:id="rId4"/>
              </p:custDataLst>
            </p:nvPr>
          </p:nvSpPr>
          <p:spPr>
            <a:xfrm>
              <a:off x="8292984" y="5384363"/>
              <a:ext cx="183367" cy="166944"/>
            </a:xfrm>
            <a:custGeom>
              <a:avLst/>
              <a:gdLst>
                <a:gd name="connsiteX0" fmla="*/ 67774 w 183367"/>
                <a:gd name="connsiteY0" fmla="*/ 4320 h 166944"/>
                <a:gd name="connsiteX1" fmla="*/ 161 w 183367"/>
                <a:gd name="connsiteY1" fmla="*/ 4320 h 166944"/>
                <a:gd name="connsiteX2" fmla="*/ 161 w 183367"/>
                <a:gd name="connsiteY2" fmla="*/ 12791 h 166944"/>
                <a:gd name="connsiteX3" fmla="*/ 18923 w 183367"/>
                <a:gd name="connsiteY3" fmla="*/ 33615 h 166944"/>
                <a:gd name="connsiteX4" fmla="*/ 18923 w 183367"/>
                <a:gd name="connsiteY4" fmla="*/ 137381 h 166944"/>
                <a:gd name="connsiteX5" fmla="*/ 161 w 183367"/>
                <a:gd name="connsiteY5" fmla="*/ 158558 h 166944"/>
                <a:gd name="connsiteX6" fmla="*/ 161 w 183367"/>
                <a:gd name="connsiteY6" fmla="*/ 167029 h 166944"/>
                <a:gd name="connsiteX7" fmla="*/ 85473 w 183367"/>
                <a:gd name="connsiteY7" fmla="*/ 167029 h 166944"/>
                <a:gd name="connsiteX8" fmla="*/ 85473 w 183367"/>
                <a:gd name="connsiteY8" fmla="*/ 158558 h 166944"/>
                <a:gd name="connsiteX9" fmla="*/ 68128 w 183367"/>
                <a:gd name="connsiteY9" fmla="*/ 138440 h 166944"/>
                <a:gd name="connsiteX10" fmla="*/ 68128 w 183367"/>
                <a:gd name="connsiteY10" fmla="*/ 44203 h 166944"/>
                <a:gd name="connsiteX11" fmla="*/ 74145 w 183367"/>
                <a:gd name="connsiteY11" fmla="*/ 36085 h 166944"/>
                <a:gd name="connsiteX12" fmla="*/ 98571 w 183367"/>
                <a:gd name="connsiteY12" fmla="*/ 23732 h 166944"/>
                <a:gd name="connsiteX13" fmla="*/ 116978 w 183367"/>
                <a:gd name="connsiteY13" fmla="*/ 53027 h 166944"/>
                <a:gd name="connsiteX14" fmla="*/ 116978 w 183367"/>
                <a:gd name="connsiteY14" fmla="*/ 138440 h 166944"/>
                <a:gd name="connsiteX15" fmla="*/ 100341 w 183367"/>
                <a:gd name="connsiteY15" fmla="*/ 158558 h 166944"/>
                <a:gd name="connsiteX16" fmla="*/ 100341 w 183367"/>
                <a:gd name="connsiteY16" fmla="*/ 167029 h 166944"/>
                <a:gd name="connsiteX17" fmla="*/ 183529 w 183367"/>
                <a:gd name="connsiteY17" fmla="*/ 167029 h 166944"/>
                <a:gd name="connsiteX18" fmla="*/ 183529 w 183367"/>
                <a:gd name="connsiteY18" fmla="*/ 158558 h 166944"/>
                <a:gd name="connsiteX19" fmla="*/ 166183 w 183367"/>
                <a:gd name="connsiteY19" fmla="*/ 138440 h 166944"/>
                <a:gd name="connsiteX20" fmla="*/ 166183 w 183367"/>
                <a:gd name="connsiteY20" fmla="*/ 49850 h 166944"/>
                <a:gd name="connsiteX21" fmla="*/ 118394 w 183367"/>
                <a:gd name="connsiteY21" fmla="*/ 85 h 166944"/>
                <a:gd name="connsiteX22" fmla="*/ 67774 w 183367"/>
                <a:gd name="connsiteY22" fmla="*/ 30791 h 166944"/>
                <a:gd name="connsiteX23" fmla="*/ 67774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774" y="4320"/>
                  </a:moveTo>
                  <a:lnTo>
                    <a:pt x="161" y="4320"/>
                  </a:lnTo>
                  <a:lnTo>
                    <a:pt x="161" y="12791"/>
                  </a:lnTo>
                  <a:cubicBezTo>
                    <a:pt x="15737" y="15261"/>
                    <a:pt x="18923" y="18791"/>
                    <a:pt x="18923" y="33615"/>
                  </a:cubicBezTo>
                  <a:lnTo>
                    <a:pt x="18923" y="137381"/>
                  </a:lnTo>
                  <a:cubicBezTo>
                    <a:pt x="18923" y="152205"/>
                    <a:pt x="16091" y="155382"/>
                    <a:pt x="161" y="158558"/>
                  </a:cubicBezTo>
                  <a:lnTo>
                    <a:pt x="161" y="167029"/>
                  </a:lnTo>
                  <a:lnTo>
                    <a:pt x="85473" y="167029"/>
                  </a:lnTo>
                  <a:lnTo>
                    <a:pt x="85473" y="158558"/>
                  </a:lnTo>
                  <a:cubicBezTo>
                    <a:pt x="72375" y="156794"/>
                    <a:pt x="68128" y="151499"/>
                    <a:pt x="68128" y="138440"/>
                  </a:cubicBezTo>
                  <a:lnTo>
                    <a:pt x="68128" y="44203"/>
                  </a:lnTo>
                  <a:cubicBezTo>
                    <a:pt x="68128" y="42791"/>
                    <a:pt x="70606" y="39262"/>
                    <a:pt x="74145" y="36085"/>
                  </a:cubicBezTo>
                  <a:cubicBezTo>
                    <a:pt x="81933" y="27968"/>
                    <a:pt x="90429" y="23732"/>
                    <a:pt x="98571" y="23732"/>
                  </a:cubicBezTo>
                  <a:cubicBezTo>
                    <a:pt x="110961" y="23732"/>
                    <a:pt x="116978" y="33262"/>
                    <a:pt x="116978" y="53027"/>
                  </a:cubicBezTo>
                  <a:lnTo>
                    <a:pt x="116978" y="138440"/>
                  </a:lnTo>
                  <a:cubicBezTo>
                    <a:pt x="116978" y="151499"/>
                    <a:pt x="112377" y="157147"/>
                    <a:pt x="100341" y="158558"/>
                  </a:cubicBezTo>
                  <a:lnTo>
                    <a:pt x="100341" y="167029"/>
                  </a:lnTo>
                  <a:lnTo>
                    <a:pt x="183529" y="167029"/>
                  </a:lnTo>
                  <a:lnTo>
                    <a:pt x="183529" y="158558"/>
                  </a:lnTo>
                  <a:cubicBezTo>
                    <a:pt x="169723" y="157499"/>
                    <a:pt x="166183" y="153264"/>
                    <a:pt x="166183" y="138440"/>
                  </a:cubicBezTo>
                  <a:lnTo>
                    <a:pt x="166183" y="49850"/>
                  </a:lnTo>
                  <a:cubicBezTo>
                    <a:pt x="166183" y="19497"/>
                    <a:pt x="147422" y="85"/>
                    <a:pt x="118394" y="85"/>
                  </a:cubicBezTo>
                  <a:cubicBezTo>
                    <a:pt x="97155" y="85"/>
                    <a:pt x="80871" y="9967"/>
                    <a:pt x="67774" y="30791"/>
                  </a:cubicBezTo>
                  <a:lnTo>
                    <a:pt x="67774" y="4320"/>
                  </a:lnTo>
                  <a:close/>
                </a:path>
              </a:pathLst>
            </a:custGeom>
            <a:solidFill>
              <a:srgbClr val="000000"/>
            </a:solidFill>
            <a:ln w="3562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5E1237A-F6D4-E6E7-00F0-0690EC90EE74}"/>
                </a:ext>
              </a:extLst>
            </p:cNvPr>
            <p:cNvSpPr/>
            <p:nvPr>
              <p:custDataLst>
                <p:tags r:id="rId5"/>
              </p:custDataLst>
            </p:nvPr>
          </p:nvSpPr>
          <p:spPr>
            <a:xfrm>
              <a:off x="8491955" y="5384363"/>
              <a:ext cx="143366" cy="171885"/>
            </a:xfrm>
            <a:custGeom>
              <a:avLst/>
              <a:gdLst>
                <a:gd name="connsiteX0" fmla="*/ 137162 w 143366"/>
                <a:gd name="connsiteY0" fmla="*/ 128558 h 171885"/>
                <a:gd name="connsiteX1" fmla="*/ 100346 w 143366"/>
                <a:gd name="connsiteY1" fmla="*/ 148323 h 171885"/>
                <a:gd name="connsiteX2" fmla="*/ 50080 w 143366"/>
                <a:gd name="connsiteY2" fmla="*/ 69615 h 171885"/>
                <a:gd name="connsiteX3" fmla="*/ 79815 w 143366"/>
                <a:gd name="connsiteY3" fmla="*/ 11026 h 171885"/>
                <a:gd name="connsiteX4" fmla="*/ 92913 w 143366"/>
                <a:gd name="connsiteY4" fmla="*/ 17732 h 171885"/>
                <a:gd name="connsiteX5" fmla="*/ 94683 w 143366"/>
                <a:gd name="connsiteY5" fmla="*/ 35732 h 171885"/>
                <a:gd name="connsiteX6" fmla="*/ 114506 w 143366"/>
                <a:gd name="connsiteY6" fmla="*/ 61145 h 171885"/>
                <a:gd name="connsiteX7" fmla="*/ 138578 w 143366"/>
                <a:gd name="connsiteY7" fmla="*/ 38909 h 171885"/>
                <a:gd name="connsiteX8" fmla="*/ 83709 w 143366"/>
                <a:gd name="connsiteY8" fmla="*/ 85 h 171885"/>
                <a:gd name="connsiteX9" fmla="*/ 167 w 143366"/>
                <a:gd name="connsiteY9" fmla="*/ 88322 h 171885"/>
                <a:gd name="connsiteX10" fmla="*/ 75921 w 143366"/>
                <a:gd name="connsiteY10" fmla="*/ 171970 h 171885"/>
                <a:gd name="connsiteX11" fmla="*/ 143534 w 143366"/>
                <a:gd name="connsiteY11" fmla="*/ 134911 h 171885"/>
                <a:gd name="connsiteX12" fmla="*/ 13716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162" y="128558"/>
                  </a:moveTo>
                  <a:cubicBezTo>
                    <a:pt x="124064" y="143382"/>
                    <a:pt x="114860" y="148323"/>
                    <a:pt x="100346" y="148323"/>
                  </a:cubicBezTo>
                  <a:cubicBezTo>
                    <a:pt x="69549" y="148323"/>
                    <a:pt x="50080" y="117616"/>
                    <a:pt x="50080" y="69615"/>
                  </a:cubicBezTo>
                  <a:cubicBezTo>
                    <a:pt x="50080" y="33262"/>
                    <a:pt x="61407" y="11026"/>
                    <a:pt x="79815" y="11026"/>
                  </a:cubicBezTo>
                  <a:cubicBezTo>
                    <a:pt x="85479" y="11026"/>
                    <a:pt x="90789" y="13850"/>
                    <a:pt x="92913" y="17732"/>
                  </a:cubicBezTo>
                  <a:cubicBezTo>
                    <a:pt x="94683" y="20909"/>
                    <a:pt x="94683" y="20909"/>
                    <a:pt x="94683" y="35732"/>
                  </a:cubicBezTo>
                  <a:cubicBezTo>
                    <a:pt x="95037" y="53027"/>
                    <a:pt x="101408" y="61145"/>
                    <a:pt x="114506" y="61145"/>
                  </a:cubicBezTo>
                  <a:cubicBezTo>
                    <a:pt x="129374" y="61145"/>
                    <a:pt x="138578" y="52674"/>
                    <a:pt x="138578" y="38909"/>
                  </a:cubicBezTo>
                  <a:cubicBezTo>
                    <a:pt x="138578" y="17026"/>
                    <a:pt x="114860" y="85"/>
                    <a:pt x="83709" y="85"/>
                  </a:cubicBezTo>
                  <a:cubicBezTo>
                    <a:pt x="35566" y="85"/>
                    <a:pt x="167" y="37497"/>
                    <a:pt x="167" y="88322"/>
                  </a:cubicBezTo>
                  <a:cubicBezTo>
                    <a:pt x="167" y="137028"/>
                    <a:pt x="32026" y="171970"/>
                    <a:pt x="75921" y="171970"/>
                  </a:cubicBezTo>
                  <a:cubicBezTo>
                    <a:pt x="103178" y="171970"/>
                    <a:pt x="123002" y="161029"/>
                    <a:pt x="143534" y="134911"/>
                  </a:cubicBezTo>
                  <a:lnTo>
                    <a:pt x="137162" y="128558"/>
                  </a:lnTo>
                  <a:close/>
                </a:path>
              </a:pathLst>
            </a:custGeom>
            <a:solidFill>
              <a:srgbClr val="0000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05808B-0197-024E-4574-07A4F8974452}"/>
                </a:ext>
              </a:extLst>
            </p:cNvPr>
            <p:cNvSpPr/>
            <p:nvPr>
              <p:custDataLst>
                <p:tags r:id="rId6"/>
              </p:custDataLst>
            </p:nvPr>
          </p:nvSpPr>
          <p:spPr>
            <a:xfrm>
              <a:off x="8649715" y="5384363"/>
              <a:ext cx="141950" cy="171885"/>
            </a:xfrm>
            <a:custGeom>
              <a:avLst/>
              <a:gdLst>
                <a:gd name="connsiteX0" fmla="*/ 133626 w 141950"/>
                <a:gd name="connsiteY0" fmla="*/ 122911 h 171885"/>
                <a:gd name="connsiteX1" fmla="*/ 93271 w 141950"/>
                <a:gd name="connsiteY1" fmla="*/ 146558 h 171885"/>
                <a:gd name="connsiteX2" fmla="*/ 61766 w 141950"/>
                <a:gd name="connsiteY2" fmla="*/ 127852 h 171885"/>
                <a:gd name="connsiteX3" fmla="*/ 51146 w 141950"/>
                <a:gd name="connsiteY3" fmla="*/ 80557 h 171885"/>
                <a:gd name="connsiteX4" fmla="*/ 140352 w 141950"/>
                <a:gd name="connsiteY4" fmla="*/ 80557 h 171885"/>
                <a:gd name="connsiteX5" fmla="*/ 121590 w 141950"/>
                <a:gd name="connsiteY5" fmla="*/ 20909 h 171885"/>
                <a:gd name="connsiteX6" fmla="*/ 74155 w 141950"/>
                <a:gd name="connsiteY6" fmla="*/ 85 h 171885"/>
                <a:gd name="connsiteX7" fmla="*/ 171 w 141950"/>
                <a:gd name="connsiteY7" fmla="*/ 86557 h 171885"/>
                <a:gd name="connsiteX8" fmla="*/ 73093 w 141950"/>
                <a:gd name="connsiteY8" fmla="*/ 171970 h 171885"/>
                <a:gd name="connsiteX9" fmla="*/ 142122 w 141950"/>
                <a:gd name="connsiteY9" fmla="*/ 127852 h 171885"/>
                <a:gd name="connsiteX10" fmla="*/ 133626 w 141950"/>
                <a:gd name="connsiteY10" fmla="*/ 122911 h 171885"/>
                <a:gd name="connsiteX11" fmla="*/ 49376 w 141950"/>
                <a:gd name="connsiteY11" fmla="*/ 67498 h 171885"/>
                <a:gd name="connsiteX12" fmla="*/ 74155 w 141950"/>
                <a:gd name="connsiteY12" fmla="*/ 11026 h 171885"/>
                <a:gd name="connsiteX13" fmla="*/ 93625 w 141950"/>
                <a:gd name="connsiteY13" fmla="*/ 27615 h 171885"/>
                <a:gd name="connsiteX14" fmla="*/ 96811 w 141950"/>
                <a:gd name="connsiteY14" fmla="*/ 62204 h 171885"/>
                <a:gd name="connsiteX15" fmla="*/ 96811 w 141950"/>
                <a:gd name="connsiteY15" fmla="*/ 67498 h 171885"/>
                <a:gd name="connsiteX16" fmla="*/ 49376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626" y="122911"/>
                  </a:moveTo>
                  <a:cubicBezTo>
                    <a:pt x="119466" y="140205"/>
                    <a:pt x="108493" y="146558"/>
                    <a:pt x="93271" y="146558"/>
                  </a:cubicBezTo>
                  <a:cubicBezTo>
                    <a:pt x="79465" y="146558"/>
                    <a:pt x="69200" y="140205"/>
                    <a:pt x="61766" y="127852"/>
                  </a:cubicBezTo>
                  <a:cubicBezTo>
                    <a:pt x="55394" y="116558"/>
                    <a:pt x="52562" y="104910"/>
                    <a:pt x="51146" y="80557"/>
                  </a:cubicBezTo>
                  <a:lnTo>
                    <a:pt x="140352" y="80557"/>
                  </a:lnTo>
                  <a:cubicBezTo>
                    <a:pt x="138228" y="50909"/>
                    <a:pt x="132918" y="34321"/>
                    <a:pt x="121590" y="20909"/>
                  </a:cubicBezTo>
                  <a:cubicBezTo>
                    <a:pt x="109909" y="7144"/>
                    <a:pt x="93625" y="85"/>
                    <a:pt x="74155" y="85"/>
                  </a:cubicBezTo>
                  <a:cubicBezTo>
                    <a:pt x="29906" y="85"/>
                    <a:pt x="171" y="35027"/>
                    <a:pt x="171" y="86557"/>
                  </a:cubicBezTo>
                  <a:cubicBezTo>
                    <a:pt x="171" y="138087"/>
                    <a:pt x="29198" y="171970"/>
                    <a:pt x="73093" y="171970"/>
                  </a:cubicBezTo>
                  <a:cubicBezTo>
                    <a:pt x="101767" y="171970"/>
                    <a:pt x="119112" y="160676"/>
                    <a:pt x="142122" y="127852"/>
                  </a:cubicBezTo>
                  <a:lnTo>
                    <a:pt x="133626" y="122911"/>
                  </a:lnTo>
                  <a:close/>
                  <a:moveTo>
                    <a:pt x="49376" y="67498"/>
                  </a:moveTo>
                  <a:cubicBezTo>
                    <a:pt x="50438" y="25144"/>
                    <a:pt x="56810" y="11026"/>
                    <a:pt x="74155" y="11026"/>
                  </a:cubicBezTo>
                  <a:cubicBezTo>
                    <a:pt x="84067" y="11026"/>
                    <a:pt x="90793" y="16673"/>
                    <a:pt x="93625" y="27615"/>
                  </a:cubicBezTo>
                  <a:cubicBezTo>
                    <a:pt x="95395" y="34321"/>
                    <a:pt x="96103" y="44203"/>
                    <a:pt x="96811" y="62204"/>
                  </a:cubicBezTo>
                  <a:lnTo>
                    <a:pt x="96811" y="67498"/>
                  </a:lnTo>
                  <a:lnTo>
                    <a:pt x="49376" y="67498"/>
                  </a:lnTo>
                  <a:close/>
                </a:path>
              </a:pathLst>
            </a:custGeom>
            <a:solidFill>
              <a:srgbClr val="000000"/>
            </a:solidFill>
            <a:ln w="356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92BF642-9D2D-280C-0EE5-FF46DD93912D}"/>
                </a:ext>
              </a:extLst>
            </p:cNvPr>
            <p:cNvSpPr/>
            <p:nvPr>
              <p:custDataLst>
                <p:tags r:id="rId7"/>
              </p:custDataLst>
            </p:nvPr>
          </p:nvSpPr>
          <p:spPr>
            <a:xfrm>
              <a:off x="8805351" y="5384363"/>
              <a:ext cx="178766" cy="239298"/>
            </a:xfrm>
            <a:custGeom>
              <a:avLst/>
              <a:gdLst>
                <a:gd name="connsiteX0" fmla="*/ 68496 w 178766"/>
                <a:gd name="connsiteY0" fmla="*/ 4320 h 239298"/>
                <a:gd name="connsiteX1" fmla="*/ 883 w 178766"/>
                <a:gd name="connsiteY1" fmla="*/ 4320 h 239298"/>
                <a:gd name="connsiteX2" fmla="*/ 883 w 178766"/>
                <a:gd name="connsiteY2" fmla="*/ 12791 h 239298"/>
                <a:gd name="connsiteX3" fmla="*/ 19999 w 178766"/>
                <a:gd name="connsiteY3" fmla="*/ 33615 h 239298"/>
                <a:gd name="connsiteX4" fmla="*/ 19999 w 178766"/>
                <a:gd name="connsiteY4" fmla="*/ 210442 h 239298"/>
                <a:gd name="connsiteX5" fmla="*/ 175 w 178766"/>
                <a:gd name="connsiteY5" fmla="*/ 230913 h 239298"/>
                <a:gd name="connsiteX6" fmla="*/ 175 w 178766"/>
                <a:gd name="connsiteY6" fmla="*/ 239383 h 239298"/>
                <a:gd name="connsiteX7" fmla="*/ 96815 w 178766"/>
                <a:gd name="connsiteY7" fmla="*/ 239383 h 239298"/>
                <a:gd name="connsiteX8" fmla="*/ 96815 w 178766"/>
                <a:gd name="connsiteY8" fmla="*/ 231971 h 239298"/>
                <a:gd name="connsiteX9" fmla="*/ 69204 w 178766"/>
                <a:gd name="connsiteY9" fmla="*/ 200206 h 239298"/>
                <a:gd name="connsiteX10" fmla="*/ 69204 w 178766"/>
                <a:gd name="connsiteY10" fmla="*/ 150441 h 239298"/>
                <a:gd name="connsiteX11" fmla="*/ 110975 w 178766"/>
                <a:gd name="connsiteY11" fmla="*/ 171617 h 239298"/>
                <a:gd name="connsiteX12" fmla="*/ 178942 w 178766"/>
                <a:gd name="connsiteY12" fmla="*/ 82675 h 239298"/>
                <a:gd name="connsiteX13" fmla="*/ 113099 w 178766"/>
                <a:gd name="connsiteY13" fmla="*/ 85 h 239298"/>
                <a:gd name="connsiteX14" fmla="*/ 68496 w 178766"/>
                <a:gd name="connsiteY14" fmla="*/ 28673 h 239298"/>
                <a:gd name="connsiteX15" fmla="*/ 68496 w 178766"/>
                <a:gd name="connsiteY15" fmla="*/ 4320 h 239298"/>
                <a:gd name="connsiteX16" fmla="*/ 69204 w 178766"/>
                <a:gd name="connsiteY16" fmla="*/ 44909 h 239298"/>
                <a:gd name="connsiteX17" fmla="*/ 76638 w 178766"/>
                <a:gd name="connsiteY17" fmla="*/ 32203 h 239298"/>
                <a:gd name="connsiteX18" fmla="*/ 99647 w 178766"/>
                <a:gd name="connsiteY18" fmla="*/ 20203 h 239298"/>
                <a:gd name="connsiteX19" fmla="*/ 126551 w 178766"/>
                <a:gd name="connsiteY19" fmla="*/ 87616 h 239298"/>
                <a:gd name="connsiteX20" fmla="*/ 96461 w 178766"/>
                <a:gd name="connsiteY20" fmla="*/ 152205 h 239298"/>
                <a:gd name="connsiteX21" fmla="*/ 69204 w 178766"/>
                <a:gd name="connsiteY21" fmla="*/ 130675 h 239298"/>
                <a:gd name="connsiteX22" fmla="*/ 6920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496" y="4320"/>
                  </a:moveTo>
                  <a:lnTo>
                    <a:pt x="883" y="4320"/>
                  </a:lnTo>
                  <a:lnTo>
                    <a:pt x="883" y="12791"/>
                  </a:lnTo>
                  <a:cubicBezTo>
                    <a:pt x="16459" y="15261"/>
                    <a:pt x="19999" y="18791"/>
                    <a:pt x="19999" y="33615"/>
                  </a:cubicBezTo>
                  <a:lnTo>
                    <a:pt x="19999" y="210442"/>
                  </a:lnTo>
                  <a:cubicBezTo>
                    <a:pt x="19999" y="224913"/>
                    <a:pt x="17167" y="228089"/>
                    <a:pt x="175" y="230913"/>
                  </a:cubicBezTo>
                  <a:lnTo>
                    <a:pt x="175" y="239383"/>
                  </a:lnTo>
                  <a:lnTo>
                    <a:pt x="96815" y="239383"/>
                  </a:lnTo>
                  <a:lnTo>
                    <a:pt x="96815" y="231971"/>
                  </a:lnTo>
                  <a:cubicBezTo>
                    <a:pt x="75222" y="230913"/>
                    <a:pt x="69204" y="223854"/>
                    <a:pt x="69204" y="200206"/>
                  </a:cubicBezTo>
                  <a:lnTo>
                    <a:pt x="69204" y="150441"/>
                  </a:lnTo>
                  <a:cubicBezTo>
                    <a:pt x="86196" y="167029"/>
                    <a:pt x="95399" y="171617"/>
                    <a:pt x="110975" y="171617"/>
                  </a:cubicBezTo>
                  <a:cubicBezTo>
                    <a:pt x="150622" y="171617"/>
                    <a:pt x="178942" y="134911"/>
                    <a:pt x="178942" y="82675"/>
                  </a:cubicBezTo>
                  <a:cubicBezTo>
                    <a:pt x="178942" y="33615"/>
                    <a:pt x="152392" y="85"/>
                    <a:pt x="113099" y="85"/>
                  </a:cubicBezTo>
                  <a:cubicBezTo>
                    <a:pt x="92213" y="85"/>
                    <a:pt x="79470" y="8203"/>
                    <a:pt x="68496" y="28673"/>
                  </a:cubicBezTo>
                  <a:lnTo>
                    <a:pt x="68496" y="4320"/>
                  </a:lnTo>
                  <a:close/>
                  <a:moveTo>
                    <a:pt x="69204" y="44909"/>
                  </a:moveTo>
                  <a:cubicBezTo>
                    <a:pt x="69204" y="42438"/>
                    <a:pt x="72390" y="36791"/>
                    <a:pt x="76638" y="32203"/>
                  </a:cubicBezTo>
                  <a:cubicBezTo>
                    <a:pt x="83718" y="24438"/>
                    <a:pt x="91859" y="20203"/>
                    <a:pt x="99647" y="20203"/>
                  </a:cubicBezTo>
                  <a:cubicBezTo>
                    <a:pt x="118055" y="20203"/>
                    <a:pt x="126551" y="41380"/>
                    <a:pt x="126551" y="87616"/>
                  </a:cubicBezTo>
                  <a:cubicBezTo>
                    <a:pt x="126551" y="131381"/>
                    <a:pt x="116639" y="152205"/>
                    <a:pt x="96461" y="152205"/>
                  </a:cubicBezTo>
                  <a:cubicBezTo>
                    <a:pt x="84780" y="152205"/>
                    <a:pt x="74514" y="144087"/>
                    <a:pt x="69204" y="130675"/>
                  </a:cubicBezTo>
                  <a:lnTo>
                    <a:pt x="69204" y="44909"/>
                  </a:lnTo>
                  <a:close/>
                </a:path>
              </a:pathLst>
            </a:custGeom>
            <a:solidFill>
              <a:srgbClr val="0000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53E2271-34EE-45E2-E671-E7B2FBA23F9B}"/>
                </a:ext>
              </a:extLst>
            </p:cNvPr>
            <p:cNvSpPr/>
            <p:nvPr>
              <p:custDataLst>
                <p:tags r:id="rId8"/>
              </p:custDataLst>
            </p:nvPr>
          </p:nvSpPr>
          <p:spPr>
            <a:xfrm>
              <a:off x="9003261" y="5328950"/>
              <a:ext cx="110445" cy="226592"/>
            </a:xfrm>
            <a:custGeom>
              <a:avLst/>
              <a:gdLst>
                <a:gd name="connsiteX0" fmla="*/ 101069 w 110445"/>
                <a:gd name="connsiteY0" fmla="*/ 59733 h 226592"/>
                <a:gd name="connsiteX1" fmla="*/ 67794 w 110445"/>
                <a:gd name="connsiteY1" fmla="*/ 59733 h 226592"/>
                <a:gd name="connsiteX2" fmla="*/ 67794 w 110445"/>
                <a:gd name="connsiteY2" fmla="*/ 85 h 226592"/>
                <a:gd name="connsiteX3" fmla="*/ 58944 w 110445"/>
                <a:gd name="connsiteY3" fmla="*/ 85 h 226592"/>
                <a:gd name="connsiteX4" fmla="*/ 181 w 110445"/>
                <a:gd name="connsiteY4" fmla="*/ 65733 h 226592"/>
                <a:gd name="connsiteX5" fmla="*/ 181 w 110445"/>
                <a:gd name="connsiteY5" fmla="*/ 75263 h 226592"/>
                <a:gd name="connsiteX6" fmla="*/ 18589 w 110445"/>
                <a:gd name="connsiteY6" fmla="*/ 75263 h 226592"/>
                <a:gd name="connsiteX7" fmla="*/ 18589 w 110445"/>
                <a:gd name="connsiteY7" fmla="*/ 189618 h 226592"/>
                <a:gd name="connsiteX8" fmla="*/ 58236 w 110445"/>
                <a:gd name="connsiteY8" fmla="*/ 226677 h 226592"/>
                <a:gd name="connsiteX9" fmla="*/ 110627 w 110445"/>
                <a:gd name="connsiteY9" fmla="*/ 187147 h 226592"/>
                <a:gd name="connsiteX10" fmla="*/ 101777 w 110445"/>
                <a:gd name="connsiteY10" fmla="*/ 183265 h 226592"/>
                <a:gd name="connsiteX11" fmla="*/ 81599 w 110445"/>
                <a:gd name="connsiteY11" fmla="*/ 201618 h 226592"/>
                <a:gd name="connsiteX12" fmla="*/ 67794 w 110445"/>
                <a:gd name="connsiteY12" fmla="*/ 181500 h 226592"/>
                <a:gd name="connsiteX13" fmla="*/ 67794 w 110445"/>
                <a:gd name="connsiteY13" fmla="*/ 75263 h 226592"/>
                <a:gd name="connsiteX14" fmla="*/ 101069 w 110445"/>
                <a:gd name="connsiteY14" fmla="*/ 75263 h 226592"/>
                <a:gd name="connsiteX15" fmla="*/ 10106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069" y="59733"/>
                  </a:moveTo>
                  <a:lnTo>
                    <a:pt x="67794" y="59733"/>
                  </a:lnTo>
                  <a:lnTo>
                    <a:pt x="67794" y="85"/>
                  </a:lnTo>
                  <a:lnTo>
                    <a:pt x="58944" y="85"/>
                  </a:lnTo>
                  <a:cubicBezTo>
                    <a:pt x="37350" y="30438"/>
                    <a:pt x="23191" y="46321"/>
                    <a:pt x="181" y="65733"/>
                  </a:cubicBezTo>
                  <a:lnTo>
                    <a:pt x="181" y="75263"/>
                  </a:lnTo>
                  <a:lnTo>
                    <a:pt x="18589" y="75263"/>
                  </a:lnTo>
                  <a:lnTo>
                    <a:pt x="18589" y="189618"/>
                  </a:lnTo>
                  <a:cubicBezTo>
                    <a:pt x="18589" y="212559"/>
                    <a:pt x="33810" y="226677"/>
                    <a:pt x="58236" y="226677"/>
                  </a:cubicBezTo>
                  <a:cubicBezTo>
                    <a:pt x="81953" y="226677"/>
                    <a:pt x="96113" y="216089"/>
                    <a:pt x="110627" y="187147"/>
                  </a:cubicBezTo>
                  <a:lnTo>
                    <a:pt x="101777" y="183265"/>
                  </a:lnTo>
                  <a:cubicBezTo>
                    <a:pt x="94697" y="196677"/>
                    <a:pt x="89033" y="201618"/>
                    <a:pt x="81599" y="201618"/>
                  </a:cubicBezTo>
                  <a:cubicBezTo>
                    <a:pt x="71687" y="201618"/>
                    <a:pt x="67794" y="195618"/>
                    <a:pt x="67794" y="181500"/>
                  </a:cubicBezTo>
                  <a:lnTo>
                    <a:pt x="67794" y="75263"/>
                  </a:lnTo>
                  <a:lnTo>
                    <a:pt x="101069" y="75263"/>
                  </a:lnTo>
                  <a:lnTo>
                    <a:pt x="101069" y="59733"/>
                  </a:lnTo>
                  <a:close/>
                </a:path>
              </a:pathLst>
            </a:custGeom>
            <a:solidFill>
              <a:srgbClr val="0000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07561C59-40E5-4D54-E8AA-B7F07D9B4E59}"/>
                </a:ext>
              </a:extLst>
            </p:cNvPr>
            <p:cNvSpPr/>
            <p:nvPr>
              <p:custDataLst>
                <p:tags r:id="rId9"/>
              </p:custDataLst>
            </p:nvPr>
          </p:nvSpPr>
          <p:spPr>
            <a:xfrm>
              <a:off x="9123351" y="5384363"/>
              <a:ext cx="118941" cy="171885"/>
            </a:xfrm>
            <a:custGeom>
              <a:avLst/>
              <a:gdLst>
                <a:gd name="connsiteX0" fmla="*/ 111692 w 118941"/>
                <a:gd name="connsiteY0" fmla="*/ 51968 h 171885"/>
                <a:gd name="connsiteX1" fmla="*/ 111692 w 118941"/>
                <a:gd name="connsiteY1" fmla="*/ 791 h 171885"/>
                <a:gd name="connsiteX2" fmla="*/ 103904 w 118941"/>
                <a:gd name="connsiteY2" fmla="*/ 791 h 171885"/>
                <a:gd name="connsiteX3" fmla="*/ 95408 w 118941"/>
                <a:gd name="connsiteY3" fmla="*/ 7850 h 171885"/>
                <a:gd name="connsiteX4" fmla="*/ 84081 w 118941"/>
                <a:gd name="connsiteY4" fmla="*/ 5379 h 171885"/>
                <a:gd name="connsiteX5" fmla="*/ 56469 w 118941"/>
                <a:gd name="connsiteY5" fmla="*/ 85 h 171885"/>
                <a:gd name="connsiteX6" fmla="*/ 892 w 118941"/>
                <a:gd name="connsiteY6" fmla="*/ 51615 h 171885"/>
                <a:gd name="connsiteX7" fmla="*/ 51159 w 118941"/>
                <a:gd name="connsiteY7" fmla="*/ 106322 h 171885"/>
                <a:gd name="connsiteX8" fmla="*/ 85142 w 118941"/>
                <a:gd name="connsiteY8" fmla="*/ 137028 h 171885"/>
                <a:gd name="connsiteX9" fmla="*/ 58593 w 118941"/>
                <a:gd name="connsiteY9" fmla="*/ 159970 h 171885"/>
                <a:gd name="connsiteX10" fmla="*/ 10096 w 118941"/>
                <a:gd name="connsiteY10" fmla="*/ 113381 h 171885"/>
                <a:gd name="connsiteX11" fmla="*/ 184 w 118941"/>
                <a:gd name="connsiteY11" fmla="*/ 113381 h 171885"/>
                <a:gd name="connsiteX12" fmla="*/ 184 w 118941"/>
                <a:gd name="connsiteY12" fmla="*/ 171617 h 171885"/>
                <a:gd name="connsiteX13" fmla="*/ 9034 w 118941"/>
                <a:gd name="connsiteY13" fmla="*/ 171617 h 171885"/>
                <a:gd name="connsiteX14" fmla="*/ 18238 w 118941"/>
                <a:gd name="connsiteY14" fmla="*/ 161735 h 171885"/>
                <a:gd name="connsiteX15" fmla="*/ 26380 w 118941"/>
                <a:gd name="connsiteY15" fmla="*/ 163853 h 171885"/>
                <a:gd name="connsiteX16" fmla="*/ 64611 w 118941"/>
                <a:gd name="connsiteY16" fmla="*/ 171970 h 171885"/>
                <a:gd name="connsiteX17" fmla="*/ 119126 w 118941"/>
                <a:gd name="connsiteY17" fmla="*/ 118322 h 171885"/>
                <a:gd name="connsiteX18" fmla="*/ 70275 w 118941"/>
                <a:gd name="connsiteY18" fmla="*/ 63262 h 171885"/>
                <a:gd name="connsiteX19" fmla="*/ 36292 w 118941"/>
                <a:gd name="connsiteY19" fmla="*/ 32203 h 171885"/>
                <a:gd name="connsiteX20" fmla="*/ 59655 w 118941"/>
                <a:gd name="connsiteY20" fmla="*/ 11732 h 171885"/>
                <a:gd name="connsiteX21" fmla="*/ 86204 w 118941"/>
                <a:gd name="connsiteY21" fmla="*/ 23026 h 171885"/>
                <a:gd name="connsiteX22" fmla="*/ 102842 w 118941"/>
                <a:gd name="connsiteY22" fmla="*/ 51968 h 171885"/>
                <a:gd name="connsiteX23" fmla="*/ 111692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692" y="51968"/>
                  </a:moveTo>
                  <a:lnTo>
                    <a:pt x="111692" y="791"/>
                  </a:lnTo>
                  <a:lnTo>
                    <a:pt x="103904" y="791"/>
                  </a:lnTo>
                  <a:cubicBezTo>
                    <a:pt x="101780" y="6085"/>
                    <a:pt x="99656" y="7850"/>
                    <a:pt x="95408" y="7850"/>
                  </a:cubicBezTo>
                  <a:cubicBezTo>
                    <a:pt x="93284" y="7850"/>
                    <a:pt x="89744" y="7144"/>
                    <a:pt x="84081" y="5379"/>
                  </a:cubicBezTo>
                  <a:cubicBezTo>
                    <a:pt x="72399" y="1496"/>
                    <a:pt x="64257" y="85"/>
                    <a:pt x="56469" y="85"/>
                  </a:cubicBezTo>
                  <a:cubicBezTo>
                    <a:pt x="24256" y="85"/>
                    <a:pt x="892" y="21967"/>
                    <a:pt x="892" y="51615"/>
                  </a:cubicBezTo>
                  <a:cubicBezTo>
                    <a:pt x="892" y="74910"/>
                    <a:pt x="15406" y="91145"/>
                    <a:pt x="51159" y="106322"/>
                  </a:cubicBezTo>
                  <a:cubicBezTo>
                    <a:pt x="75231" y="116910"/>
                    <a:pt x="85142" y="125734"/>
                    <a:pt x="85142" y="137028"/>
                  </a:cubicBezTo>
                  <a:cubicBezTo>
                    <a:pt x="85142" y="150793"/>
                    <a:pt x="74523" y="159970"/>
                    <a:pt x="58593" y="159970"/>
                  </a:cubicBezTo>
                  <a:cubicBezTo>
                    <a:pt x="33814" y="159970"/>
                    <a:pt x="17530" y="144087"/>
                    <a:pt x="10096" y="113381"/>
                  </a:cubicBezTo>
                  <a:lnTo>
                    <a:pt x="184" y="113381"/>
                  </a:lnTo>
                  <a:lnTo>
                    <a:pt x="184" y="171617"/>
                  </a:lnTo>
                  <a:lnTo>
                    <a:pt x="9034" y="171617"/>
                  </a:lnTo>
                  <a:cubicBezTo>
                    <a:pt x="12928" y="164206"/>
                    <a:pt x="15052" y="161735"/>
                    <a:pt x="18238" y="161735"/>
                  </a:cubicBezTo>
                  <a:cubicBezTo>
                    <a:pt x="20008" y="161735"/>
                    <a:pt x="22840" y="162441"/>
                    <a:pt x="26380" y="163853"/>
                  </a:cubicBezTo>
                  <a:cubicBezTo>
                    <a:pt x="35938" y="168088"/>
                    <a:pt x="54699" y="171970"/>
                    <a:pt x="64611" y="171970"/>
                  </a:cubicBezTo>
                  <a:cubicBezTo>
                    <a:pt x="96824" y="171970"/>
                    <a:pt x="119126" y="150088"/>
                    <a:pt x="119126" y="118322"/>
                  </a:cubicBezTo>
                  <a:cubicBezTo>
                    <a:pt x="119126" y="93263"/>
                    <a:pt x="105320" y="78086"/>
                    <a:pt x="70275" y="63262"/>
                  </a:cubicBezTo>
                  <a:cubicBezTo>
                    <a:pt x="46203" y="53027"/>
                    <a:pt x="36292" y="44203"/>
                    <a:pt x="36292" y="32203"/>
                  </a:cubicBezTo>
                  <a:cubicBezTo>
                    <a:pt x="36292" y="20556"/>
                    <a:pt x="46203" y="11732"/>
                    <a:pt x="59655" y="11732"/>
                  </a:cubicBezTo>
                  <a:cubicBezTo>
                    <a:pt x="68859" y="11732"/>
                    <a:pt x="78417" y="15614"/>
                    <a:pt x="86204" y="23026"/>
                  </a:cubicBezTo>
                  <a:cubicBezTo>
                    <a:pt x="93638" y="30085"/>
                    <a:pt x="97532" y="36438"/>
                    <a:pt x="102842" y="51968"/>
                  </a:cubicBezTo>
                  <a:lnTo>
                    <a:pt x="111692" y="51968"/>
                  </a:lnTo>
                  <a:close/>
                </a:path>
              </a:pathLst>
            </a:custGeom>
            <a:solidFill>
              <a:srgbClr val="0000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C1C435D-AF62-8184-DF0A-BCE9983860AF}"/>
                </a:ext>
              </a:extLst>
            </p:cNvPr>
            <p:cNvSpPr/>
            <p:nvPr>
              <p:custDataLst>
                <p:tags r:id="rId10"/>
              </p:custDataLst>
            </p:nvPr>
          </p:nvSpPr>
          <p:spPr>
            <a:xfrm>
              <a:off x="9266523" y="5496600"/>
              <a:ext cx="65134" cy="118237"/>
            </a:xfrm>
            <a:custGeom>
              <a:avLst/>
              <a:gdLst>
                <a:gd name="connsiteX0" fmla="*/ 6560 w 65134"/>
                <a:gd name="connsiteY0" fmla="*/ 118322 h 118237"/>
                <a:gd name="connsiteX1" fmla="*/ 65323 w 65134"/>
                <a:gd name="connsiteY1" fmla="*/ 41027 h 118237"/>
                <a:gd name="connsiteX2" fmla="*/ 29570 w 65134"/>
                <a:gd name="connsiteY2" fmla="*/ 85 h 118237"/>
                <a:gd name="connsiteX3" fmla="*/ 188 w 65134"/>
                <a:gd name="connsiteY3" fmla="*/ 29379 h 118237"/>
                <a:gd name="connsiteX4" fmla="*/ 26030 w 65134"/>
                <a:gd name="connsiteY4" fmla="*/ 56909 h 118237"/>
                <a:gd name="connsiteX5" fmla="*/ 32048 w 65134"/>
                <a:gd name="connsiteY5" fmla="*/ 56556 h 118237"/>
                <a:gd name="connsiteX6" fmla="*/ 34525 w 65134"/>
                <a:gd name="connsiteY6" fmla="*/ 56203 h 118237"/>
                <a:gd name="connsiteX7" fmla="*/ 41251 w 65134"/>
                <a:gd name="connsiteY7" fmla="*/ 63968 h 118237"/>
                <a:gd name="connsiteX8" fmla="*/ 2666 w 65134"/>
                <a:gd name="connsiteY8" fmla="*/ 110557 h 118237"/>
                <a:gd name="connsiteX9" fmla="*/ 6560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560" y="118322"/>
                  </a:moveTo>
                  <a:cubicBezTo>
                    <a:pt x="47623" y="94675"/>
                    <a:pt x="65323" y="71380"/>
                    <a:pt x="65323" y="41027"/>
                  </a:cubicBezTo>
                  <a:cubicBezTo>
                    <a:pt x="65323" y="16673"/>
                    <a:pt x="50809" y="85"/>
                    <a:pt x="29570" y="85"/>
                  </a:cubicBezTo>
                  <a:cubicBezTo>
                    <a:pt x="11870" y="85"/>
                    <a:pt x="188" y="11732"/>
                    <a:pt x="188" y="29379"/>
                  </a:cubicBezTo>
                  <a:cubicBezTo>
                    <a:pt x="188" y="45615"/>
                    <a:pt x="10808" y="56909"/>
                    <a:pt x="26030" y="56909"/>
                  </a:cubicBezTo>
                  <a:cubicBezTo>
                    <a:pt x="27800" y="56909"/>
                    <a:pt x="29924" y="56909"/>
                    <a:pt x="32048" y="56556"/>
                  </a:cubicBezTo>
                  <a:cubicBezTo>
                    <a:pt x="33109" y="56203"/>
                    <a:pt x="33817" y="56203"/>
                    <a:pt x="34525" y="56203"/>
                  </a:cubicBezTo>
                  <a:cubicBezTo>
                    <a:pt x="38419" y="56203"/>
                    <a:pt x="41251" y="59380"/>
                    <a:pt x="41251" y="63968"/>
                  </a:cubicBezTo>
                  <a:cubicBezTo>
                    <a:pt x="41251" y="77380"/>
                    <a:pt x="29216" y="92204"/>
                    <a:pt x="2666" y="110557"/>
                  </a:cubicBezTo>
                  <a:lnTo>
                    <a:pt x="6560" y="118322"/>
                  </a:lnTo>
                  <a:close/>
                </a:path>
              </a:pathLst>
            </a:custGeom>
            <a:solidFill>
              <a:srgbClr val="0000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A261E68-7188-3754-B238-32BDD7CD42AA}"/>
                </a:ext>
              </a:extLst>
            </p:cNvPr>
            <p:cNvSpPr/>
            <p:nvPr>
              <p:custDataLst>
                <p:tags r:id="rId11"/>
              </p:custDataLst>
            </p:nvPr>
          </p:nvSpPr>
          <p:spPr>
            <a:xfrm>
              <a:off x="9433563" y="5307773"/>
              <a:ext cx="240714" cy="243534"/>
            </a:xfrm>
            <a:custGeom>
              <a:avLst/>
              <a:gdLst>
                <a:gd name="connsiteX0" fmla="*/ 240908 w 240714"/>
                <a:gd name="connsiteY0" fmla="*/ 234795 h 243534"/>
                <a:gd name="connsiteX1" fmla="*/ 239492 w 240714"/>
                <a:gd name="connsiteY1" fmla="*/ 234795 h 243534"/>
                <a:gd name="connsiteX2" fmla="*/ 202323 w 240714"/>
                <a:gd name="connsiteY2" fmla="*/ 185735 h 243534"/>
                <a:gd name="connsiteX3" fmla="*/ 123382 w 240714"/>
                <a:gd name="connsiteY3" fmla="*/ 85 h 243534"/>
                <a:gd name="connsiteX4" fmla="*/ 113471 w 240714"/>
                <a:gd name="connsiteY4" fmla="*/ 85 h 243534"/>
                <a:gd name="connsiteX5" fmla="*/ 34884 w 240714"/>
                <a:gd name="connsiteY5" fmla="*/ 193500 h 243534"/>
                <a:gd name="connsiteX6" fmla="*/ 193 w 240714"/>
                <a:gd name="connsiteY6" fmla="*/ 234795 h 243534"/>
                <a:gd name="connsiteX7" fmla="*/ 193 w 240714"/>
                <a:gd name="connsiteY7" fmla="*/ 243619 h 243534"/>
                <a:gd name="connsiteX8" fmla="*/ 72054 w 240714"/>
                <a:gd name="connsiteY8" fmla="*/ 243619 h 243534"/>
                <a:gd name="connsiteX9" fmla="*/ 72054 w 240714"/>
                <a:gd name="connsiteY9" fmla="*/ 234795 h 243534"/>
                <a:gd name="connsiteX10" fmla="*/ 43026 w 240714"/>
                <a:gd name="connsiteY10" fmla="*/ 220324 h 243534"/>
                <a:gd name="connsiteX11" fmla="*/ 53292 w 240714"/>
                <a:gd name="connsiteY11" fmla="*/ 187853 h 243534"/>
                <a:gd name="connsiteX12" fmla="*/ 58602 w 240714"/>
                <a:gd name="connsiteY12" fmla="*/ 174088 h 243534"/>
                <a:gd name="connsiteX13" fmla="*/ 138250 w 240714"/>
                <a:gd name="connsiteY13" fmla="*/ 174088 h 243534"/>
                <a:gd name="connsiteX14" fmla="*/ 154534 w 240714"/>
                <a:gd name="connsiteY14" fmla="*/ 222089 h 243534"/>
                <a:gd name="connsiteX15" fmla="*/ 137542 w 240714"/>
                <a:gd name="connsiteY15" fmla="*/ 233736 h 243534"/>
                <a:gd name="connsiteX16" fmla="*/ 126214 w 240714"/>
                <a:gd name="connsiteY16" fmla="*/ 234795 h 243534"/>
                <a:gd name="connsiteX17" fmla="*/ 126214 w 240714"/>
                <a:gd name="connsiteY17" fmla="*/ 243619 h 243534"/>
                <a:gd name="connsiteX18" fmla="*/ 240908 w 240714"/>
                <a:gd name="connsiteY18" fmla="*/ 243619 h 243534"/>
                <a:gd name="connsiteX19" fmla="*/ 240908 w 240714"/>
                <a:gd name="connsiteY19" fmla="*/ 234795 h 243534"/>
                <a:gd name="connsiteX20" fmla="*/ 63912 w 240714"/>
                <a:gd name="connsiteY20" fmla="*/ 160323 h 243534"/>
                <a:gd name="connsiteX21" fmla="*/ 97187 w 240714"/>
                <a:gd name="connsiteY21" fmla="*/ 74557 h 243534"/>
                <a:gd name="connsiteX22" fmla="*/ 132940 w 240714"/>
                <a:gd name="connsiteY22" fmla="*/ 160323 h 243534"/>
                <a:gd name="connsiteX23" fmla="*/ 63912 w 240714"/>
                <a:gd name="connsiteY23" fmla="*/ 160323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0714" h="243534">
                  <a:moveTo>
                    <a:pt x="240908" y="234795"/>
                  </a:moveTo>
                  <a:lnTo>
                    <a:pt x="239492" y="234795"/>
                  </a:lnTo>
                  <a:cubicBezTo>
                    <a:pt x="225686" y="234795"/>
                    <a:pt x="220022" y="227383"/>
                    <a:pt x="202323" y="185735"/>
                  </a:cubicBezTo>
                  <a:lnTo>
                    <a:pt x="123382" y="85"/>
                  </a:lnTo>
                  <a:lnTo>
                    <a:pt x="113471" y="85"/>
                  </a:lnTo>
                  <a:lnTo>
                    <a:pt x="34884" y="193500"/>
                  </a:lnTo>
                  <a:cubicBezTo>
                    <a:pt x="21433" y="226324"/>
                    <a:pt x="17185" y="231619"/>
                    <a:pt x="193" y="234795"/>
                  </a:cubicBezTo>
                  <a:lnTo>
                    <a:pt x="193" y="243619"/>
                  </a:lnTo>
                  <a:lnTo>
                    <a:pt x="72054" y="243619"/>
                  </a:lnTo>
                  <a:lnTo>
                    <a:pt x="72054" y="234795"/>
                  </a:lnTo>
                  <a:cubicBezTo>
                    <a:pt x="51168" y="233383"/>
                    <a:pt x="43026" y="229501"/>
                    <a:pt x="43026" y="220324"/>
                  </a:cubicBezTo>
                  <a:cubicBezTo>
                    <a:pt x="43026" y="215736"/>
                    <a:pt x="45858" y="206912"/>
                    <a:pt x="53292" y="187853"/>
                  </a:cubicBezTo>
                  <a:lnTo>
                    <a:pt x="58602" y="174088"/>
                  </a:lnTo>
                  <a:lnTo>
                    <a:pt x="138250" y="174088"/>
                  </a:lnTo>
                  <a:cubicBezTo>
                    <a:pt x="150286" y="201618"/>
                    <a:pt x="154534" y="214324"/>
                    <a:pt x="154534" y="222089"/>
                  </a:cubicBezTo>
                  <a:cubicBezTo>
                    <a:pt x="154534" y="229501"/>
                    <a:pt x="149932" y="233030"/>
                    <a:pt x="137542" y="233736"/>
                  </a:cubicBezTo>
                  <a:cubicBezTo>
                    <a:pt x="135772" y="233736"/>
                    <a:pt x="131170" y="234089"/>
                    <a:pt x="126214" y="234795"/>
                  </a:cubicBezTo>
                  <a:lnTo>
                    <a:pt x="126214" y="243619"/>
                  </a:lnTo>
                  <a:lnTo>
                    <a:pt x="240908" y="243619"/>
                  </a:lnTo>
                  <a:lnTo>
                    <a:pt x="240908" y="234795"/>
                  </a:lnTo>
                  <a:close/>
                  <a:moveTo>
                    <a:pt x="63912" y="160323"/>
                  </a:moveTo>
                  <a:lnTo>
                    <a:pt x="97187" y="74557"/>
                  </a:lnTo>
                  <a:lnTo>
                    <a:pt x="132940" y="160323"/>
                  </a:lnTo>
                  <a:lnTo>
                    <a:pt x="63912" y="160323"/>
                  </a:lnTo>
                  <a:close/>
                </a:path>
              </a:pathLst>
            </a:custGeom>
            <a:solidFill>
              <a:srgbClr val="0000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6EAC9EA-38CB-A5B3-D3DD-B54147E5B591}"/>
                </a:ext>
              </a:extLst>
            </p:cNvPr>
            <p:cNvSpPr/>
            <p:nvPr>
              <p:custDataLst>
                <p:tags r:id="rId12"/>
              </p:custDataLst>
            </p:nvPr>
          </p:nvSpPr>
          <p:spPr>
            <a:xfrm>
              <a:off x="9684759" y="5384363"/>
              <a:ext cx="178766" cy="239298"/>
            </a:xfrm>
            <a:custGeom>
              <a:avLst/>
              <a:gdLst>
                <a:gd name="connsiteX0" fmla="*/ 68521 w 178766"/>
                <a:gd name="connsiteY0" fmla="*/ 4320 h 239298"/>
                <a:gd name="connsiteX1" fmla="*/ 908 w 178766"/>
                <a:gd name="connsiteY1" fmla="*/ 4320 h 239298"/>
                <a:gd name="connsiteX2" fmla="*/ 908 w 178766"/>
                <a:gd name="connsiteY2" fmla="*/ 12791 h 239298"/>
                <a:gd name="connsiteX3" fmla="*/ 20024 w 178766"/>
                <a:gd name="connsiteY3" fmla="*/ 33615 h 239298"/>
                <a:gd name="connsiteX4" fmla="*/ 20024 w 178766"/>
                <a:gd name="connsiteY4" fmla="*/ 210442 h 239298"/>
                <a:gd name="connsiteX5" fmla="*/ 200 w 178766"/>
                <a:gd name="connsiteY5" fmla="*/ 230913 h 239298"/>
                <a:gd name="connsiteX6" fmla="*/ 200 w 178766"/>
                <a:gd name="connsiteY6" fmla="*/ 239383 h 239298"/>
                <a:gd name="connsiteX7" fmla="*/ 96840 w 178766"/>
                <a:gd name="connsiteY7" fmla="*/ 239383 h 239298"/>
                <a:gd name="connsiteX8" fmla="*/ 96840 w 178766"/>
                <a:gd name="connsiteY8" fmla="*/ 231971 h 239298"/>
                <a:gd name="connsiteX9" fmla="*/ 69229 w 178766"/>
                <a:gd name="connsiteY9" fmla="*/ 200206 h 239298"/>
                <a:gd name="connsiteX10" fmla="*/ 69229 w 178766"/>
                <a:gd name="connsiteY10" fmla="*/ 150441 h 239298"/>
                <a:gd name="connsiteX11" fmla="*/ 111000 w 178766"/>
                <a:gd name="connsiteY11" fmla="*/ 171617 h 239298"/>
                <a:gd name="connsiteX12" fmla="*/ 178966 w 178766"/>
                <a:gd name="connsiteY12" fmla="*/ 82675 h 239298"/>
                <a:gd name="connsiteX13" fmla="*/ 113124 w 178766"/>
                <a:gd name="connsiteY13" fmla="*/ 85 h 239298"/>
                <a:gd name="connsiteX14" fmla="*/ 68521 w 178766"/>
                <a:gd name="connsiteY14" fmla="*/ 28673 h 239298"/>
                <a:gd name="connsiteX15" fmla="*/ 68521 w 178766"/>
                <a:gd name="connsiteY15" fmla="*/ 4320 h 239298"/>
                <a:gd name="connsiteX16" fmla="*/ 69229 w 178766"/>
                <a:gd name="connsiteY16" fmla="*/ 44909 h 239298"/>
                <a:gd name="connsiteX17" fmla="*/ 76662 w 178766"/>
                <a:gd name="connsiteY17" fmla="*/ 32203 h 239298"/>
                <a:gd name="connsiteX18" fmla="*/ 99672 w 178766"/>
                <a:gd name="connsiteY18" fmla="*/ 20203 h 239298"/>
                <a:gd name="connsiteX19" fmla="*/ 126575 w 178766"/>
                <a:gd name="connsiteY19" fmla="*/ 87616 h 239298"/>
                <a:gd name="connsiteX20" fmla="*/ 96486 w 178766"/>
                <a:gd name="connsiteY20" fmla="*/ 152205 h 239298"/>
                <a:gd name="connsiteX21" fmla="*/ 69229 w 178766"/>
                <a:gd name="connsiteY21" fmla="*/ 130675 h 239298"/>
                <a:gd name="connsiteX22" fmla="*/ 69229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1" y="4320"/>
                  </a:moveTo>
                  <a:lnTo>
                    <a:pt x="908" y="4320"/>
                  </a:lnTo>
                  <a:lnTo>
                    <a:pt x="908" y="12791"/>
                  </a:lnTo>
                  <a:cubicBezTo>
                    <a:pt x="16484" y="15261"/>
                    <a:pt x="20024" y="18791"/>
                    <a:pt x="20024" y="33615"/>
                  </a:cubicBezTo>
                  <a:lnTo>
                    <a:pt x="20024" y="210442"/>
                  </a:lnTo>
                  <a:cubicBezTo>
                    <a:pt x="20024" y="224913"/>
                    <a:pt x="17192" y="228089"/>
                    <a:pt x="200" y="230913"/>
                  </a:cubicBezTo>
                  <a:lnTo>
                    <a:pt x="200" y="239383"/>
                  </a:lnTo>
                  <a:lnTo>
                    <a:pt x="96840" y="239383"/>
                  </a:lnTo>
                  <a:lnTo>
                    <a:pt x="96840" y="231971"/>
                  </a:lnTo>
                  <a:cubicBezTo>
                    <a:pt x="75246" y="230913"/>
                    <a:pt x="69229" y="223854"/>
                    <a:pt x="69229" y="200206"/>
                  </a:cubicBezTo>
                  <a:lnTo>
                    <a:pt x="69229" y="150441"/>
                  </a:lnTo>
                  <a:cubicBezTo>
                    <a:pt x="86220" y="167029"/>
                    <a:pt x="95424" y="171617"/>
                    <a:pt x="111000" y="171617"/>
                  </a:cubicBezTo>
                  <a:cubicBezTo>
                    <a:pt x="150647" y="171617"/>
                    <a:pt x="178966" y="134911"/>
                    <a:pt x="178966" y="82675"/>
                  </a:cubicBezTo>
                  <a:cubicBezTo>
                    <a:pt x="178966" y="33615"/>
                    <a:pt x="152417" y="85"/>
                    <a:pt x="113124" y="85"/>
                  </a:cubicBezTo>
                  <a:cubicBezTo>
                    <a:pt x="92238" y="85"/>
                    <a:pt x="79494" y="8203"/>
                    <a:pt x="68521" y="28673"/>
                  </a:cubicBezTo>
                  <a:lnTo>
                    <a:pt x="68521" y="4320"/>
                  </a:lnTo>
                  <a:close/>
                  <a:moveTo>
                    <a:pt x="69229" y="44909"/>
                  </a:moveTo>
                  <a:cubicBezTo>
                    <a:pt x="69229" y="42438"/>
                    <a:pt x="72415" y="36791"/>
                    <a:pt x="76662" y="32203"/>
                  </a:cubicBezTo>
                  <a:cubicBezTo>
                    <a:pt x="83742" y="24438"/>
                    <a:pt x="91884" y="20203"/>
                    <a:pt x="99672" y="20203"/>
                  </a:cubicBezTo>
                  <a:cubicBezTo>
                    <a:pt x="118080" y="20203"/>
                    <a:pt x="126575" y="41380"/>
                    <a:pt x="126575" y="87616"/>
                  </a:cubicBezTo>
                  <a:cubicBezTo>
                    <a:pt x="126575" y="131381"/>
                    <a:pt x="116664" y="152205"/>
                    <a:pt x="96486" y="152205"/>
                  </a:cubicBezTo>
                  <a:cubicBezTo>
                    <a:pt x="84804" y="152205"/>
                    <a:pt x="74538" y="144087"/>
                    <a:pt x="69229" y="130675"/>
                  </a:cubicBezTo>
                  <a:lnTo>
                    <a:pt x="69229" y="44909"/>
                  </a:lnTo>
                  <a:close/>
                </a:path>
              </a:pathLst>
            </a:custGeom>
            <a:solidFill>
              <a:srgbClr val="0000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8B70AC1-F57B-0055-E411-21FA01B85FDD}"/>
                </a:ext>
              </a:extLst>
            </p:cNvPr>
            <p:cNvSpPr/>
            <p:nvPr>
              <p:custDataLst>
                <p:tags r:id="rId13"/>
              </p:custDataLst>
            </p:nvPr>
          </p:nvSpPr>
          <p:spPr>
            <a:xfrm>
              <a:off x="9882315" y="5384363"/>
              <a:ext cx="178766" cy="239298"/>
            </a:xfrm>
            <a:custGeom>
              <a:avLst/>
              <a:gdLst>
                <a:gd name="connsiteX0" fmla="*/ 68526 w 178766"/>
                <a:gd name="connsiteY0" fmla="*/ 4320 h 239298"/>
                <a:gd name="connsiteX1" fmla="*/ 914 w 178766"/>
                <a:gd name="connsiteY1" fmla="*/ 4320 h 239298"/>
                <a:gd name="connsiteX2" fmla="*/ 914 w 178766"/>
                <a:gd name="connsiteY2" fmla="*/ 12791 h 239298"/>
                <a:gd name="connsiteX3" fmla="*/ 20029 w 178766"/>
                <a:gd name="connsiteY3" fmla="*/ 33615 h 239298"/>
                <a:gd name="connsiteX4" fmla="*/ 20029 w 178766"/>
                <a:gd name="connsiteY4" fmla="*/ 210442 h 239298"/>
                <a:gd name="connsiteX5" fmla="*/ 206 w 178766"/>
                <a:gd name="connsiteY5" fmla="*/ 230913 h 239298"/>
                <a:gd name="connsiteX6" fmla="*/ 206 w 178766"/>
                <a:gd name="connsiteY6" fmla="*/ 239383 h 239298"/>
                <a:gd name="connsiteX7" fmla="*/ 96846 w 178766"/>
                <a:gd name="connsiteY7" fmla="*/ 239383 h 239298"/>
                <a:gd name="connsiteX8" fmla="*/ 96846 w 178766"/>
                <a:gd name="connsiteY8" fmla="*/ 231971 h 239298"/>
                <a:gd name="connsiteX9" fmla="*/ 69234 w 178766"/>
                <a:gd name="connsiteY9" fmla="*/ 200206 h 239298"/>
                <a:gd name="connsiteX10" fmla="*/ 69234 w 178766"/>
                <a:gd name="connsiteY10" fmla="*/ 150441 h 239298"/>
                <a:gd name="connsiteX11" fmla="*/ 111005 w 178766"/>
                <a:gd name="connsiteY11" fmla="*/ 171617 h 239298"/>
                <a:gd name="connsiteX12" fmla="*/ 178972 w 178766"/>
                <a:gd name="connsiteY12" fmla="*/ 82675 h 239298"/>
                <a:gd name="connsiteX13" fmla="*/ 113129 w 178766"/>
                <a:gd name="connsiteY13" fmla="*/ 85 h 239298"/>
                <a:gd name="connsiteX14" fmla="*/ 68526 w 178766"/>
                <a:gd name="connsiteY14" fmla="*/ 28673 h 239298"/>
                <a:gd name="connsiteX15" fmla="*/ 68526 w 178766"/>
                <a:gd name="connsiteY15" fmla="*/ 4320 h 239298"/>
                <a:gd name="connsiteX16" fmla="*/ 69234 w 178766"/>
                <a:gd name="connsiteY16" fmla="*/ 44909 h 239298"/>
                <a:gd name="connsiteX17" fmla="*/ 76668 w 178766"/>
                <a:gd name="connsiteY17" fmla="*/ 32203 h 239298"/>
                <a:gd name="connsiteX18" fmla="*/ 99677 w 178766"/>
                <a:gd name="connsiteY18" fmla="*/ 20203 h 239298"/>
                <a:gd name="connsiteX19" fmla="*/ 126581 w 178766"/>
                <a:gd name="connsiteY19" fmla="*/ 87616 h 239298"/>
                <a:gd name="connsiteX20" fmla="*/ 96492 w 178766"/>
                <a:gd name="connsiteY20" fmla="*/ 152205 h 239298"/>
                <a:gd name="connsiteX21" fmla="*/ 69234 w 178766"/>
                <a:gd name="connsiteY21" fmla="*/ 130675 h 239298"/>
                <a:gd name="connsiteX22" fmla="*/ 69234 w 178766"/>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766" h="239298">
                  <a:moveTo>
                    <a:pt x="68526" y="4320"/>
                  </a:moveTo>
                  <a:lnTo>
                    <a:pt x="914" y="4320"/>
                  </a:lnTo>
                  <a:lnTo>
                    <a:pt x="914" y="12791"/>
                  </a:lnTo>
                  <a:cubicBezTo>
                    <a:pt x="16489" y="15261"/>
                    <a:pt x="20029" y="18791"/>
                    <a:pt x="20029" y="33615"/>
                  </a:cubicBezTo>
                  <a:lnTo>
                    <a:pt x="20029" y="210442"/>
                  </a:lnTo>
                  <a:cubicBezTo>
                    <a:pt x="20029" y="224913"/>
                    <a:pt x="17197" y="228089"/>
                    <a:pt x="206" y="230913"/>
                  </a:cubicBezTo>
                  <a:lnTo>
                    <a:pt x="206" y="239383"/>
                  </a:lnTo>
                  <a:lnTo>
                    <a:pt x="96846" y="239383"/>
                  </a:lnTo>
                  <a:lnTo>
                    <a:pt x="96846" y="231971"/>
                  </a:lnTo>
                  <a:cubicBezTo>
                    <a:pt x="75252" y="230913"/>
                    <a:pt x="69234" y="223854"/>
                    <a:pt x="69234" y="200206"/>
                  </a:cubicBezTo>
                  <a:lnTo>
                    <a:pt x="69234" y="150441"/>
                  </a:lnTo>
                  <a:cubicBezTo>
                    <a:pt x="86226" y="167029"/>
                    <a:pt x="95430" y="171617"/>
                    <a:pt x="111005" y="171617"/>
                  </a:cubicBezTo>
                  <a:cubicBezTo>
                    <a:pt x="150652" y="171617"/>
                    <a:pt x="178972" y="134911"/>
                    <a:pt x="178972" y="82675"/>
                  </a:cubicBezTo>
                  <a:cubicBezTo>
                    <a:pt x="178972" y="33615"/>
                    <a:pt x="152422" y="85"/>
                    <a:pt x="113129" y="85"/>
                  </a:cubicBezTo>
                  <a:cubicBezTo>
                    <a:pt x="92244" y="85"/>
                    <a:pt x="79500" y="8203"/>
                    <a:pt x="68526" y="28673"/>
                  </a:cubicBezTo>
                  <a:lnTo>
                    <a:pt x="68526" y="4320"/>
                  </a:lnTo>
                  <a:close/>
                  <a:moveTo>
                    <a:pt x="69234" y="44909"/>
                  </a:moveTo>
                  <a:cubicBezTo>
                    <a:pt x="69234" y="42438"/>
                    <a:pt x="72420" y="36791"/>
                    <a:pt x="76668" y="32203"/>
                  </a:cubicBezTo>
                  <a:cubicBezTo>
                    <a:pt x="83748" y="24438"/>
                    <a:pt x="91890" y="20203"/>
                    <a:pt x="99677" y="20203"/>
                  </a:cubicBezTo>
                  <a:cubicBezTo>
                    <a:pt x="118085" y="20203"/>
                    <a:pt x="126581" y="41380"/>
                    <a:pt x="126581" y="87616"/>
                  </a:cubicBezTo>
                  <a:cubicBezTo>
                    <a:pt x="126581" y="131381"/>
                    <a:pt x="116669" y="152205"/>
                    <a:pt x="96492" y="152205"/>
                  </a:cubicBezTo>
                  <a:cubicBezTo>
                    <a:pt x="84810" y="152205"/>
                    <a:pt x="74544" y="144087"/>
                    <a:pt x="69234" y="130675"/>
                  </a:cubicBezTo>
                  <a:lnTo>
                    <a:pt x="69234" y="44909"/>
                  </a:lnTo>
                  <a:close/>
                </a:path>
              </a:pathLst>
            </a:custGeom>
            <a:solidFill>
              <a:srgbClr val="0000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9DC06C3-91B3-8087-4D0C-3092786969B5}"/>
                </a:ext>
              </a:extLst>
            </p:cNvPr>
            <p:cNvSpPr/>
            <p:nvPr>
              <p:custDataLst>
                <p:tags r:id="rId14"/>
              </p:custDataLst>
            </p:nvPr>
          </p:nvSpPr>
          <p:spPr>
            <a:xfrm>
              <a:off x="10078809" y="5312714"/>
              <a:ext cx="84604" cy="238592"/>
            </a:xfrm>
            <a:custGeom>
              <a:avLst/>
              <a:gdLst>
                <a:gd name="connsiteX0" fmla="*/ 67470 w 84604"/>
                <a:gd name="connsiteY0" fmla="*/ 85 h 238592"/>
                <a:gd name="connsiteX1" fmla="*/ 211 w 84604"/>
                <a:gd name="connsiteY1" fmla="*/ 85 h 238592"/>
                <a:gd name="connsiteX2" fmla="*/ 211 w 84604"/>
                <a:gd name="connsiteY2" fmla="*/ 8555 h 238592"/>
                <a:gd name="connsiteX3" fmla="*/ 18265 w 84604"/>
                <a:gd name="connsiteY3" fmla="*/ 29026 h 238592"/>
                <a:gd name="connsiteX4" fmla="*/ 18265 w 84604"/>
                <a:gd name="connsiteY4" fmla="*/ 209030 h 238592"/>
                <a:gd name="connsiteX5" fmla="*/ 211 w 84604"/>
                <a:gd name="connsiteY5" fmla="*/ 230207 h 238592"/>
                <a:gd name="connsiteX6" fmla="*/ 211 w 84604"/>
                <a:gd name="connsiteY6" fmla="*/ 238678 h 238592"/>
                <a:gd name="connsiteX7" fmla="*/ 84815 w 84604"/>
                <a:gd name="connsiteY7" fmla="*/ 238678 h 238592"/>
                <a:gd name="connsiteX8" fmla="*/ 84815 w 84604"/>
                <a:gd name="connsiteY8" fmla="*/ 230207 h 238592"/>
                <a:gd name="connsiteX9" fmla="*/ 67470 w 84604"/>
                <a:gd name="connsiteY9" fmla="*/ 209030 h 238592"/>
                <a:gd name="connsiteX10" fmla="*/ 67470 w 8460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04" h="238592">
                  <a:moveTo>
                    <a:pt x="67470" y="85"/>
                  </a:moveTo>
                  <a:lnTo>
                    <a:pt x="211" y="85"/>
                  </a:lnTo>
                  <a:lnTo>
                    <a:pt x="211" y="8555"/>
                  </a:lnTo>
                  <a:cubicBezTo>
                    <a:pt x="12601" y="9614"/>
                    <a:pt x="18265" y="15967"/>
                    <a:pt x="18265" y="29026"/>
                  </a:cubicBezTo>
                  <a:lnTo>
                    <a:pt x="18265" y="209030"/>
                  </a:lnTo>
                  <a:cubicBezTo>
                    <a:pt x="18265" y="222089"/>
                    <a:pt x="12247" y="229148"/>
                    <a:pt x="211" y="230207"/>
                  </a:cubicBezTo>
                  <a:lnTo>
                    <a:pt x="211" y="238678"/>
                  </a:lnTo>
                  <a:lnTo>
                    <a:pt x="84815" y="238678"/>
                  </a:lnTo>
                  <a:lnTo>
                    <a:pt x="84815" y="230207"/>
                  </a:lnTo>
                  <a:cubicBezTo>
                    <a:pt x="73134" y="229854"/>
                    <a:pt x="67470" y="223148"/>
                    <a:pt x="67470" y="209030"/>
                  </a:cubicBezTo>
                  <a:lnTo>
                    <a:pt x="67470" y="85"/>
                  </a:lnTo>
                  <a:close/>
                </a:path>
              </a:pathLst>
            </a:custGeom>
            <a:solidFill>
              <a:srgbClr val="0000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01A9F42-E5AE-42B9-B9EE-46392E3A5E98}"/>
                </a:ext>
              </a:extLst>
            </p:cNvPr>
            <p:cNvSpPr/>
            <p:nvPr>
              <p:custDataLst>
                <p:tags r:id="rId15"/>
              </p:custDataLst>
            </p:nvPr>
          </p:nvSpPr>
          <p:spPr>
            <a:xfrm>
              <a:off x="10177584" y="5307420"/>
              <a:ext cx="84604" cy="243887"/>
            </a:xfrm>
            <a:custGeom>
              <a:avLst/>
              <a:gdLst>
                <a:gd name="connsiteX0" fmla="*/ 68180 w 84604"/>
                <a:gd name="connsiteY0" fmla="*/ 81263 h 243887"/>
                <a:gd name="connsiteX1" fmla="*/ 214 w 84604"/>
                <a:gd name="connsiteY1" fmla="*/ 81263 h 243887"/>
                <a:gd name="connsiteX2" fmla="*/ 214 w 84604"/>
                <a:gd name="connsiteY2" fmla="*/ 89733 h 243887"/>
                <a:gd name="connsiteX3" fmla="*/ 18976 w 84604"/>
                <a:gd name="connsiteY3" fmla="*/ 110557 h 243887"/>
                <a:gd name="connsiteX4" fmla="*/ 18976 w 84604"/>
                <a:gd name="connsiteY4" fmla="*/ 214324 h 243887"/>
                <a:gd name="connsiteX5" fmla="*/ 214 w 84604"/>
                <a:gd name="connsiteY5" fmla="*/ 235501 h 243887"/>
                <a:gd name="connsiteX6" fmla="*/ 214 w 84604"/>
                <a:gd name="connsiteY6" fmla="*/ 243972 h 243887"/>
                <a:gd name="connsiteX7" fmla="*/ 84818 w 84604"/>
                <a:gd name="connsiteY7" fmla="*/ 243972 h 243887"/>
                <a:gd name="connsiteX8" fmla="*/ 84818 w 84604"/>
                <a:gd name="connsiteY8" fmla="*/ 235501 h 243887"/>
                <a:gd name="connsiteX9" fmla="*/ 68180 w 84604"/>
                <a:gd name="connsiteY9" fmla="*/ 215383 h 243887"/>
                <a:gd name="connsiteX10" fmla="*/ 68180 w 84604"/>
                <a:gd name="connsiteY10" fmla="*/ 81263 h 243887"/>
                <a:gd name="connsiteX11" fmla="*/ 43401 w 84604"/>
                <a:gd name="connsiteY11" fmla="*/ 85 h 243887"/>
                <a:gd name="connsiteX12" fmla="*/ 15790 w 84604"/>
                <a:gd name="connsiteY12" fmla="*/ 27262 h 243887"/>
                <a:gd name="connsiteX13" fmla="*/ 43047 w 84604"/>
                <a:gd name="connsiteY13" fmla="*/ 54792 h 243887"/>
                <a:gd name="connsiteX14" fmla="*/ 70658 w 84604"/>
                <a:gd name="connsiteY14" fmla="*/ 27615 h 243887"/>
                <a:gd name="connsiteX15" fmla="*/ 43401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80" y="81263"/>
                  </a:moveTo>
                  <a:lnTo>
                    <a:pt x="214" y="81263"/>
                  </a:lnTo>
                  <a:lnTo>
                    <a:pt x="214" y="89733"/>
                  </a:lnTo>
                  <a:cubicBezTo>
                    <a:pt x="15790" y="92910"/>
                    <a:pt x="18976" y="96087"/>
                    <a:pt x="18976" y="110557"/>
                  </a:cubicBezTo>
                  <a:lnTo>
                    <a:pt x="18976" y="214324"/>
                  </a:lnTo>
                  <a:cubicBezTo>
                    <a:pt x="18976" y="228795"/>
                    <a:pt x="16498" y="231619"/>
                    <a:pt x="214" y="235501"/>
                  </a:cubicBezTo>
                  <a:lnTo>
                    <a:pt x="214" y="243972"/>
                  </a:lnTo>
                  <a:lnTo>
                    <a:pt x="84818" y="243972"/>
                  </a:lnTo>
                  <a:lnTo>
                    <a:pt x="84818" y="235501"/>
                  </a:lnTo>
                  <a:cubicBezTo>
                    <a:pt x="72428" y="233736"/>
                    <a:pt x="68180" y="228795"/>
                    <a:pt x="68180" y="215383"/>
                  </a:cubicBezTo>
                  <a:lnTo>
                    <a:pt x="68180" y="81263"/>
                  </a:lnTo>
                  <a:close/>
                  <a:moveTo>
                    <a:pt x="43401" y="85"/>
                  </a:moveTo>
                  <a:cubicBezTo>
                    <a:pt x="28179" y="85"/>
                    <a:pt x="15790" y="12438"/>
                    <a:pt x="15790" y="27262"/>
                  </a:cubicBezTo>
                  <a:cubicBezTo>
                    <a:pt x="15790" y="43144"/>
                    <a:pt x="27471" y="54792"/>
                    <a:pt x="43047" y="54792"/>
                  </a:cubicBezTo>
                  <a:cubicBezTo>
                    <a:pt x="58623" y="54792"/>
                    <a:pt x="70658" y="43144"/>
                    <a:pt x="70658" y="27615"/>
                  </a:cubicBezTo>
                  <a:cubicBezTo>
                    <a:pt x="70658" y="12438"/>
                    <a:pt x="58623" y="85"/>
                    <a:pt x="43401" y="85"/>
                  </a:cubicBezTo>
                  <a:close/>
                </a:path>
              </a:pathLst>
            </a:custGeom>
            <a:solidFill>
              <a:srgbClr val="0000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CC6E9-D90A-D3F9-0345-7A34F57EF0B3}"/>
                </a:ext>
              </a:extLst>
            </p:cNvPr>
            <p:cNvSpPr/>
            <p:nvPr>
              <p:custDataLst>
                <p:tags r:id="rId16"/>
              </p:custDataLst>
            </p:nvPr>
          </p:nvSpPr>
          <p:spPr>
            <a:xfrm>
              <a:off x="10279545" y="5384363"/>
              <a:ext cx="143366" cy="171885"/>
            </a:xfrm>
            <a:custGeom>
              <a:avLst/>
              <a:gdLst>
                <a:gd name="connsiteX0" fmla="*/ 137212 w 143366"/>
                <a:gd name="connsiteY0" fmla="*/ 128558 h 171885"/>
                <a:gd name="connsiteX1" fmla="*/ 100397 w 143366"/>
                <a:gd name="connsiteY1" fmla="*/ 148323 h 171885"/>
                <a:gd name="connsiteX2" fmla="*/ 50130 w 143366"/>
                <a:gd name="connsiteY2" fmla="*/ 69615 h 171885"/>
                <a:gd name="connsiteX3" fmla="*/ 79865 w 143366"/>
                <a:gd name="connsiteY3" fmla="*/ 11026 h 171885"/>
                <a:gd name="connsiteX4" fmla="*/ 92963 w 143366"/>
                <a:gd name="connsiteY4" fmla="*/ 17732 h 171885"/>
                <a:gd name="connsiteX5" fmla="*/ 94733 w 143366"/>
                <a:gd name="connsiteY5" fmla="*/ 35732 h 171885"/>
                <a:gd name="connsiteX6" fmla="*/ 114556 w 143366"/>
                <a:gd name="connsiteY6" fmla="*/ 61145 h 171885"/>
                <a:gd name="connsiteX7" fmla="*/ 138628 w 143366"/>
                <a:gd name="connsiteY7" fmla="*/ 38909 h 171885"/>
                <a:gd name="connsiteX8" fmla="*/ 83759 w 143366"/>
                <a:gd name="connsiteY8" fmla="*/ 85 h 171885"/>
                <a:gd name="connsiteX9" fmla="*/ 217 w 143366"/>
                <a:gd name="connsiteY9" fmla="*/ 88322 h 171885"/>
                <a:gd name="connsiteX10" fmla="*/ 75971 w 143366"/>
                <a:gd name="connsiteY10" fmla="*/ 171970 h 171885"/>
                <a:gd name="connsiteX11" fmla="*/ 143584 w 143366"/>
                <a:gd name="connsiteY11" fmla="*/ 134911 h 171885"/>
                <a:gd name="connsiteX12" fmla="*/ 137212 w 143366"/>
                <a:gd name="connsiteY12" fmla="*/ 12855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366" h="171885">
                  <a:moveTo>
                    <a:pt x="137212" y="128558"/>
                  </a:moveTo>
                  <a:cubicBezTo>
                    <a:pt x="124114" y="143382"/>
                    <a:pt x="114910" y="148323"/>
                    <a:pt x="100397" y="148323"/>
                  </a:cubicBezTo>
                  <a:cubicBezTo>
                    <a:pt x="69599" y="148323"/>
                    <a:pt x="50130" y="117616"/>
                    <a:pt x="50130" y="69615"/>
                  </a:cubicBezTo>
                  <a:cubicBezTo>
                    <a:pt x="50130" y="33262"/>
                    <a:pt x="61457" y="11026"/>
                    <a:pt x="79865" y="11026"/>
                  </a:cubicBezTo>
                  <a:cubicBezTo>
                    <a:pt x="85529" y="11026"/>
                    <a:pt x="90839" y="13850"/>
                    <a:pt x="92963" y="17732"/>
                  </a:cubicBezTo>
                  <a:cubicBezTo>
                    <a:pt x="94733" y="20909"/>
                    <a:pt x="94733" y="20909"/>
                    <a:pt x="94733" y="35732"/>
                  </a:cubicBezTo>
                  <a:cubicBezTo>
                    <a:pt x="95087" y="53027"/>
                    <a:pt x="101459" y="61145"/>
                    <a:pt x="114556" y="61145"/>
                  </a:cubicBezTo>
                  <a:cubicBezTo>
                    <a:pt x="129424" y="61145"/>
                    <a:pt x="138628" y="52674"/>
                    <a:pt x="138628" y="38909"/>
                  </a:cubicBezTo>
                  <a:cubicBezTo>
                    <a:pt x="138628" y="17026"/>
                    <a:pt x="114910" y="85"/>
                    <a:pt x="83759" y="85"/>
                  </a:cubicBezTo>
                  <a:cubicBezTo>
                    <a:pt x="35616" y="85"/>
                    <a:pt x="217" y="37497"/>
                    <a:pt x="217" y="88322"/>
                  </a:cubicBezTo>
                  <a:cubicBezTo>
                    <a:pt x="217" y="137028"/>
                    <a:pt x="32076" y="171970"/>
                    <a:pt x="75971" y="171970"/>
                  </a:cubicBezTo>
                  <a:cubicBezTo>
                    <a:pt x="103229" y="171970"/>
                    <a:pt x="123052" y="161029"/>
                    <a:pt x="143584" y="134911"/>
                  </a:cubicBezTo>
                  <a:lnTo>
                    <a:pt x="137212" y="128558"/>
                  </a:lnTo>
                  <a:close/>
                </a:path>
              </a:pathLst>
            </a:custGeom>
            <a:solidFill>
              <a:srgbClr val="0000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457967A-67D2-FF9B-D362-82F1ADE22415}"/>
                </a:ext>
              </a:extLst>
            </p:cNvPr>
            <p:cNvSpPr/>
            <p:nvPr>
              <p:custDataLst>
                <p:tags r:id="rId17"/>
              </p:custDataLst>
            </p:nvPr>
          </p:nvSpPr>
          <p:spPr>
            <a:xfrm>
              <a:off x="10437305" y="5384363"/>
              <a:ext cx="163898" cy="171885"/>
            </a:xfrm>
            <a:custGeom>
              <a:avLst/>
              <a:gdLst>
                <a:gd name="connsiteX0" fmla="*/ 158810 w 163898"/>
                <a:gd name="connsiteY0" fmla="*/ 144440 h 171885"/>
                <a:gd name="connsiteX1" fmla="*/ 155270 w 163898"/>
                <a:gd name="connsiteY1" fmla="*/ 147970 h 171885"/>
                <a:gd name="connsiteX2" fmla="*/ 151376 w 163898"/>
                <a:gd name="connsiteY2" fmla="*/ 149382 h 171885"/>
                <a:gd name="connsiteX3" fmla="*/ 143942 w 163898"/>
                <a:gd name="connsiteY3" fmla="*/ 140558 h 171885"/>
                <a:gd name="connsiteX4" fmla="*/ 143942 w 163898"/>
                <a:gd name="connsiteY4" fmla="*/ 48439 h 171885"/>
                <a:gd name="connsiteX5" fmla="*/ 73852 w 163898"/>
                <a:gd name="connsiteY5" fmla="*/ 85 h 171885"/>
                <a:gd name="connsiteX6" fmla="*/ 6947 w 163898"/>
                <a:gd name="connsiteY6" fmla="*/ 44556 h 171885"/>
                <a:gd name="connsiteX7" fmla="*/ 29957 w 163898"/>
                <a:gd name="connsiteY7" fmla="*/ 67851 h 171885"/>
                <a:gd name="connsiteX8" fmla="*/ 54028 w 163898"/>
                <a:gd name="connsiteY8" fmla="*/ 47380 h 171885"/>
                <a:gd name="connsiteX9" fmla="*/ 47656 w 163898"/>
                <a:gd name="connsiteY9" fmla="*/ 32203 h 171885"/>
                <a:gd name="connsiteX10" fmla="*/ 43408 w 163898"/>
                <a:gd name="connsiteY10" fmla="*/ 24438 h 171885"/>
                <a:gd name="connsiteX11" fmla="*/ 65710 w 163898"/>
                <a:gd name="connsiteY11" fmla="*/ 11379 h 171885"/>
                <a:gd name="connsiteX12" fmla="*/ 95445 w 163898"/>
                <a:gd name="connsiteY12" fmla="*/ 42438 h 171885"/>
                <a:gd name="connsiteX13" fmla="*/ 95445 w 163898"/>
                <a:gd name="connsiteY13" fmla="*/ 68204 h 171885"/>
                <a:gd name="connsiteX14" fmla="*/ 22877 w 163898"/>
                <a:gd name="connsiteY14" fmla="*/ 96792 h 171885"/>
                <a:gd name="connsiteX15" fmla="*/ 221 w 163898"/>
                <a:gd name="connsiteY15" fmla="*/ 134558 h 171885"/>
                <a:gd name="connsiteX16" fmla="*/ 39514 w 163898"/>
                <a:gd name="connsiteY16" fmla="*/ 171970 h 171885"/>
                <a:gd name="connsiteX17" fmla="*/ 95445 w 163898"/>
                <a:gd name="connsiteY17" fmla="*/ 147264 h 171885"/>
                <a:gd name="connsiteX18" fmla="*/ 124472 w 163898"/>
                <a:gd name="connsiteY18" fmla="*/ 171970 h 171885"/>
                <a:gd name="connsiteX19" fmla="*/ 164120 w 163898"/>
                <a:gd name="connsiteY19" fmla="*/ 151852 h 171885"/>
                <a:gd name="connsiteX20" fmla="*/ 158810 w 163898"/>
                <a:gd name="connsiteY20" fmla="*/ 144440 h 171885"/>
                <a:gd name="connsiteX21" fmla="*/ 95091 w 163898"/>
                <a:gd name="connsiteY21" fmla="*/ 131734 h 171885"/>
                <a:gd name="connsiteX22" fmla="*/ 69958 w 163898"/>
                <a:gd name="connsiteY22" fmla="*/ 146911 h 171885"/>
                <a:gd name="connsiteX23" fmla="*/ 51904 w 163898"/>
                <a:gd name="connsiteY23" fmla="*/ 123264 h 171885"/>
                <a:gd name="connsiteX24" fmla="*/ 95091 w 163898"/>
                <a:gd name="connsiteY24" fmla="*/ 80557 h 171885"/>
                <a:gd name="connsiteX25" fmla="*/ 95091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10" y="144440"/>
                  </a:moveTo>
                  <a:lnTo>
                    <a:pt x="155270" y="147970"/>
                  </a:lnTo>
                  <a:cubicBezTo>
                    <a:pt x="154208" y="149029"/>
                    <a:pt x="153146" y="149382"/>
                    <a:pt x="151376" y="149382"/>
                  </a:cubicBezTo>
                  <a:cubicBezTo>
                    <a:pt x="146420" y="149382"/>
                    <a:pt x="143942" y="146205"/>
                    <a:pt x="143942" y="140558"/>
                  </a:cubicBezTo>
                  <a:lnTo>
                    <a:pt x="143942" y="48439"/>
                  </a:lnTo>
                  <a:cubicBezTo>
                    <a:pt x="143942" y="18791"/>
                    <a:pt x="117039" y="85"/>
                    <a:pt x="73852" y="85"/>
                  </a:cubicBezTo>
                  <a:cubicBezTo>
                    <a:pt x="33850" y="85"/>
                    <a:pt x="6947" y="18085"/>
                    <a:pt x="6947" y="44556"/>
                  </a:cubicBezTo>
                  <a:cubicBezTo>
                    <a:pt x="6947" y="59027"/>
                    <a:pt x="15443" y="67851"/>
                    <a:pt x="29957" y="67851"/>
                  </a:cubicBezTo>
                  <a:cubicBezTo>
                    <a:pt x="44116" y="67851"/>
                    <a:pt x="54028" y="59380"/>
                    <a:pt x="54028" y="47380"/>
                  </a:cubicBezTo>
                  <a:cubicBezTo>
                    <a:pt x="54028" y="42438"/>
                    <a:pt x="51904" y="37850"/>
                    <a:pt x="47656" y="32203"/>
                  </a:cubicBezTo>
                  <a:cubicBezTo>
                    <a:pt x="44470" y="28673"/>
                    <a:pt x="43408" y="26556"/>
                    <a:pt x="43408" y="24438"/>
                  </a:cubicBezTo>
                  <a:cubicBezTo>
                    <a:pt x="43408" y="17026"/>
                    <a:pt x="53320" y="11379"/>
                    <a:pt x="65710" y="11379"/>
                  </a:cubicBezTo>
                  <a:cubicBezTo>
                    <a:pt x="86241" y="11379"/>
                    <a:pt x="95445" y="20909"/>
                    <a:pt x="95445" y="42438"/>
                  </a:cubicBezTo>
                  <a:lnTo>
                    <a:pt x="95445" y="68204"/>
                  </a:lnTo>
                  <a:cubicBezTo>
                    <a:pt x="53320" y="80910"/>
                    <a:pt x="35974" y="87969"/>
                    <a:pt x="22877" y="96792"/>
                  </a:cubicBezTo>
                  <a:cubicBezTo>
                    <a:pt x="7655" y="107381"/>
                    <a:pt x="221" y="119381"/>
                    <a:pt x="221" y="134558"/>
                  </a:cubicBezTo>
                  <a:cubicBezTo>
                    <a:pt x="221" y="156088"/>
                    <a:pt x="16859" y="171970"/>
                    <a:pt x="39514" y="171970"/>
                  </a:cubicBezTo>
                  <a:cubicBezTo>
                    <a:pt x="59692" y="171970"/>
                    <a:pt x="75976" y="164911"/>
                    <a:pt x="95445" y="147264"/>
                  </a:cubicBezTo>
                  <a:cubicBezTo>
                    <a:pt x="99339" y="165264"/>
                    <a:pt x="107127" y="171970"/>
                    <a:pt x="124472" y="171970"/>
                  </a:cubicBezTo>
                  <a:cubicBezTo>
                    <a:pt x="139694" y="171970"/>
                    <a:pt x="150668" y="166323"/>
                    <a:pt x="164120" y="151852"/>
                  </a:cubicBezTo>
                  <a:lnTo>
                    <a:pt x="158810" y="144440"/>
                  </a:lnTo>
                  <a:close/>
                  <a:moveTo>
                    <a:pt x="95091" y="131734"/>
                  </a:moveTo>
                  <a:cubicBezTo>
                    <a:pt x="85533" y="142676"/>
                    <a:pt x="78453" y="146911"/>
                    <a:pt x="69958" y="146911"/>
                  </a:cubicBezTo>
                  <a:cubicBezTo>
                    <a:pt x="59338" y="146911"/>
                    <a:pt x="51904" y="137381"/>
                    <a:pt x="51904" y="123264"/>
                  </a:cubicBezTo>
                  <a:cubicBezTo>
                    <a:pt x="51904" y="102793"/>
                    <a:pt x="66772" y="87969"/>
                    <a:pt x="95091" y="80557"/>
                  </a:cubicBezTo>
                  <a:lnTo>
                    <a:pt x="95091" y="131734"/>
                  </a:lnTo>
                  <a:close/>
                </a:path>
              </a:pathLst>
            </a:custGeom>
            <a:solidFill>
              <a:srgbClr val="0000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B9026C-D442-C0ED-C9A7-28932CEC62BC}"/>
                </a:ext>
              </a:extLst>
            </p:cNvPr>
            <p:cNvSpPr/>
            <p:nvPr>
              <p:custDataLst>
                <p:tags r:id="rId18"/>
              </p:custDataLst>
            </p:nvPr>
          </p:nvSpPr>
          <p:spPr>
            <a:xfrm>
              <a:off x="10613195" y="5328950"/>
              <a:ext cx="110445" cy="226592"/>
            </a:xfrm>
            <a:custGeom>
              <a:avLst/>
              <a:gdLst>
                <a:gd name="connsiteX0" fmla="*/ 101114 w 110445"/>
                <a:gd name="connsiteY0" fmla="*/ 59733 h 226592"/>
                <a:gd name="connsiteX1" fmla="*/ 67839 w 110445"/>
                <a:gd name="connsiteY1" fmla="*/ 59733 h 226592"/>
                <a:gd name="connsiteX2" fmla="*/ 67839 w 110445"/>
                <a:gd name="connsiteY2" fmla="*/ 85 h 226592"/>
                <a:gd name="connsiteX3" fmla="*/ 58989 w 110445"/>
                <a:gd name="connsiteY3" fmla="*/ 85 h 226592"/>
                <a:gd name="connsiteX4" fmla="*/ 226 w 110445"/>
                <a:gd name="connsiteY4" fmla="*/ 65733 h 226592"/>
                <a:gd name="connsiteX5" fmla="*/ 226 w 110445"/>
                <a:gd name="connsiteY5" fmla="*/ 75263 h 226592"/>
                <a:gd name="connsiteX6" fmla="*/ 18634 w 110445"/>
                <a:gd name="connsiteY6" fmla="*/ 75263 h 226592"/>
                <a:gd name="connsiteX7" fmla="*/ 18634 w 110445"/>
                <a:gd name="connsiteY7" fmla="*/ 189618 h 226592"/>
                <a:gd name="connsiteX8" fmla="*/ 58281 w 110445"/>
                <a:gd name="connsiteY8" fmla="*/ 226677 h 226592"/>
                <a:gd name="connsiteX9" fmla="*/ 110672 w 110445"/>
                <a:gd name="connsiteY9" fmla="*/ 187147 h 226592"/>
                <a:gd name="connsiteX10" fmla="*/ 101822 w 110445"/>
                <a:gd name="connsiteY10" fmla="*/ 183265 h 226592"/>
                <a:gd name="connsiteX11" fmla="*/ 81644 w 110445"/>
                <a:gd name="connsiteY11" fmla="*/ 201618 h 226592"/>
                <a:gd name="connsiteX12" fmla="*/ 67839 w 110445"/>
                <a:gd name="connsiteY12" fmla="*/ 181500 h 226592"/>
                <a:gd name="connsiteX13" fmla="*/ 67839 w 110445"/>
                <a:gd name="connsiteY13" fmla="*/ 75263 h 226592"/>
                <a:gd name="connsiteX14" fmla="*/ 101114 w 110445"/>
                <a:gd name="connsiteY14" fmla="*/ 75263 h 226592"/>
                <a:gd name="connsiteX15" fmla="*/ 101114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14" y="59733"/>
                  </a:moveTo>
                  <a:lnTo>
                    <a:pt x="67839" y="59733"/>
                  </a:lnTo>
                  <a:lnTo>
                    <a:pt x="67839" y="85"/>
                  </a:lnTo>
                  <a:lnTo>
                    <a:pt x="58989" y="85"/>
                  </a:lnTo>
                  <a:cubicBezTo>
                    <a:pt x="37395" y="30438"/>
                    <a:pt x="23236" y="46321"/>
                    <a:pt x="226" y="65733"/>
                  </a:cubicBezTo>
                  <a:lnTo>
                    <a:pt x="226" y="75263"/>
                  </a:lnTo>
                  <a:lnTo>
                    <a:pt x="18634" y="75263"/>
                  </a:lnTo>
                  <a:lnTo>
                    <a:pt x="18634" y="189618"/>
                  </a:lnTo>
                  <a:cubicBezTo>
                    <a:pt x="18634" y="212559"/>
                    <a:pt x="33855" y="226677"/>
                    <a:pt x="58281" y="226677"/>
                  </a:cubicBezTo>
                  <a:cubicBezTo>
                    <a:pt x="81998" y="226677"/>
                    <a:pt x="96158" y="216089"/>
                    <a:pt x="110672" y="187147"/>
                  </a:cubicBezTo>
                  <a:lnTo>
                    <a:pt x="101822" y="183265"/>
                  </a:lnTo>
                  <a:cubicBezTo>
                    <a:pt x="94742" y="196677"/>
                    <a:pt x="89078" y="201618"/>
                    <a:pt x="81644" y="201618"/>
                  </a:cubicBezTo>
                  <a:cubicBezTo>
                    <a:pt x="71733" y="201618"/>
                    <a:pt x="67839" y="195618"/>
                    <a:pt x="67839" y="181500"/>
                  </a:cubicBezTo>
                  <a:lnTo>
                    <a:pt x="67839" y="75263"/>
                  </a:lnTo>
                  <a:lnTo>
                    <a:pt x="101114" y="75263"/>
                  </a:lnTo>
                  <a:lnTo>
                    <a:pt x="101114" y="59733"/>
                  </a:lnTo>
                  <a:close/>
                </a:path>
              </a:pathLst>
            </a:custGeom>
            <a:solidFill>
              <a:srgbClr val="000000"/>
            </a:solidFill>
            <a:ln w="3562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F93465D-6AE0-465F-F196-B9347193FDC0}"/>
                </a:ext>
              </a:extLst>
            </p:cNvPr>
            <p:cNvSpPr/>
            <p:nvPr>
              <p:custDataLst>
                <p:tags r:id="rId19"/>
              </p:custDataLst>
            </p:nvPr>
          </p:nvSpPr>
          <p:spPr>
            <a:xfrm>
              <a:off x="10730099" y="5307420"/>
              <a:ext cx="84604" cy="243887"/>
            </a:xfrm>
            <a:custGeom>
              <a:avLst/>
              <a:gdLst>
                <a:gd name="connsiteX0" fmla="*/ 68196 w 84604"/>
                <a:gd name="connsiteY0" fmla="*/ 81263 h 243887"/>
                <a:gd name="connsiteX1" fmla="*/ 229 w 84604"/>
                <a:gd name="connsiteY1" fmla="*/ 81263 h 243887"/>
                <a:gd name="connsiteX2" fmla="*/ 229 w 84604"/>
                <a:gd name="connsiteY2" fmla="*/ 89733 h 243887"/>
                <a:gd name="connsiteX3" fmla="*/ 18991 w 84604"/>
                <a:gd name="connsiteY3" fmla="*/ 110557 h 243887"/>
                <a:gd name="connsiteX4" fmla="*/ 18991 w 84604"/>
                <a:gd name="connsiteY4" fmla="*/ 214324 h 243887"/>
                <a:gd name="connsiteX5" fmla="*/ 229 w 84604"/>
                <a:gd name="connsiteY5" fmla="*/ 235501 h 243887"/>
                <a:gd name="connsiteX6" fmla="*/ 229 w 84604"/>
                <a:gd name="connsiteY6" fmla="*/ 243972 h 243887"/>
                <a:gd name="connsiteX7" fmla="*/ 84834 w 84604"/>
                <a:gd name="connsiteY7" fmla="*/ 243972 h 243887"/>
                <a:gd name="connsiteX8" fmla="*/ 84834 w 84604"/>
                <a:gd name="connsiteY8" fmla="*/ 235501 h 243887"/>
                <a:gd name="connsiteX9" fmla="*/ 68196 w 84604"/>
                <a:gd name="connsiteY9" fmla="*/ 215383 h 243887"/>
                <a:gd name="connsiteX10" fmla="*/ 68196 w 84604"/>
                <a:gd name="connsiteY10" fmla="*/ 81263 h 243887"/>
                <a:gd name="connsiteX11" fmla="*/ 43417 w 84604"/>
                <a:gd name="connsiteY11" fmla="*/ 85 h 243887"/>
                <a:gd name="connsiteX12" fmla="*/ 15805 w 84604"/>
                <a:gd name="connsiteY12" fmla="*/ 27262 h 243887"/>
                <a:gd name="connsiteX13" fmla="*/ 43063 w 84604"/>
                <a:gd name="connsiteY13" fmla="*/ 54792 h 243887"/>
                <a:gd name="connsiteX14" fmla="*/ 70674 w 84604"/>
                <a:gd name="connsiteY14" fmla="*/ 27615 h 243887"/>
                <a:gd name="connsiteX15" fmla="*/ 43417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196" y="81263"/>
                  </a:moveTo>
                  <a:lnTo>
                    <a:pt x="229" y="81263"/>
                  </a:lnTo>
                  <a:lnTo>
                    <a:pt x="229" y="89733"/>
                  </a:lnTo>
                  <a:cubicBezTo>
                    <a:pt x="15805" y="92910"/>
                    <a:pt x="18991" y="96087"/>
                    <a:pt x="18991" y="110557"/>
                  </a:cubicBezTo>
                  <a:lnTo>
                    <a:pt x="18991" y="214324"/>
                  </a:lnTo>
                  <a:cubicBezTo>
                    <a:pt x="18991" y="228795"/>
                    <a:pt x="16513" y="231619"/>
                    <a:pt x="229" y="235501"/>
                  </a:cubicBezTo>
                  <a:lnTo>
                    <a:pt x="229" y="243972"/>
                  </a:lnTo>
                  <a:lnTo>
                    <a:pt x="84834" y="243972"/>
                  </a:lnTo>
                  <a:lnTo>
                    <a:pt x="84834" y="235501"/>
                  </a:lnTo>
                  <a:cubicBezTo>
                    <a:pt x="72444" y="233736"/>
                    <a:pt x="68196" y="228795"/>
                    <a:pt x="68196" y="215383"/>
                  </a:cubicBezTo>
                  <a:lnTo>
                    <a:pt x="68196" y="81263"/>
                  </a:lnTo>
                  <a:close/>
                  <a:moveTo>
                    <a:pt x="43417" y="85"/>
                  </a:moveTo>
                  <a:cubicBezTo>
                    <a:pt x="28195" y="85"/>
                    <a:pt x="15805" y="12438"/>
                    <a:pt x="15805" y="27262"/>
                  </a:cubicBezTo>
                  <a:cubicBezTo>
                    <a:pt x="15805" y="43144"/>
                    <a:pt x="27487" y="54792"/>
                    <a:pt x="43063" y="54792"/>
                  </a:cubicBezTo>
                  <a:cubicBezTo>
                    <a:pt x="58638" y="54792"/>
                    <a:pt x="70674" y="43144"/>
                    <a:pt x="70674" y="27615"/>
                  </a:cubicBezTo>
                  <a:cubicBezTo>
                    <a:pt x="70674" y="12438"/>
                    <a:pt x="58638" y="85"/>
                    <a:pt x="43417" y="85"/>
                  </a:cubicBezTo>
                  <a:close/>
                </a:path>
              </a:pathLst>
            </a:custGeom>
            <a:solidFill>
              <a:srgbClr val="0000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37026C-C32C-1361-F738-F6A75C4399D4}"/>
                </a:ext>
              </a:extLst>
            </p:cNvPr>
            <p:cNvSpPr/>
            <p:nvPr>
              <p:custDataLst>
                <p:tags r:id="rId20"/>
              </p:custDataLst>
            </p:nvPr>
          </p:nvSpPr>
          <p:spPr>
            <a:xfrm>
              <a:off x="10832061" y="5384363"/>
              <a:ext cx="159650" cy="171885"/>
            </a:xfrm>
            <a:custGeom>
              <a:avLst/>
              <a:gdLst>
                <a:gd name="connsiteX0" fmla="*/ 80234 w 159650"/>
                <a:gd name="connsiteY0" fmla="*/ 85 h 171885"/>
                <a:gd name="connsiteX1" fmla="*/ 232 w 159650"/>
                <a:gd name="connsiteY1" fmla="*/ 85145 h 171885"/>
                <a:gd name="connsiteX2" fmla="*/ 80234 w 159650"/>
                <a:gd name="connsiteY2" fmla="*/ 171970 h 171885"/>
                <a:gd name="connsiteX3" fmla="*/ 159883 w 159650"/>
                <a:gd name="connsiteY3" fmla="*/ 86204 h 171885"/>
                <a:gd name="connsiteX4" fmla="*/ 80234 w 159650"/>
                <a:gd name="connsiteY4" fmla="*/ 85 h 171885"/>
                <a:gd name="connsiteX5" fmla="*/ 80588 w 159650"/>
                <a:gd name="connsiteY5" fmla="*/ 11026 h 171885"/>
                <a:gd name="connsiteX6" fmla="*/ 107846 w 159650"/>
                <a:gd name="connsiteY6" fmla="*/ 88322 h 171885"/>
                <a:gd name="connsiteX7" fmla="*/ 80234 w 159650"/>
                <a:gd name="connsiteY7" fmla="*/ 161029 h 171885"/>
                <a:gd name="connsiteX8" fmla="*/ 52269 w 159650"/>
                <a:gd name="connsiteY8" fmla="*/ 91498 h 171885"/>
                <a:gd name="connsiteX9" fmla="*/ 80588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234" y="85"/>
                  </a:moveTo>
                  <a:cubicBezTo>
                    <a:pt x="35277" y="85"/>
                    <a:pt x="232" y="37144"/>
                    <a:pt x="232" y="85145"/>
                  </a:cubicBezTo>
                  <a:cubicBezTo>
                    <a:pt x="232" y="135617"/>
                    <a:pt x="33862" y="171970"/>
                    <a:pt x="80234" y="171970"/>
                  </a:cubicBezTo>
                  <a:cubicBezTo>
                    <a:pt x="125900" y="171970"/>
                    <a:pt x="159883" y="135264"/>
                    <a:pt x="159883" y="86204"/>
                  </a:cubicBezTo>
                  <a:cubicBezTo>
                    <a:pt x="159883" y="36791"/>
                    <a:pt x="125900" y="85"/>
                    <a:pt x="80234" y="85"/>
                  </a:cubicBezTo>
                  <a:close/>
                  <a:moveTo>
                    <a:pt x="80588" y="11026"/>
                  </a:moveTo>
                  <a:cubicBezTo>
                    <a:pt x="101120" y="11026"/>
                    <a:pt x="107846" y="30438"/>
                    <a:pt x="107846" y="88322"/>
                  </a:cubicBezTo>
                  <a:cubicBezTo>
                    <a:pt x="107846" y="142676"/>
                    <a:pt x="100766" y="161029"/>
                    <a:pt x="80234" y="161029"/>
                  </a:cubicBezTo>
                  <a:cubicBezTo>
                    <a:pt x="59349" y="161029"/>
                    <a:pt x="52269" y="143029"/>
                    <a:pt x="52269" y="91498"/>
                  </a:cubicBezTo>
                  <a:cubicBezTo>
                    <a:pt x="52269" y="29379"/>
                    <a:pt x="58641" y="11026"/>
                    <a:pt x="80588" y="11026"/>
                  </a:cubicBezTo>
                  <a:close/>
                </a:path>
              </a:pathLst>
            </a:custGeom>
            <a:solidFill>
              <a:srgbClr val="0000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4EB5D9A-E58B-1B6C-9ACF-FA3C719BE7CD}"/>
                </a:ext>
              </a:extLst>
            </p:cNvPr>
            <p:cNvSpPr/>
            <p:nvPr>
              <p:custDataLst>
                <p:tags r:id="rId21"/>
              </p:custDataLst>
            </p:nvPr>
          </p:nvSpPr>
          <p:spPr>
            <a:xfrm>
              <a:off x="11008305" y="5384363"/>
              <a:ext cx="183367" cy="166944"/>
            </a:xfrm>
            <a:custGeom>
              <a:avLst/>
              <a:gdLst>
                <a:gd name="connsiteX0" fmla="*/ 67850 w 183367"/>
                <a:gd name="connsiteY0" fmla="*/ 4320 h 166944"/>
                <a:gd name="connsiteX1" fmla="*/ 237 w 183367"/>
                <a:gd name="connsiteY1" fmla="*/ 4320 h 166944"/>
                <a:gd name="connsiteX2" fmla="*/ 237 w 183367"/>
                <a:gd name="connsiteY2" fmla="*/ 12791 h 166944"/>
                <a:gd name="connsiteX3" fmla="*/ 18999 w 183367"/>
                <a:gd name="connsiteY3" fmla="*/ 33615 h 166944"/>
                <a:gd name="connsiteX4" fmla="*/ 18999 w 183367"/>
                <a:gd name="connsiteY4" fmla="*/ 137381 h 166944"/>
                <a:gd name="connsiteX5" fmla="*/ 237 w 183367"/>
                <a:gd name="connsiteY5" fmla="*/ 158558 h 166944"/>
                <a:gd name="connsiteX6" fmla="*/ 237 w 183367"/>
                <a:gd name="connsiteY6" fmla="*/ 167029 h 166944"/>
                <a:gd name="connsiteX7" fmla="*/ 85549 w 183367"/>
                <a:gd name="connsiteY7" fmla="*/ 167029 h 166944"/>
                <a:gd name="connsiteX8" fmla="*/ 85549 w 183367"/>
                <a:gd name="connsiteY8" fmla="*/ 158558 h 166944"/>
                <a:gd name="connsiteX9" fmla="*/ 68204 w 183367"/>
                <a:gd name="connsiteY9" fmla="*/ 138440 h 166944"/>
                <a:gd name="connsiteX10" fmla="*/ 68204 w 183367"/>
                <a:gd name="connsiteY10" fmla="*/ 44203 h 166944"/>
                <a:gd name="connsiteX11" fmla="*/ 74222 w 183367"/>
                <a:gd name="connsiteY11" fmla="*/ 36085 h 166944"/>
                <a:gd name="connsiteX12" fmla="*/ 98647 w 183367"/>
                <a:gd name="connsiteY12" fmla="*/ 23732 h 166944"/>
                <a:gd name="connsiteX13" fmla="*/ 117055 w 183367"/>
                <a:gd name="connsiteY13" fmla="*/ 53027 h 166944"/>
                <a:gd name="connsiteX14" fmla="*/ 117055 w 183367"/>
                <a:gd name="connsiteY14" fmla="*/ 138440 h 166944"/>
                <a:gd name="connsiteX15" fmla="*/ 100417 w 183367"/>
                <a:gd name="connsiteY15" fmla="*/ 158558 h 166944"/>
                <a:gd name="connsiteX16" fmla="*/ 100417 w 183367"/>
                <a:gd name="connsiteY16" fmla="*/ 167029 h 166944"/>
                <a:gd name="connsiteX17" fmla="*/ 183605 w 183367"/>
                <a:gd name="connsiteY17" fmla="*/ 167029 h 166944"/>
                <a:gd name="connsiteX18" fmla="*/ 183605 w 183367"/>
                <a:gd name="connsiteY18" fmla="*/ 158558 h 166944"/>
                <a:gd name="connsiteX19" fmla="*/ 166260 w 183367"/>
                <a:gd name="connsiteY19" fmla="*/ 138440 h 166944"/>
                <a:gd name="connsiteX20" fmla="*/ 166260 w 183367"/>
                <a:gd name="connsiteY20" fmla="*/ 49850 h 166944"/>
                <a:gd name="connsiteX21" fmla="*/ 118471 w 183367"/>
                <a:gd name="connsiteY21" fmla="*/ 85 h 166944"/>
                <a:gd name="connsiteX22" fmla="*/ 67850 w 183367"/>
                <a:gd name="connsiteY22" fmla="*/ 30791 h 166944"/>
                <a:gd name="connsiteX23" fmla="*/ 67850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50" y="4320"/>
                  </a:moveTo>
                  <a:lnTo>
                    <a:pt x="237" y="4320"/>
                  </a:lnTo>
                  <a:lnTo>
                    <a:pt x="237" y="12791"/>
                  </a:lnTo>
                  <a:cubicBezTo>
                    <a:pt x="15813" y="15261"/>
                    <a:pt x="18999" y="18791"/>
                    <a:pt x="18999" y="33615"/>
                  </a:cubicBezTo>
                  <a:lnTo>
                    <a:pt x="18999" y="137381"/>
                  </a:lnTo>
                  <a:cubicBezTo>
                    <a:pt x="18999" y="152205"/>
                    <a:pt x="16167" y="155382"/>
                    <a:pt x="237" y="158558"/>
                  </a:cubicBezTo>
                  <a:lnTo>
                    <a:pt x="237" y="167029"/>
                  </a:lnTo>
                  <a:lnTo>
                    <a:pt x="85549" y="167029"/>
                  </a:lnTo>
                  <a:lnTo>
                    <a:pt x="85549" y="158558"/>
                  </a:lnTo>
                  <a:cubicBezTo>
                    <a:pt x="72452" y="156794"/>
                    <a:pt x="68204" y="151499"/>
                    <a:pt x="68204" y="138440"/>
                  </a:cubicBezTo>
                  <a:lnTo>
                    <a:pt x="68204" y="44203"/>
                  </a:lnTo>
                  <a:cubicBezTo>
                    <a:pt x="68204" y="42791"/>
                    <a:pt x="70682" y="39262"/>
                    <a:pt x="74222" y="36085"/>
                  </a:cubicBezTo>
                  <a:cubicBezTo>
                    <a:pt x="82009" y="27968"/>
                    <a:pt x="90505" y="23732"/>
                    <a:pt x="98647" y="23732"/>
                  </a:cubicBezTo>
                  <a:cubicBezTo>
                    <a:pt x="111037" y="23732"/>
                    <a:pt x="117055" y="33262"/>
                    <a:pt x="117055" y="53027"/>
                  </a:cubicBezTo>
                  <a:lnTo>
                    <a:pt x="117055" y="138440"/>
                  </a:lnTo>
                  <a:cubicBezTo>
                    <a:pt x="117055" y="151499"/>
                    <a:pt x="112453" y="157147"/>
                    <a:pt x="100417" y="158558"/>
                  </a:cubicBezTo>
                  <a:lnTo>
                    <a:pt x="100417" y="167029"/>
                  </a:lnTo>
                  <a:lnTo>
                    <a:pt x="183605" y="167029"/>
                  </a:lnTo>
                  <a:lnTo>
                    <a:pt x="183605" y="158558"/>
                  </a:lnTo>
                  <a:cubicBezTo>
                    <a:pt x="169799" y="157499"/>
                    <a:pt x="166260" y="153264"/>
                    <a:pt x="166260" y="138440"/>
                  </a:cubicBezTo>
                  <a:lnTo>
                    <a:pt x="166260" y="49850"/>
                  </a:lnTo>
                  <a:cubicBezTo>
                    <a:pt x="166260" y="19497"/>
                    <a:pt x="147498" y="85"/>
                    <a:pt x="118471" y="85"/>
                  </a:cubicBezTo>
                  <a:cubicBezTo>
                    <a:pt x="97231" y="85"/>
                    <a:pt x="80947" y="9967"/>
                    <a:pt x="67850" y="30791"/>
                  </a:cubicBezTo>
                  <a:lnTo>
                    <a:pt x="67850" y="4320"/>
                  </a:lnTo>
                  <a:close/>
                </a:path>
              </a:pathLst>
            </a:custGeom>
            <a:solidFill>
              <a:srgbClr val="0000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BA26E2D-8451-78E5-C464-7C8D8703CF67}"/>
                </a:ext>
              </a:extLst>
            </p:cNvPr>
            <p:cNvSpPr/>
            <p:nvPr>
              <p:custDataLst>
                <p:tags r:id="rId22"/>
              </p:custDataLst>
            </p:nvPr>
          </p:nvSpPr>
          <p:spPr>
            <a:xfrm>
              <a:off x="11207276" y="5384363"/>
              <a:ext cx="118941" cy="171885"/>
            </a:xfrm>
            <a:custGeom>
              <a:avLst/>
              <a:gdLst>
                <a:gd name="connsiteX0" fmla="*/ 111750 w 118941"/>
                <a:gd name="connsiteY0" fmla="*/ 51968 h 171885"/>
                <a:gd name="connsiteX1" fmla="*/ 111750 w 118941"/>
                <a:gd name="connsiteY1" fmla="*/ 791 h 171885"/>
                <a:gd name="connsiteX2" fmla="*/ 103962 w 118941"/>
                <a:gd name="connsiteY2" fmla="*/ 791 h 171885"/>
                <a:gd name="connsiteX3" fmla="*/ 95467 w 118941"/>
                <a:gd name="connsiteY3" fmla="*/ 7850 h 171885"/>
                <a:gd name="connsiteX4" fmla="*/ 84139 w 118941"/>
                <a:gd name="connsiteY4" fmla="*/ 5379 h 171885"/>
                <a:gd name="connsiteX5" fmla="*/ 56528 w 118941"/>
                <a:gd name="connsiteY5" fmla="*/ 85 h 171885"/>
                <a:gd name="connsiteX6" fmla="*/ 951 w 118941"/>
                <a:gd name="connsiteY6" fmla="*/ 51615 h 171885"/>
                <a:gd name="connsiteX7" fmla="*/ 51218 w 118941"/>
                <a:gd name="connsiteY7" fmla="*/ 106322 h 171885"/>
                <a:gd name="connsiteX8" fmla="*/ 85201 w 118941"/>
                <a:gd name="connsiteY8" fmla="*/ 137028 h 171885"/>
                <a:gd name="connsiteX9" fmla="*/ 58652 w 118941"/>
                <a:gd name="connsiteY9" fmla="*/ 159970 h 171885"/>
                <a:gd name="connsiteX10" fmla="*/ 10155 w 118941"/>
                <a:gd name="connsiteY10" fmla="*/ 113381 h 171885"/>
                <a:gd name="connsiteX11" fmla="*/ 243 w 118941"/>
                <a:gd name="connsiteY11" fmla="*/ 113381 h 171885"/>
                <a:gd name="connsiteX12" fmla="*/ 243 w 118941"/>
                <a:gd name="connsiteY12" fmla="*/ 171617 h 171885"/>
                <a:gd name="connsiteX13" fmla="*/ 9093 w 118941"/>
                <a:gd name="connsiteY13" fmla="*/ 171617 h 171885"/>
                <a:gd name="connsiteX14" fmla="*/ 18296 w 118941"/>
                <a:gd name="connsiteY14" fmla="*/ 161735 h 171885"/>
                <a:gd name="connsiteX15" fmla="*/ 26438 w 118941"/>
                <a:gd name="connsiteY15" fmla="*/ 163853 h 171885"/>
                <a:gd name="connsiteX16" fmla="*/ 64669 w 118941"/>
                <a:gd name="connsiteY16" fmla="*/ 171970 h 171885"/>
                <a:gd name="connsiteX17" fmla="*/ 119184 w 118941"/>
                <a:gd name="connsiteY17" fmla="*/ 118322 h 171885"/>
                <a:gd name="connsiteX18" fmla="*/ 70333 w 118941"/>
                <a:gd name="connsiteY18" fmla="*/ 63262 h 171885"/>
                <a:gd name="connsiteX19" fmla="*/ 36350 w 118941"/>
                <a:gd name="connsiteY19" fmla="*/ 32203 h 171885"/>
                <a:gd name="connsiteX20" fmla="*/ 59713 w 118941"/>
                <a:gd name="connsiteY20" fmla="*/ 11732 h 171885"/>
                <a:gd name="connsiteX21" fmla="*/ 86263 w 118941"/>
                <a:gd name="connsiteY21" fmla="*/ 23026 h 171885"/>
                <a:gd name="connsiteX22" fmla="*/ 102901 w 118941"/>
                <a:gd name="connsiteY22" fmla="*/ 51968 h 171885"/>
                <a:gd name="connsiteX23" fmla="*/ 111750 w 118941"/>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941" h="171885">
                  <a:moveTo>
                    <a:pt x="111750" y="51968"/>
                  </a:moveTo>
                  <a:lnTo>
                    <a:pt x="111750" y="791"/>
                  </a:lnTo>
                  <a:lnTo>
                    <a:pt x="103962" y="791"/>
                  </a:lnTo>
                  <a:cubicBezTo>
                    <a:pt x="101839" y="6085"/>
                    <a:pt x="99715" y="7850"/>
                    <a:pt x="95467" y="7850"/>
                  </a:cubicBezTo>
                  <a:cubicBezTo>
                    <a:pt x="93343" y="7850"/>
                    <a:pt x="89803" y="7144"/>
                    <a:pt x="84139" y="5379"/>
                  </a:cubicBezTo>
                  <a:cubicBezTo>
                    <a:pt x="72457" y="1496"/>
                    <a:pt x="64315" y="85"/>
                    <a:pt x="56528" y="85"/>
                  </a:cubicBezTo>
                  <a:cubicBezTo>
                    <a:pt x="24314" y="85"/>
                    <a:pt x="951" y="21967"/>
                    <a:pt x="951" y="51615"/>
                  </a:cubicBezTo>
                  <a:cubicBezTo>
                    <a:pt x="951" y="74910"/>
                    <a:pt x="15464" y="91145"/>
                    <a:pt x="51218" y="106322"/>
                  </a:cubicBezTo>
                  <a:cubicBezTo>
                    <a:pt x="75289" y="116910"/>
                    <a:pt x="85201" y="125734"/>
                    <a:pt x="85201" y="137028"/>
                  </a:cubicBezTo>
                  <a:cubicBezTo>
                    <a:pt x="85201" y="150793"/>
                    <a:pt x="74581" y="159970"/>
                    <a:pt x="58652" y="159970"/>
                  </a:cubicBezTo>
                  <a:cubicBezTo>
                    <a:pt x="33872" y="159970"/>
                    <a:pt x="17588" y="144087"/>
                    <a:pt x="10155" y="113381"/>
                  </a:cubicBezTo>
                  <a:lnTo>
                    <a:pt x="243" y="113381"/>
                  </a:lnTo>
                  <a:lnTo>
                    <a:pt x="243" y="171617"/>
                  </a:lnTo>
                  <a:lnTo>
                    <a:pt x="9093" y="171617"/>
                  </a:lnTo>
                  <a:cubicBezTo>
                    <a:pt x="12987" y="164206"/>
                    <a:pt x="15110" y="161735"/>
                    <a:pt x="18296" y="161735"/>
                  </a:cubicBezTo>
                  <a:cubicBezTo>
                    <a:pt x="20066" y="161735"/>
                    <a:pt x="22898" y="162441"/>
                    <a:pt x="26438" y="163853"/>
                  </a:cubicBezTo>
                  <a:cubicBezTo>
                    <a:pt x="35996" y="168088"/>
                    <a:pt x="54758" y="171970"/>
                    <a:pt x="64669" y="171970"/>
                  </a:cubicBezTo>
                  <a:cubicBezTo>
                    <a:pt x="96883" y="171970"/>
                    <a:pt x="119184" y="150088"/>
                    <a:pt x="119184" y="118322"/>
                  </a:cubicBezTo>
                  <a:cubicBezTo>
                    <a:pt x="119184" y="93263"/>
                    <a:pt x="105378" y="78086"/>
                    <a:pt x="70333" y="63262"/>
                  </a:cubicBezTo>
                  <a:cubicBezTo>
                    <a:pt x="46262" y="53027"/>
                    <a:pt x="36350" y="44203"/>
                    <a:pt x="36350" y="32203"/>
                  </a:cubicBezTo>
                  <a:cubicBezTo>
                    <a:pt x="36350" y="20556"/>
                    <a:pt x="46262" y="11732"/>
                    <a:pt x="59713" y="11732"/>
                  </a:cubicBezTo>
                  <a:cubicBezTo>
                    <a:pt x="68917" y="11732"/>
                    <a:pt x="78475" y="15614"/>
                    <a:pt x="86263" y="23026"/>
                  </a:cubicBezTo>
                  <a:cubicBezTo>
                    <a:pt x="93697" y="30085"/>
                    <a:pt x="97591" y="36438"/>
                    <a:pt x="102901" y="51968"/>
                  </a:cubicBezTo>
                  <a:lnTo>
                    <a:pt x="111750" y="51968"/>
                  </a:lnTo>
                  <a:close/>
                </a:path>
              </a:pathLst>
            </a:custGeom>
            <a:solidFill>
              <a:srgbClr val="0000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D1D566B-D9DB-AD94-38D1-2FB863F24041}"/>
                </a:ext>
              </a:extLst>
            </p:cNvPr>
            <p:cNvSpPr/>
            <p:nvPr>
              <p:custDataLst>
                <p:tags r:id="rId23"/>
              </p:custDataLst>
            </p:nvPr>
          </p:nvSpPr>
          <p:spPr>
            <a:xfrm>
              <a:off x="11350448" y="5496600"/>
              <a:ext cx="65134" cy="118237"/>
            </a:xfrm>
            <a:custGeom>
              <a:avLst/>
              <a:gdLst>
                <a:gd name="connsiteX0" fmla="*/ 6619 w 65134"/>
                <a:gd name="connsiteY0" fmla="*/ 118322 h 118237"/>
                <a:gd name="connsiteX1" fmla="*/ 65381 w 65134"/>
                <a:gd name="connsiteY1" fmla="*/ 41027 h 118237"/>
                <a:gd name="connsiteX2" fmla="*/ 29628 w 65134"/>
                <a:gd name="connsiteY2" fmla="*/ 85 h 118237"/>
                <a:gd name="connsiteX3" fmla="*/ 247 w 65134"/>
                <a:gd name="connsiteY3" fmla="*/ 29379 h 118237"/>
                <a:gd name="connsiteX4" fmla="*/ 26088 w 65134"/>
                <a:gd name="connsiteY4" fmla="*/ 56909 h 118237"/>
                <a:gd name="connsiteX5" fmla="*/ 32106 w 65134"/>
                <a:gd name="connsiteY5" fmla="*/ 56556 h 118237"/>
                <a:gd name="connsiteX6" fmla="*/ 34584 w 65134"/>
                <a:gd name="connsiteY6" fmla="*/ 56203 h 118237"/>
                <a:gd name="connsiteX7" fmla="*/ 41310 w 65134"/>
                <a:gd name="connsiteY7" fmla="*/ 63968 h 118237"/>
                <a:gd name="connsiteX8" fmla="*/ 2725 w 65134"/>
                <a:gd name="connsiteY8" fmla="*/ 110557 h 118237"/>
                <a:gd name="connsiteX9" fmla="*/ 6619 w 65134"/>
                <a:gd name="connsiteY9" fmla="*/ 118322 h 1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34" h="118237">
                  <a:moveTo>
                    <a:pt x="6619" y="118322"/>
                  </a:moveTo>
                  <a:cubicBezTo>
                    <a:pt x="47682" y="94675"/>
                    <a:pt x="65381" y="71380"/>
                    <a:pt x="65381" y="41027"/>
                  </a:cubicBezTo>
                  <a:cubicBezTo>
                    <a:pt x="65381" y="16673"/>
                    <a:pt x="50868" y="85"/>
                    <a:pt x="29628" y="85"/>
                  </a:cubicBezTo>
                  <a:cubicBezTo>
                    <a:pt x="11928" y="85"/>
                    <a:pt x="247" y="11732"/>
                    <a:pt x="247" y="29379"/>
                  </a:cubicBezTo>
                  <a:cubicBezTo>
                    <a:pt x="247" y="45615"/>
                    <a:pt x="10866" y="56909"/>
                    <a:pt x="26088" y="56909"/>
                  </a:cubicBezTo>
                  <a:cubicBezTo>
                    <a:pt x="27858" y="56909"/>
                    <a:pt x="29982" y="56909"/>
                    <a:pt x="32106" y="56556"/>
                  </a:cubicBezTo>
                  <a:cubicBezTo>
                    <a:pt x="33168" y="56203"/>
                    <a:pt x="33876" y="56203"/>
                    <a:pt x="34584" y="56203"/>
                  </a:cubicBezTo>
                  <a:cubicBezTo>
                    <a:pt x="38478" y="56203"/>
                    <a:pt x="41310" y="59380"/>
                    <a:pt x="41310" y="63968"/>
                  </a:cubicBezTo>
                  <a:cubicBezTo>
                    <a:pt x="41310" y="77380"/>
                    <a:pt x="29274" y="92204"/>
                    <a:pt x="2725" y="110557"/>
                  </a:cubicBezTo>
                  <a:lnTo>
                    <a:pt x="6619" y="118322"/>
                  </a:lnTo>
                  <a:close/>
                </a:path>
              </a:pathLst>
            </a:custGeom>
            <a:solidFill>
              <a:srgbClr val="0000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821D601-BF99-4D5E-C983-481E6917D3A3}"/>
                </a:ext>
              </a:extLst>
            </p:cNvPr>
            <p:cNvSpPr/>
            <p:nvPr>
              <p:custDataLst>
                <p:tags r:id="rId24"/>
              </p:custDataLst>
            </p:nvPr>
          </p:nvSpPr>
          <p:spPr>
            <a:xfrm>
              <a:off x="11523152" y="5384363"/>
              <a:ext cx="163898" cy="171885"/>
            </a:xfrm>
            <a:custGeom>
              <a:avLst/>
              <a:gdLst>
                <a:gd name="connsiteX0" fmla="*/ 158840 w 163898"/>
                <a:gd name="connsiteY0" fmla="*/ 144440 h 171885"/>
                <a:gd name="connsiteX1" fmla="*/ 155300 w 163898"/>
                <a:gd name="connsiteY1" fmla="*/ 147970 h 171885"/>
                <a:gd name="connsiteX2" fmla="*/ 151406 w 163898"/>
                <a:gd name="connsiteY2" fmla="*/ 149382 h 171885"/>
                <a:gd name="connsiteX3" fmla="*/ 143972 w 163898"/>
                <a:gd name="connsiteY3" fmla="*/ 140558 h 171885"/>
                <a:gd name="connsiteX4" fmla="*/ 143972 w 163898"/>
                <a:gd name="connsiteY4" fmla="*/ 48439 h 171885"/>
                <a:gd name="connsiteX5" fmla="*/ 73882 w 163898"/>
                <a:gd name="connsiteY5" fmla="*/ 85 h 171885"/>
                <a:gd name="connsiteX6" fmla="*/ 6977 w 163898"/>
                <a:gd name="connsiteY6" fmla="*/ 44556 h 171885"/>
                <a:gd name="connsiteX7" fmla="*/ 29987 w 163898"/>
                <a:gd name="connsiteY7" fmla="*/ 67851 h 171885"/>
                <a:gd name="connsiteX8" fmla="*/ 54058 w 163898"/>
                <a:gd name="connsiteY8" fmla="*/ 47380 h 171885"/>
                <a:gd name="connsiteX9" fmla="*/ 47687 w 163898"/>
                <a:gd name="connsiteY9" fmla="*/ 32203 h 171885"/>
                <a:gd name="connsiteX10" fmla="*/ 43439 w 163898"/>
                <a:gd name="connsiteY10" fmla="*/ 24438 h 171885"/>
                <a:gd name="connsiteX11" fmla="*/ 65740 w 163898"/>
                <a:gd name="connsiteY11" fmla="*/ 11379 h 171885"/>
                <a:gd name="connsiteX12" fmla="*/ 95476 w 163898"/>
                <a:gd name="connsiteY12" fmla="*/ 42438 h 171885"/>
                <a:gd name="connsiteX13" fmla="*/ 95476 w 163898"/>
                <a:gd name="connsiteY13" fmla="*/ 68204 h 171885"/>
                <a:gd name="connsiteX14" fmla="*/ 22907 w 163898"/>
                <a:gd name="connsiteY14" fmla="*/ 96792 h 171885"/>
                <a:gd name="connsiteX15" fmla="*/ 252 w 163898"/>
                <a:gd name="connsiteY15" fmla="*/ 134558 h 171885"/>
                <a:gd name="connsiteX16" fmla="*/ 39545 w 163898"/>
                <a:gd name="connsiteY16" fmla="*/ 171970 h 171885"/>
                <a:gd name="connsiteX17" fmla="*/ 95476 w 163898"/>
                <a:gd name="connsiteY17" fmla="*/ 147264 h 171885"/>
                <a:gd name="connsiteX18" fmla="*/ 124503 w 163898"/>
                <a:gd name="connsiteY18" fmla="*/ 171970 h 171885"/>
                <a:gd name="connsiteX19" fmla="*/ 164150 w 163898"/>
                <a:gd name="connsiteY19" fmla="*/ 151852 h 171885"/>
                <a:gd name="connsiteX20" fmla="*/ 158840 w 163898"/>
                <a:gd name="connsiteY20" fmla="*/ 144440 h 171885"/>
                <a:gd name="connsiteX21" fmla="*/ 95122 w 163898"/>
                <a:gd name="connsiteY21" fmla="*/ 131734 h 171885"/>
                <a:gd name="connsiteX22" fmla="*/ 69988 w 163898"/>
                <a:gd name="connsiteY22" fmla="*/ 146911 h 171885"/>
                <a:gd name="connsiteX23" fmla="*/ 51935 w 163898"/>
                <a:gd name="connsiteY23" fmla="*/ 123264 h 171885"/>
                <a:gd name="connsiteX24" fmla="*/ 95122 w 163898"/>
                <a:gd name="connsiteY24" fmla="*/ 80557 h 171885"/>
                <a:gd name="connsiteX25" fmla="*/ 95122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40" y="144440"/>
                  </a:moveTo>
                  <a:lnTo>
                    <a:pt x="155300" y="147970"/>
                  </a:lnTo>
                  <a:cubicBezTo>
                    <a:pt x="154238" y="149029"/>
                    <a:pt x="153176" y="149382"/>
                    <a:pt x="151406" y="149382"/>
                  </a:cubicBezTo>
                  <a:cubicBezTo>
                    <a:pt x="146450" y="149382"/>
                    <a:pt x="143972" y="146205"/>
                    <a:pt x="143972" y="140558"/>
                  </a:cubicBezTo>
                  <a:lnTo>
                    <a:pt x="143972" y="48439"/>
                  </a:lnTo>
                  <a:cubicBezTo>
                    <a:pt x="143972" y="18791"/>
                    <a:pt x="117069" y="85"/>
                    <a:pt x="73882" y="85"/>
                  </a:cubicBezTo>
                  <a:cubicBezTo>
                    <a:pt x="33881" y="85"/>
                    <a:pt x="6977" y="18085"/>
                    <a:pt x="6977" y="44556"/>
                  </a:cubicBezTo>
                  <a:cubicBezTo>
                    <a:pt x="6977" y="59027"/>
                    <a:pt x="15473" y="67851"/>
                    <a:pt x="29987" y="67851"/>
                  </a:cubicBezTo>
                  <a:cubicBezTo>
                    <a:pt x="44147" y="67851"/>
                    <a:pt x="54058" y="59380"/>
                    <a:pt x="54058" y="47380"/>
                  </a:cubicBezTo>
                  <a:cubicBezTo>
                    <a:pt x="54058" y="42438"/>
                    <a:pt x="51935" y="37850"/>
                    <a:pt x="47687" y="32203"/>
                  </a:cubicBezTo>
                  <a:cubicBezTo>
                    <a:pt x="44501" y="28673"/>
                    <a:pt x="43439" y="26556"/>
                    <a:pt x="43439" y="24438"/>
                  </a:cubicBezTo>
                  <a:cubicBezTo>
                    <a:pt x="43439" y="17026"/>
                    <a:pt x="53350" y="11379"/>
                    <a:pt x="65740" y="11379"/>
                  </a:cubicBezTo>
                  <a:cubicBezTo>
                    <a:pt x="86272" y="11379"/>
                    <a:pt x="95476" y="20909"/>
                    <a:pt x="95476" y="42438"/>
                  </a:cubicBezTo>
                  <a:lnTo>
                    <a:pt x="95476" y="68204"/>
                  </a:lnTo>
                  <a:cubicBezTo>
                    <a:pt x="53350" y="80910"/>
                    <a:pt x="36005" y="87969"/>
                    <a:pt x="22907" y="96792"/>
                  </a:cubicBezTo>
                  <a:cubicBezTo>
                    <a:pt x="7685" y="107381"/>
                    <a:pt x="252" y="119381"/>
                    <a:pt x="252" y="134558"/>
                  </a:cubicBezTo>
                  <a:cubicBezTo>
                    <a:pt x="252" y="156088"/>
                    <a:pt x="16889" y="171970"/>
                    <a:pt x="39545" y="171970"/>
                  </a:cubicBezTo>
                  <a:cubicBezTo>
                    <a:pt x="59722" y="171970"/>
                    <a:pt x="76006" y="164911"/>
                    <a:pt x="95476" y="147264"/>
                  </a:cubicBezTo>
                  <a:cubicBezTo>
                    <a:pt x="99369" y="165264"/>
                    <a:pt x="107157" y="171970"/>
                    <a:pt x="124503" y="171970"/>
                  </a:cubicBezTo>
                  <a:cubicBezTo>
                    <a:pt x="139725" y="171970"/>
                    <a:pt x="150698" y="166323"/>
                    <a:pt x="164150" y="151852"/>
                  </a:cubicBezTo>
                  <a:lnTo>
                    <a:pt x="158840" y="144440"/>
                  </a:lnTo>
                  <a:close/>
                  <a:moveTo>
                    <a:pt x="95122" y="131734"/>
                  </a:moveTo>
                  <a:cubicBezTo>
                    <a:pt x="85564" y="142676"/>
                    <a:pt x="78484" y="146911"/>
                    <a:pt x="69988" y="146911"/>
                  </a:cubicBezTo>
                  <a:cubicBezTo>
                    <a:pt x="59368" y="146911"/>
                    <a:pt x="51935" y="137381"/>
                    <a:pt x="51935" y="123264"/>
                  </a:cubicBezTo>
                  <a:cubicBezTo>
                    <a:pt x="51935" y="102793"/>
                    <a:pt x="66802" y="87969"/>
                    <a:pt x="95122" y="80557"/>
                  </a:cubicBezTo>
                  <a:lnTo>
                    <a:pt x="95122" y="131734"/>
                  </a:lnTo>
                  <a:close/>
                </a:path>
              </a:pathLst>
            </a:custGeom>
            <a:solidFill>
              <a:srgbClr val="0000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96378B-9EA2-1437-0B4F-E7D4551BA2C6}"/>
                </a:ext>
              </a:extLst>
            </p:cNvPr>
            <p:cNvSpPr/>
            <p:nvPr>
              <p:custDataLst>
                <p:tags r:id="rId25"/>
              </p:custDataLst>
            </p:nvPr>
          </p:nvSpPr>
          <p:spPr>
            <a:xfrm>
              <a:off x="11699396" y="5384363"/>
              <a:ext cx="183367" cy="166944"/>
            </a:xfrm>
            <a:custGeom>
              <a:avLst/>
              <a:gdLst>
                <a:gd name="connsiteX0" fmla="*/ 67869 w 183367"/>
                <a:gd name="connsiteY0" fmla="*/ 4320 h 166944"/>
                <a:gd name="connsiteX1" fmla="*/ 257 w 183367"/>
                <a:gd name="connsiteY1" fmla="*/ 4320 h 166944"/>
                <a:gd name="connsiteX2" fmla="*/ 257 w 183367"/>
                <a:gd name="connsiteY2" fmla="*/ 12791 h 166944"/>
                <a:gd name="connsiteX3" fmla="*/ 19018 w 183367"/>
                <a:gd name="connsiteY3" fmla="*/ 33615 h 166944"/>
                <a:gd name="connsiteX4" fmla="*/ 19018 w 183367"/>
                <a:gd name="connsiteY4" fmla="*/ 137381 h 166944"/>
                <a:gd name="connsiteX5" fmla="*/ 257 w 183367"/>
                <a:gd name="connsiteY5" fmla="*/ 158558 h 166944"/>
                <a:gd name="connsiteX6" fmla="*/ 257 w 183367"/>
                <a:gd name="connsiteY6" fmla="*/ 167029 h 166944"/>
                <a:gd name="connsiteX7" fmla="*/ 85569 w 183367"/>
                <a:gd name="connsiteY7" fmla="*/ 167029 h 166944"/>
                <a:gd name="connsiteX8" fmla="*/ 85569 w 183367"/>
                <a:gd name="connsiteY8" fmla="*/ 158558 h 166944"/>
                <a:gd name="connsiteX9" fmla="*/ 68223 w 183367"/>
                <a:gd name="connsiteY9" fmla="*/ 138440 h 166944"/>
                <a:gd name="connsiteX10" fmla="*/ 68223 w 183367"/>
                <a:gd name="connsiteY10" fmla="*/ 44203 h 166944"/>
                <a:gd name="connsiteX11" fmla="*/ 74241 w 183367"/>
                <a:gd name="connsiteY11" fmla="*/ 36085 h 166944"/>
                <a:gd name="connsiteX12" fmla="*/ 98666 w 183367"/>
                <a:gd name="connsiteY12" fmla="*/ 23732 h 166944"/>
                <a:gd name="connsiteX13" fmla="*/ 117074 w 183367"/>
                <a:gd name="connsiteY13" fmla="*/ 53027 h 166944"/>
                <a:gd name="connsiteX14" fmla="*/ 117074 w 183367"/>
                <a:gd name="connsiteY14" fmla="*/ 138440 h 166944"/>
                <a:gd name="connsiteX15" fmla="*/ 100436 w 183367"/>
                <a:gd name="connsiteY15" fmla="*/ 158558 h 166944"/>
                <a:gd name="connsiteX16" fmla="*/ 100436 w 183367"/>
                <a:gd name="connsiteY16" fmla="*/ 167029 h 166944"/>
                <a:gd name="connsiteX17" fmla="*/ 183625 w 183367"/>
                <a:gd name="connsiteY17" fmla="*/ 167029 h 166944"/>
                <a:gd name="connsiteX18" fmla="*/ 183625 w 183367"/>
                <a:gd name="connsiteY18" fmla="*/ 158558 h 166944"/>
                <a:gd name="connsiteX19" fmla="*/ 166279 w 183367"/>
                <a:gd name="connsiteY19" fmla="*/ 138440 h 166944"/>
                <a:gd name="connsiteX20" fmla="*/ 166279 w 183367"/>
                <a:gd name="connsiteY20" fmla="*/ 49850 h 166944"/>
                <a:gd name="connsiteX21" fmla="*/ 118490 w 183367"/>
                <a:gd name="connsiteY21" fmla="*/ 85 h 166944"/>
                <a:gd name="connsiteX22" fmla="*/ 67869 w 183367"/>
                <a:gd name="connsiteY22" fmla="*/ 30791 h 166944"/>
                <a:gd name="connsiteX23" fmla="*/ 67869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69" y="4320"/>
                  </a:moveTo>
                  <a:lnTo>
                    <a:pt x="257" y="4320"/>
                  </a:lnTo>
                  <a:lnTo>
                    <a:pt x="257" y="12791"/>
                  </a:lnTo>
                  <a:cubicBezTo>
                    <a:pt x="15832" y="15261"/>
                    <a:pt x="19018" y="18791"/>
                    <a:pt x="19018" y="33615"/>
                  </a:cubicBezTo>
                  <a:lnTo>
                    <a:pt x="19018" y="137381"/>
                  </a:lnTo>
                  <a:cubicBezTo>
                    <a:pt x="19018" y="152205"/>
                    <a:pt x="16186" y="155382"/>
                    <a:pt x="257" y="158558"/>
                  </a:cubicBezTo>
                  <a:lnTo>
                    <a:pt x="257" y="167029"/>
                  </a:lnTo>
                  <a:lnTo>
                    <a:pt x="85569" y="167029"/>
                  </a:lnTo>
                  <a:lnTo>
                    <a:pt x="85569" y="158558"/>
                  </a:lnTo>
                  <a:cubicBezTo>
                    <a:pt x="72471" y="156794"/>
                    <a:pt x="68223" y="151499"/>
                    <a:pt x="68223" y="138440"/>
                  </a:cubicBezTo>
                  <a:lnTo>
                    <a:pt x="68223" y="44203"/>
                  </a:lnTo>
                  <a:cubicBezTo>
                    <a:pt x="68223" y="42791"/>
                    <a:pt x="70701" y="39262"/>
                    <a:pt x="74241" y="36085"/>
                  </a:cubicBezTo>
                  <a:cubicBezTo>
                    <a:pt x="82029" y="27968"/>
                    <a:pt x="90525" y="23732"/>
                    <a:pt x="98666" y="23732"/>
                  </a:cubicBezTo>
                  <a:cubicBezTo>
                    <a:pt x="111056" y="23732"/>
                    <a:pt x="117074" y="33262"/>
                    <a:pt x="117074" y="53027"/>
                  </a:cubicBezTo>
                  <a:lnTo>
                    <a:pt x="117074" y="138440"/>
                  </a:lnTo>
                  <a:cubicBezTo>
                    <a:pt x="117074" y="151499"/>
                    <a:pt x="112472" y="157147"/>
                    <a:pt x="100436" y="158558"/>
                  </a:cubicBezTo>
                  <a:lnTo>
                    <a:pt x="100436" y="167029"/>
                  </a:lnTo>
                  <a:lnTo>
                    <a:pt x="183625" y="167029"/>
                  </a:lnTo>
                  <a:lnTo>
                    <a:pt x="183625" y="158558"/>
                  </a:lnTo>
                  <a:cubicBezTo>
                    <a:pt x="169819" y="157499"/>
                    <a:pt x="166279" y="153264"/>
                    <a:pt x="166279" y="138440"/>
                  </a:cubicBezTo>
                  <a:lnTo>
                    <a:pt x="166279" y="49850"/>
                  </a:lnTo>
                  <a:cubicBezTo>
                    <a:pt x="166279" y="19497"/>
                    <a:pt x="147517" y="85"/>
                    <a:pt x="118490" y="85"/>
                  </a:cubicBezTo>
                  <a:cubicBezTo>
                    <a:pt x="97250" y="85"/>
                    <a:pt x="80967" y="9967"/>
                    <a:pt x="67869" y="30791"/>
                  </a:cubicBezTo>
                  <a:lnTo>
                    <a:pt x="67869" y="4320"/>
                  </a:lnTo>
                  <a:close/>
                </a:path>
              </a:pathLst>
            </a:custGeom>
            <a:solidFill>
              <a:srgbClr val="0000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794567E-C14A-AF9B-C13B-6D6282B3F4EC}"/>
                </a:ext>
              </a:extLst>
            </p:cNvPr>
            <p:cNvSpPr/>
            <p:nvPr>
              <p:custDataLst>
                <p:tags r:id="rId26"/>
              </p:custDataLst>
            </p:nvPr>
          </p:nvSpPr>
          <p:spPr>
            <a:xfrm>
              <a:off x="11898367" y="5312714"/>
              <a:ext cx="180182" cy="243534"/>
            </a:xfrm>
            <a:custGeom>
              <a:avLst/>
              <a:gdLst>
                <a:gd name="connsiteX0" fmla="*/ 111416 w 180182"/>
                <a:gd name="connsiteY0" fmla="*/ 243266 h 243534"/>
                <a:gd name="connsiteX1" fmla="*/ 158497 w 180182"/>
                <a:gd name="connsiteY1" fmla="*/ 234442 h 243534"/>
                <a:gd name="connsiteX2" fmla="*/ 180444 w 180182"/>
                <a:gd name="connsiteY2" fmla="*/ 231619 h 243534"/>
                <a:gd name="connsiteX3" fmla="*/ 180444 w 180182"/>
                <a:gd name="connsiteY3" fmla="*/ 223501 h 243534"/>
                <a:gd name="connsiteX4" fmla="*/ 159559 w 180182"/>
                <a:gd name="connsiteY4" fmla="*/ 203030 h 243534"/>
                <a:gd name="connsiteX5" fmla="*/ 159559 w 180182"/>
                <a:gd name="connsiteY5" fmla="*/ 85 h 243534"/>
                <a:gd name="connsiteX6" fmla="*/ 83450 w 180182"/>
                <a:gd name="connsiteY6" fmla="*/ 85 h 243534"/>
                <a:gd name="connsiteX7" fmla="*/ 83450 w 180182"/>
                <a:gd name="connsiteY7" fmla="*/ 8555 h 243534"/>
                <a:gd name="connsiteX8" fmla="*/ 110354 w 180182"/>
                <a:gd name="connsiteY8" fmla="*/ 29026 h 243534"/>
                <a:gd name="connsiteX9" fmla="*/ 110354 w 180182"/>
                <a:gd name="connsiteY9" fmla="*/ 93616 h 243534"/>
                <a:gd name="connsiteX10" fmla="*/ 68229 w 180182"/>
                <a:gd name="connsiteY10" fmla="*/ 71733 h 243534"/>
                <a:gd name="connsiteX11" fmla="*/ 262 w 180182"/>
                <a:gd name="connsiteY11" fmla="*/ 160676 h 243534"/>
                <a:gd name="connsiteX12" fmla="*/ 64335 w 180182"/>
                <a:gd name="connsiteY12" fmla="*/ 243619 h 243534"/>
                <a:gd name="connsiteX13" fmla="*/ 111416 w 180182"/>
                <a:gd name="connsiteY13" fmla="*/ 220324 h 243534"/>
                <a:gd name="connsiteX14" fmla="*/ 111416 w 180182"/>
                <a:gd name="connsiteY14" fmla="*/ 243266 h 243534"/>
                <a:gd name="connsiteX15" fmla="*/ 110354 w 180182"/>
                <a:gd name="connsiteY15" fmla="*/ 199147 h 243534"/>
                <a:gd name="connsiteX16" fmla="*/ 102566 w 180182"/>
                <a:gd name="connsiteY16" fmla="*/ 211853 h 243534"/>
                <a:gd name="connsiteX17" fmla="*/ 80264 w 180182"/>
                <a:gd name="connsiteY17" fmla="*/ 223854 h 243534"/>
                <a:gd name="connsiteX18" fmla="*/ 52653 w 180182"/>
                <a:gd name="connsiteY18" fmla="*/ 157852 h 243534"/>
                <a:gd name="connsiteX19" fmla="*/ 82742 w 180182"/>
                <a:gd name="connsiteY19" fmla="*/ 91498 h 243534"/>
                <a:gd name="connsiteX20" fmla="*/ 110354 w 180182"/>
                <a:gd name="connsiteY20" fmla="*/ 113381 h 243534"/>
                <a:gd name="connsiteX21" fmla="*/ 110354 w 180182"/>
                <a:gd name="connsiteY21" fmla="*/ 199147 h 24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182" h="243534">
                  <a:moveTo>
                    <a:pt x="111416" y="243266"/>
                  </a:moveTo>
                  <a:cubicBezTo>
                    <a:pt x="127699" y="238678"/>
                    <a:pt x="136549" y="236913"/>
                    <a:pt x="158497" y="234442"/>
                  </a:cubicBezTo>
                  <a:lnTo>
                    <a:pt x="180444" y="231619"/>
                  </a:lnTo>
                  <a:lnTo>
                    <a:pt x="180444" y="223501"/>
                  </a:lnTo>
                  <a:cubicBezTo>
                    <a:pt x="164161" y="222442"/>
                    <a:pt x="159559" y="217854"/>
                    <a:pt x="159559" y="203030"/>
                  </a:cubicBezTo>
                  <a:lnTo>
                    <a:pt x="159559" y="85"/>
                  </a:lnTo>
                  <a:lnTo>
                    <a:pt x="83450" y="85"/>
                  </a:lnTo>
                  <a:lnTo>
                    <a:pt x="83450" y="8555"/>
                  </a:lnTo>
                  <a:cubicBezTo>
                    <a:pt x="107168" y="10320"/>
                    <a:pt x="110354" y="12791"/>
                    <a:pt x="110354" y="29026"/>
                  </a:cubicBezTo>
                  <a:lnTo>
                    <a:pt x="110354" y="93616"/>
                  </a:lnTo>
                  <a:cubicBezTo>
                    <a:pt x="95132" y="77380"/>
                    <a:pt x="84512" y="71733"/>
                    <a:pt x="68229" y="71733"/>
                  </a:cubicBezTo>
                  <a:cubicBezTo>
                    <a:pt x="29290" y="71733"/>
                    <a:pt x="262" y="109499"/>
                    <a:pt x="262" y="160676"/>
                  </a:cubicBezTo>
                  <a:cubicBezTo>
                    <a:pt x="262" y="208677"/>
                    <a:pt x="27166" y="243619"/>
                    <a:pt x="64335" y="243619"/>
                  </a:cubicBezTo>
                  <a:cubicBezTo>
                    <a:pt x="83096" y="243619"/>
                    <a:pt x="94778" y="237972"/>
                    <a:pt x="111416" y="220324"/>
                  </a:cubicBezTo>
                  <a:lnTo>
                    <a:pt x="111416" y="243266"/>
                  </a:lnTo>
                  <a:close/>
                  <a:moveTo>
                    <a:pt x="110354" y="199147"/>
                  </a:moveTo>
                  <a:cubicBezTo>
                    <a:pt x="110354" y="201265"/>
                    <a:pt x="106814" y="207265"/>
                    <a:pt x="102566" y="211853"/>
                  </a:cubicBezTo>
                  <a:cubicBezTo>
                    <a:pt x="95486" y="219971"/>
                    <a:pt x="88052" y="223854"/>
                    <a:pt x="80264" y="223854"/>
                  </a:cubicBezTo>
                  <a:cubicBezTo>
                    <a:pt x="61503" y="223854"/>
                    <a:pt x="52653" y="202677"/>
                    <a:pt x="52653" y="157852"/>
                  </a:cubicBezTo>
                  <a:cubicBezTo>
                    <a:pt x="52653" y="112322"/>
                    <a:pt x="62211" y="91498"/>
                    <a:pt x="82742" y="91498"/>
                  </a:cubicBezTo>
                  <a:cubicBezTo>
                    <a:pt x="94424" y="91498"/>
                    <a:pt x="105398" y="99969"/>
                    <a:pt x="110354" y="113381"/>
                  </a:cubicBezTo>
                  <a:lnTo>
                    <a:pt x="110354" y="199147"/>
                  </a:lnTo>
                  <a:close/>
                </a:path>
              </a:pathLst>
            </a:custGeom>
            <a:solidFill>
              <a:srgbClr val="0000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F39021E-E2F8-4CE3-DA8D-15B36331F828}"/>
                </a:ext>
              </a:extLst>
            </p:cNvPr>
            <p:cNvSpPr/>
            <p:nvPr>
              <p:custDataLst>
                <p:tags r:id="rId27"/>
              </p:custDataLst>
            </p:nvPr>
          </p:nvSpPr>
          <p:spPr>
            <a:xfrm>
              <a:off x="12189001" y="5307420"/>
              <a:ext cx="254166" cy="250593"/>
            </a:xfrm>
            <a:custGeom>
              <a:avLst/>
              <a:gdLst>
                <a:gd name="connsiteX0" fmla="*/ 254437 w 254166"/>
                <a:gd name="connsiteY0" fmla="*/ 142676 h 250593"/>
                <a:gd name="connsiteX1" fmla="*/ 133017 w 254166"/>
                <a:gd name="connsiteY1" fmla="*/ 142676 h 250593"/>
                <a:gd name="connsiteX2" fmla="*/ 133017 w 254166"/>
                <a:gd name="connsiteY2" fmla="*/ 151499 h 250593"/>
                <a:gd name="connsiteX3" fmla="*/ 168770 w 254166"/>
                <a:gd name="connsiteY3" fmla="*/ 176206 h 250593"/>
                <a:gd name="connsiteX4" fmla="*/ 168770 w 254166"/>
                <a:gd name="connsiteY4" fmla="*/ 213265 h 250593"/>
                <a:gd name="connsiteX5" fmla="*/ 134787 w 254166"/>
                <a:gd name="connsiteY5" fmla="*/ 239030 h 250593"/>
                <a:gd name="connsiteX6" fmla="*/ 85936 w 254166"/>
                <a:gd name="connsiteY6" fmla="*/ 217148 h 250593"/>
                <a:gd name="connsiteX7" fmla="*/ 62927 w 254166"/>
                <a:gd name="connsiteY7" fmla="*/ 124675 h 250593"/>
                <a:gd name="connsiteX8" fmla="*/ 128061 w 254166"/>
                <a:gd name="connsiteY8" fmla="*/ 11732 h 250593"/>
                <a:gd name="connsiteX9" fmla="*/ 175142 w 254166"/>
                <a:gd name="connsiteY9" fmla="*/ 31497 h 250593"/>
                <a:gd name="connsiteX10" fmla="*/ 210895 w 254166"/>
                <a:gd name="connsiteY10" fmla="*/ 83733 h 250593"/>
                <a:gd name="connsiteX11" fmla="*/ 219745 w 254166"/>
                <a:gd name="connsiteY11" fmla="*/ 83733 h 250593"/>
                <a:gd name="connsiteX12" fmla="*/ 219745 w 254166"/>
                <a:gd name="connsiteY12" fmla="*/ 1144 h 250593"/>
                <a:gd name="connsiteX13" fmla="*/ 210188 w 254166"/>
                <a:gd name="connsiteY13" fmla="*/ 1144 h 250593"/>
                <a:gd name="connsiteX14" fmla="*/ 194612 w 254166"/>
                <a:gd name="connsiteY14" fmla="*/ 17379 h 250593"/>
                <a:gd name="connsiteX15" fmla="*/ 178328 w 254166"/>
                <a:gd name="connsiteY15" fmla="*/ 12438 h 250593"/>
                <a:gd name="connsiteX16" fmla="*/ 123459 w 254166"/>
                <a:gd name="connsiteY16" fmla="*/ 85 h 250593"/>
                <a:gd name="connsiteX17" fmla="*/ 270 w 254166"/>
                <a:gd name="connsiteY17" fmla="*/ 127146 h 250593"/>
                <a:gd name="connsiteX18" fmla="*/ 126291 w 254166"/>
                <a:gd name="connsiteY18" fmla="*/ 250678 h 250593"/>
                <a:gd name="connsiteX19" fmla="*/ 223993 w 254166"/>
                <a:gd name="connsiteY19" fmla="*/ 228795 h 250593"/>
                <a:gd name="connsiteX20" fmla="*/ 223993 w 254166"/>
                <a:gd name="connsiteY20" fmla="*/ 183971 h 250593"/>
                <a:gd name="connsiteX21" fmla="*/ 254437 w 254166"/>
                <a:gd name="connsiteY21" fmla="*/ 151499 h 250593"/>
                <a:gd name="connsiteX22" fmla="*/ 254437 w 254166"/>
                <a:gd name="connsiteY22" fmla="*/ 142676 h 25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4166" h="250593">
                  <a:moveTo>
                    <a:pt x="254437" y="142676"/>
                  </a:moveTo>
                  <a:lnTo>
                    <a:pt x="133017" y="142676"/>
                  </a:lnTo>
                  <a:lnTo>
                    <a:pt x="133017" y="151499"/>
                  </a:lnTo>
                  <a:cubicBezTo>
                    <a:pt x="163461" y="153264"/>
                    <a:pt x="168770" y="157147"/>
                    <a:pt x="168770" y="176206"/>
                  </a:cubicBezTo>
                  <a:lnTo>
                    <a:pt x="168770" y="213265"/>
                  </a:lnTo>
                  <a:cubicBezTo>
                    <a:pt x="168770" y="231266"/>
                    <a:pt x="158505" y="239030"/>
                    <a:pt x="134787" y="239030"/>
                  </a:cubicBezTo>
                  <a:cubicBezTo>
                    <a:pt x="112486" y="239030"/>
                    <a:pt x="97618" y="232324"/>
                    <a:pt x="85936" y="217148"/>
                  </a:cubicBezTo>
                  <a:cubicBezTo>
                    <a:pt x="70361" y="197383"/>
                    <a:pt x="62927" y="167029"/>
                    <a:pt x="62927" y="124675"/>
                  </a:cubicBezTo>
                  <a:cubicBezTo>
                    <a:pt x="62927" y="50909"/>
                    <a:pt x="85228" y="11732"/>
                    <a:pt x="128061" y="11732"/>
                  </a:cubicBezTo>
                  <a:cubicBezTo>
                    <a:pt x="144345" y="11732"/>
                    <a:pt x="159567" y="18085"/>
                    <a:pt x="175142" y="31497"/>
                  </a:cubicBezTo>
                  <a:cubicBezTo>
                    <a:pt x="190364" y="44909"/>
                    <a:pt x="198506" y="56909"/>
                    <a:pt x="210895" y="83733"/>
                  </a:cubicBezTo>
                  <a:lnTo>
                    <a:pt x="219745" y="83733"/>
                  </a:lnTo>
                  <a:lnTo>
                    <a:pt x="219745" y="1144"/>
                  </a:lnTo>
                  <a:lnTo>
                    <a:pt x="210188" y="1144"/>
                  </a:lnTo>
                  <a:cubicBezTo>
                    <a:pt x="205232" y="13497"/>
                    <a:pt x="201338" y="17379"/>
                    <a:pt x="194612" y="17379"/>
                  </a:cubicBezTo>
                  <a:cubicBezTo>
                    <a:pt x="191426" y="17379"/>
                    <a:pt x="186116" y="15967"/>
                    <a:pt x="178328" y="12438"/>
                  </a:cubicBezTo>
                  <a:cubicBezTo>
                    <a:pt x="157443" y="3967"/>
                    <a:pt x="140451" y="85"/>
                    <a:pt x="123459" y="85"/>
                  </a:cubicBezTo>
                  <a:cubicBezTo>
                    <a:pt x="53015" y="85"/>
                    <a:pt x="270" y="54439"/>
                    <a:pt x="270" y="127146"/>
                  </a:cubicBezTo>
                  <a:cubicBezTo>
                    <a:pt x="270" y="199853"/>
                    <a:pt x="51953" y="250678"/>
                    <a:pt x="126291" y="250678"/>
                  </a:cubicBezTo>
                  <a:cubicBezTo>
                    <a:pt x="162753" y="250678"/>
                    <a:pt x="201338" y="242207"/>
                    <a:pt x="223993" y="228795"/>
                  </a:cubicBezTo>
                  <a:lnTo>
                    <a:pt x="223993" y="183971"/>
                  </a:lnTo>
                  <a:cubicBezTo>
                    <a:pt x="223993" y="158558"/>
                    <a:pt x="227887" y="154323"/>
                    <a:pt x="254437" y="151499"/>
                  </a:cubicBezTo>
                  <a:lnTo>
                    <a:pt x="254437" y="142676"/>
                  </a:lnTo>
                  <a:close/>
                </a:path>
              </a:pathLst>
            </a:custGeom>
            <a:solidFill>
              <a:srgbClr val="0000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33DD7C1-6677-C6BF-5CCC-4E4AB35419C3}"/>
                </a:ext>
              </a:extLst>
            </p:cNvPr>
            <p:cNvSpPr/>
            <p:nvPr>
              <p:custDataLst>
                <p:tags r:id="rId28"/>
              </p:custDataLst>
            </p:nvPr>
          </p:nvSpPr>
          <p:spPr>
            <a:xfrm>
              <a:off x="12461188" y="5384363"/>
              <a:ext cx="141950" cy="171885"/>
            </a:xfrm>
            <a:custGeom>
              <a:avLst/>
              <a:gdLst>
                <a:gd name="connsiteX0" fmla="*/ 133733 w 141950"/>
                <a:gd name="connsiteY0" fmla="*/ 122911 h 171885"/>
                <a:gd name="connsiteX1" fmla="*/ 93378 w 141950"/>
                <a:gd name="connsiteY1" fmla="*/ 146558 h 171885"/>
                <a:gd name="connsiteX2" fmla="*/ 61873 w 141950"/>
                <a:gd name="connsiteY2" fmla="*/ 127852 h 171885"/>
                <a:gd name="connsiteX3" fmla="*/ 51253 w 141950"/>
                <a:gd name="connsiteY3" fmla="*/ 80557 h 171885"/>
                <a:gd name="connsiteX4" fmla="*/ 140459 w 141950"/>
                <a:gd name="connsiteY4" fmla="*/ 80557 h 171885"/>
                <a:gd name="connsiteX5" fmla="*/ 121697 w 141950"/>
                <a:gd name="connsiteY5" fmla="*/ 20909 h 171885"/>
                <a:gd name="connsiteX6" fmla="*/ 74262 w 141950"/>
                <a:gd name="connsiteY6" fmla="*/ 85 h 171885"/>
                <a:gd name="connsiteX7" fmla="*/ 278 w 141950"/>
                <a:gd name="connsiteY7" fmla="*/ 86557 h 171885"/>
                <a:gd name="connsiteX8" fmla="*/ 73200 w 141950"/>
                <a:gd name="connsiteY8" fmla="*/ 171970 h 171885"/>
                <a:gd name="connsiteX9" fmla="*/ 142229 w 141950"/>
                <a:gd name="connsiteY9" fmla="*/ 127852 h 171885"/>
                <a:gd name="connsiteX10" fmla="*/ 133733 w 141950"/>
                <a:gd name="connsiteY10" fmla="*/ 122911 h 171885"/>
                <a:gd name="connsiteX11" fmla="*/ 49483 w 141950"/>
                <a:gd name="connsiteY11" fmla="*/ 67498 h 171885"/>
                <a:gd name="connsiteX12" fmla="*/ 74262 w 141950"/>
                <a:gd name="connsiteY12" fmla="*/ 11026 h 171885"/>
                <a:gd name="connsiteX13" fmla="*/ 93732 w 141950"/>
                <a:gd name="connsiteY13" fmla="*/ 27615 h 171885"/>
                <a:gd name="connsiteX14" fmla="*/ 96918 w 141950"/>
                <a:gd name="connsiteY14" fmla="*/ 62204 h 171885"/>
                <a:gd name="connsiteX15" fmla="*/ 96918 w 141950"/>
                <a:gd name="connsiteY15" fmla="*/ 67498 h 171885"/>
                <a:gd name="connsiteX16" fmla="*/ 4948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33" y="122911"/>
                  </a:moveTo>
                  <a:cubicBezTo>
                    <a:pt x="119573" y="140205"/>
                    <a:pt x="108600" y="146558"/>
                    <a:pt x="93378" y="146558"/>
                  </a:cubicBezTo>
                  <a:cubicBezTo>
                    <a:pt x="79572" y="146558"/>
                    <a:pt x="69306" y="140205"/>
                    <a:pt x="61873" y="127852"/>
                  </a:cubicBezTo>
                  <a:cubicBezTo>
                    <a:pt x="55501" y="116558"/>
                    <a:pt x="52669" y="104910"/>
                    <a:pt x="51253" y="80557"/>
                  </a:cubicBezTo>
                  <a:lnTo>
                    <a:pt x="140459" y="80557"/>
                  </a:lnTo>
                  <a:cubicBezTo>
                    <a:pt x="138335" y="50909"/>
                    <a:pt x="133025" y="34321"/>
                    <a:pt x="121697" y="20909"/>
                  </a:cubicBezTo>
                  <a:cubicBezTo>
                    <a:pt x="110016" y="7144"/>
                    <a:pt x="93732" y="85"/>
                    <a:pt x="74262" y="85"/>
                  </a:cubicBezTo>
                  <a:cubicBezTo>
                    <a:pt x="30013" y="85"/>
                    <a:pt x="278" y="35027"/>
                    <a:pt x="278" y="86557"/>
                  </a:cubicBezTo>
                  <a:cubicBezTo>
                    <a:pt x="278" y="138087"/>
                    <a:pt x="29305" y="171970"/>
                    <a:pt x="73200" y="171970"/>
                  </a:cubicBezTo>
                  <a:cubicBezTo>
                    <a:pt x="101874" y="171970"/>
                    <a:pt x="119219" y="160676"/>
                    <a:pt x="142229" y="127852"/>
                  </a:cubicBezTo>
                  <a:lnTo>
                    <a:pt x="133733" y="122911"/>
                  </a:lnTo>
                  <a:close/>
                  <a:moveTo>
                    <a:pt x="49483" y="67498"/>
                  </a:moveTo>
                  <a:cubicBezTo>
                    <a:pt x="50545" y="25144"/>
                    <a:pt x="56917" y="11026"/>
                    <a:pt x="74262" y="11026"/>
                  </a:cubicBezTo>
                  <a:cubicBezTo>
                    <a:pt x="84174" y="11026"/>
                    <a:pt x="90900" y="16673"/>
                    <a:pt x="93732" y="27615"/>
                  </a:cubicBezTo>
                  <a:cubicBezTo>
                    <a:pt x="95502" y="34321"/>
                    <a:pt x="96210" y="44203"/>
                    <a:pt x="96918" y="62204"/>
                  </a:cubicBezTo>
                  <a:lnTo>
                    <a:pt x="96918" y="67498"/>
                  </a:lnTo>
                  <a:lnTo>
                    <a:pt x="49483" y="67498"/>
                  </a:lnTo>
                  <a:close/>
                </a:path>
              </a:pathLst>
            </a:custGeom>
            <a:solidFill>
              <a:srgbClr val="0000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91F7C50-5189-75BF-344E-5E25DFEFA42E}"/>
                </a:ext>
              </a:extLst>
            </p:cNvPr>
            <p:cNvSpPr/>
            <p:nvPr>
              <p:custDataLst>
                <p:tags r:id="rId29"/>
              </p:custDataLst>
            </p:nvPr>
          </p:nvSpPr>
          <p:spPr>
            <a:xfrm>
              <a:off x="12617532" y="5384363"/>
              <a:ext cx="183367" cy="166944"/>
            </a:xfrm>
            <a:custGeom>
              <a:avLst/>
              <a:gdLst>
                <a:gd name="connsiteX0" fmla="*/ 67895 w 183367"/>
                <a:gd name="connsiteY0" fmla="*/ 4320 h 166944"/>
                <a:gd name="connsiteX1" fmla="*/ 282 w 183367"/>
                <a:gd name="connsiteY1" fmla="*/ 4320 h 166944"/>
                <a:gd name="connsiteX2" fmla="*/ 282 w 183367"/>
                <a:gd name="connsiteY2" fmla="*/ 12791 h 166944"/>
                <a:gd name="connsiteX3" fmla="*/ 19044 w 183367"/>
                <a:gd name="connsiteY3" fmla="*/ 33615 h 166944"/>
                <a:gd name="connsiteX4" fmla="*/ 19044 w 183367"/>
                <a:gd name="connsiteY4" fmla="*/ 137381 h 166944"/>
                <a:gd name="connsiteX5" fmla="*/ 282 w 183367"/>
                <a:gd name="connsiteY5" fmla="*/ 158558 h 166944"/>
                <a:gd name="connsiteX6" fmla="*/ 282 w 183367"/>
                <a:gd name="connsiteY6" fmla="*/ 167029 h 166944"/>
                <a:gd name="connsiteX7" fmla="*/ 85594 w 183367"/>
                <a:gd name="connsiteY7" fmla="*/ 167029 h 166944"/>
                <a:gd name="connsiteX8" fmla="*/ 85594 w 183367"/>
                <a:gd name="connsiteY8" fmla="*/ 158558 h 166944"/>
                <a:gd name="connsiteX9" fmla="*/ 68249 w 183367"/>
                <a:gd name="connsiteY9" fmla="*/ 138440 h 166944"/>
                <a:gd name="connsiteX10" fmla="*/ 68249 w 183367"/>
                <a:gd name="connsiteY10" fmla="*/ 44203 h 166944"/>
                <a:gd name="connsiteX11" fmla="*/ 74267 w 183367"/>
                <a:gd name="connsiteY11" fmla="*/ 36085 h 166944"/>
                <a:gd name="connsiteX12" fmla="*/ 98692 w 183367"/>
                <a:gd name="connsiteY12" fmla="*/ 23732 h 166944"/>
                <a:gd name="connsiteX13" fmla="*/ 117100 w 183367"/>
                <a:gd name="connsiteY13" fmla="*/ 53027 h 166944"/>
                <a:gd name="connsiteX14" fmla="*/ 117100 w 183367"/>
                <a:gd name="connsiteY14" fmla="*/ 138440 h 166944"/>
                <a:gd name="connsiteX15" fmla="*/ 100462 w 183367"/>
                <a:gd name="connsiteY15" fmla="*/ 158558 h 166944"/>
                <a:gd name="connsiteX16" fmla="*/ 100462 w 183367"/>
                <a:gd name="connsiteY16" fmla="*/ 167029 h 166944"/>
                <a:gd name="connsiteX17" fmla="*/ 183650 w 183367"/>
                <a:gd name="connsiteY17" fmla="*/ 167029 h 166944"/>
                <a:gd name="connsiteX18" fmla="*/ 183650 w 183367"/>
                <a:gd name="connsiteY18" fmla="*/ 158558 h 166944"/>
                <a:gd name="connsiteX19" fmla="*/ 166305 w 183367"/>
                <a:gd name="connsiteY19" fmla="*/ 138440 h 166944"/>
                <a:gd name="connsiteX20" fmla="*/ 166305 w 183367"/>
                <a:gd name="connsiteY20" fmla="*/ 49850 h 166944"/>
                <a:gd name="connsiteX21" fmla="*/ 118516 w 183367"/>
                <a:gd name="connsiteY21" fmla="*/ 85 h 166944"/>
                <a:gd name="connsiteX22" fmla="*/ 67895 w 183367"/>
                <a:gd name="connsiteY22" fmla="*/ 30791 h 166944"/>
                <a:gd name="connsiteX23" fmla="*/ 6789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895" y="4320"/>
                  </a:moveTo>
                  <a:lnTo>
                    <a:pt x="282" y="4320"/>
                  </a:lnTo>
                  <a:lnTo>
                    <a:pt x="282" y="12791"/>
                  </a:lnTo>
                  <a:cubicBezTo>
                    <a:pt x="15858" y="15261"/>
                    <a:pt x="19044" y="18791"/>
                    <a:pt x="19044" y="33615"/>
                  </a:cubicBezTo>
                  <a:lnTo>
                    <a:pt x="19044" y="137381"/>
                  </a:lnTo>
                  <a:cubicBezTo>
                    <a:pt x="19044" y="152205"/>
                    <a:pt x="16212" y="155382"/>
                    <a:pt x="282" y="158558"/>
                  </a:cubicBezTo>
                  <a:lnTo>
                    <a:pt x="282" y="167029"/>
                  </a:lnTo>
                  <a:lnTo>
                    <a:pt x="85594" y="167029"/>
                  </a:lnTo>
                  <a:lnTo>
                    <a:pt x="85594" y="158558"/>
                  </a:lnTo>
                  <a:cubicBezTo>
                    <a:pt x="72497" y="156794"/>
                    <a:pt x="68249" y="151499"/>
                    <a:pt x="68249" y="138440"/>
                  </a:cubicBezTo>
                  <a:lnTo>
                    <a:pt x="68249" y="44203"/>
                  </a:lnTo>
                  <a:cubicBezTo>
                    <a:pt x="68249" y="42791"/>
                    <a:pt x="70727" y="39262"/>
                    <a:pt x="74267" y="36085"/>
                  </a:cubicBezTo>
                  <a:cubicBezTo>
                    <a:pt x="82055" y="27968"/>
                    <a:pt x="90550" y="23732"/>
                    <a:pt x="98692" y="23732"/>
                  </a:cubicBezTo>
                  <a:cubicBezTo>
                    <a:pt x="111082" y="23732"/>
                    <a:pt x="117100" y="33262"/>
                    <a:pt x="117100" y="53027"/>
                  </a:cubicBezTo>
                  <a:lnTo>
                    <a:pt x="117100" y="138440"/>
                  </a:lnTo>
                  <a:cubicBezTo>
                    <a:pt x="117100" y="151499"/>
                    <a:pt x="112498" y="157147"/>
                    <a:pt x="100462" y="158558"/>
                  </a:cubicBezTo>
                  <a:lnTo>
                    <a:pt x="100462" y="167029"/>
                  </a:lnTo>
                  <a:lnTo>
                    <a:pt x="183650" y="167029"/>
                  </a:lnTo>
                  <a:lnTo>
                    <a:pt x="183650" y="158558"/>
                  </a:lnTo>
                  <a:cubicBezTo>
                    <a:pt x="169845" y="157499"/>
                    <a:pt x="166305" y="153264"/>
                    <a:pt x="166305" y="138440"/>
                  </a:cubicBezTo>
                  <a:lnTo>
                    <a:pt x="166305" y="49850"/>
                  </a:lnTo>
                  <a:cubicBezTo>
                    <a:pt x="166305" y="19497"/>
                    <a:pt x="147543" y="85"/>
                    <a:pt x="118516" y="85"/>
                  </a:cubicBezTo>
                  <a:cubicBezTo>
                    <a:pt x="97276" y="85"/>
                    <a:pt x="80993" y="9967"/>
                    <a:pt x="67895" y="30791"/>
                  </a:cubicBezTo>
                  <a:lnTo>
                    <a:pt x="67895" y="4320"/>
                  </a:lnTo>
                  <a:close/>
                </a:path>
              </a:pathLst>
            </a:custGeom>
            <a:solidFill>
              <a:srgbClr val="0000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8D11528-4BC4-B18F-C322-01854F2C6A6D}"/>
                </a:ext>
              </a:extLst>
            </p:cNvPr>
            <p:cNvSpPr/>
            <p:nvPr>
              <p:custDataLst>
                <p:tags r:id="rId30"/>
              </p:custDataLst>
            </p:nvPr>
          </p:nvSpPr>
          <p:spPr>
            <a:xfrm>
              <a:off x="12816504" y="5384363"/>
              <a:ext cx="141950" cy="171885"/>
            </a:xfrm>
            <a:custGeom>
              <a:avLst/>
              <a:gdLst>
                <a:gd name="connsiteX0" fmla="*/ 133743 w 141950"/>
                <a:gd name="connsiteY0" fmla="*/ 122911 h 171885"/>
                <a:gd name="connsiteX1" fmla="*/ 93388 w 141950"/>
                <a:gd name="connsiteY1" fmla="*/ 146558 h 171885"/>
                <a:gd name="connsiteX2" fmla="*/ 61883 w 141950"/>
                <a:gd name="connsiteY2" fmla="*/ 127852 h 171885"/>
                <a:gd name="connsiteX3" fmla="*/ 51263 w 141950"/>
                <a:gd name="connsiteY3" fmla="*/ 80557 h 171885"/>
                <a:gd name="connsiteX4" fmla="*/ 140469 w 141950"/>
                <a:gd name="connsiteY4" fmla="*/ 80557 h 171885"/>
                <a:gd name="connsiteX5" fmla="*/ 121707 w 141950"/>
                <a:gd name="connsiteY5" fmla="*/ 20909 h 171885"/>
                <a:gd name="connsiteX6" fmla="*/ 74272 w 141950"/>
                <a:gd name="connsiteY6" fmla="*/ 85 h 171885"/>
                <a:gd name="connsiteX7" fmla="*/ 288 w 141950"/>
                <a:gd name="connsiteY7" fmla="*/ 86557 h 171885"/>
                <a:gd name="connsiteX8" fmla="*/ 73210 w 141950"/>
                <a:gd name="connsiteY8" fmla="*/ 171970 h 171885"/>
                <a:gd name="connsiteX9" fmla="*/ 142239 w 141950"/>
                <a:gd name="connsiteY9" fmla="*/ 127852 h 171885"/>
                <a:gd name="connsiteX10" fmla="*/ 133743 w 141950"/>
                <a:gd name="connsiteY10" fmla="*/ 122911 h 171885"/>
                <a:gd name="connsiteX11" fmla="*/ 49493 w 141950"/>
                <a:gd name="connsiteY11" fmla="*/ 67498 h 171885"/>
                <a:gd name="connsiteX12" fmla="*/ 74272 w 141950"/>
                <a:gd name="connsiteY12" fmla="*/ 11026 h 171885"/>
                <a:gd name="connsiteX13" fmla="*/ 93742 w 141950"/>
                <a:gd name="connsiteY13" fmla="*/ 27615 h 171885"/>
                <a:gd name="connsiteX14" fmla="*/ 96928 w 141950"/>
                <a:gd name="connsiteY14" fmla="*/ 62204 h 171885"/>
                <a:gd name="connsiteX15" fmla="*/ 96928 w 141950"/>
                <a:gd name="connsiteY15" fmla="*/ 67498 h 171885"/>
                <a:gd name="connsiteX16" fmla="*/ 49493 w 141950"/>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950" h="171885">
                  <a:moveTo>
                    <a:pt x="133743" y="122911"/>
                  </a:moveTo>
                  <a:cubicBezTo>
                    <a:pt x="119583" y="140205"/>
                    <a:pt x="108610" y="146558"/>
                    <a:pt x="93388" y="146558"/>
                  </a:cubicBezTo>
                  <a:cubicBezTo>
                    <a:pt x="79582" y="146558"/>
                    <a:pt x="69316" y="140205"/>
                    <a:pt x="61883" y="127852"/>
                  </a:cubicBezTo>
                  <a:cubicBezTo>
                    <a:pt x="55511" y="116558"/>
                    <a:pt x="52679" y="104910"/>
                    <a:pt x="51263" y="80557"/>
                  </a:cubicBezTo>
                  <a:lnTo>
                    <a:pt x="140469" y="80557"/>
                  </a:lnTo>
                  <a:cubicBezTo>
                    <a:pt x="138345" y="50909"/>
                    <a:pt x="133035" y="34321"/>
                    <a:pt x="121707" y="20909"/>
                  </a:cubicBezTo>
                  <a:cubicBezTo>
                    <a:pt x="110025" y="7144"/>
                    <a:pt x="93742" y="85"/>
                    <a:pt x="74272" y="85"/>
                  </a:cubicBezTo>
                  <a:cubicBezTo>
                    <a:pt x="30023" y="85"/>
                    <a:pt x="288" y="35027"/>
                    <a:pt x="288" y="86557"/>
                  </a:cubicBezTo>
                  <a:cubicBezTo>
                    <a:pt x="288" y="138087"/>
                    <a:pt x="29315" y="171970"/>
                    <a:pt x="73210" y="171970"/>
                  </a:cubicBezTo>
                  <a:cubicBezTo>
                    <a:pt x="101884" y="171970"/>
                    <a:pt x="119229" y="160676"/>
                    <a:pt x="142239" y="127852"/>
                  </a:cubicBezTo>
                  <a:lnTo>
                    <a:pt x="133743" y="122911"/>
                  </a:lnTo>
                  <a:close/>
                  <a:moveTo>
                    <a:pt x="49493" y="67498"/>
                  </a:moveTo>
                  <a:cubicBezTo>
                    <a:pt x="50555" y="25144"/>
                    <a:pt x="56927" y="11026"/>
                    <a:pt x="74272" y="11026"/>
                  </a:cubicBezTo>
                  <a:cubicBezTo>
                    <a:pt x="84184" y="11026"/>
                    <a:pt x="90910" y="16673"/>
                    <a:pt x="93742" y="27615"/>
                  </a:cubicBezTo>
                  <a:cubicBezTo>
                    <a:pt x="95512" y="34321"/>
                    <a:pt x="96220" y="44203"/>
                    <a:pt x="96928" y="62204"/>
                  </a:cubicBezTo>
                  <a:lnTo>
                    <a:pt x="96928" y="67498"/>
                  </a:lnTo>
                  <a:lnTo>
                    <a:pt x="49493" y="67498"/>
                  </a:lnTo>
                  <a:close/>
                </a:path>
              </a:pathLst>
            </a:custGeom>
            <a:solidFill>
              <a:srgbClr val="0000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0B09E8A-E351-9F49-4955-37770FC7B73D}"/>
                </a:ext>
              </a:extLst>
            </p:cNvPr>
            <p:cNvSpPr/>
            <p:nvPr>
              <p:custDataLst>
                <p:tags r:id="rId31"/>
              </p:custDataLst>
            </p:nvPr>
          </p:nvSpPr>
          <p:spPr>
            <a:xfrm>
              <a:off x="12975679" y="5384363"/>
              <a:ext cx="143366" cy="166944"/>
            </a:xfrm>
            <a:custGeom>
              <a:avLst/>
              <a:gdLst>
                <a:gd name="connsiteX0" fmla="*/ 67197 w 143366"/>
                <a:gd name="connsiteY0" fmla="*/ 4320 h 166944"/>
                <a:gd name="connsiteX1" fmla="*/ 292 w 143366"/>
                <a:gd name="connsiteY1" fmla="*/ 4320 h 166944"/>
                <a:gd name="connsiteX2" fmla="*/ 292 w 143366"/>
                <a:gd name="connsiteY2" fmla="*/ 12791 h 166944"/>
                <a:gd name="connsiteX3" fmla="*/ 19408 w 143366"/>
                <a:gd name="connsiteY3" fmla="*/ 33615 h 166944"/>
                <a:gd name="connsiteX4" fmla="*/ 19408 w 143366"/>
                <a:gd name="connsiteY4" fmla="*/ 137381 h 166944"/>
                <a:gd name="connsiteX5" fmla="*/ 292 w 143366"/>
                <a:gd name="connsiteY5" fmla="*/ 158558 h 166944"/>
                <a:gd name="connsiteX6" fmla="*/ 292 w 143366"/>
                <a:gd name="connsiteY6" fmla="*/ 167029 h 166944"/>
                <a:gd name="connsiteX7" fmla="*/ 94454 w 143366"/>
                <a:gd name="connsiteY7" fmla="*/ 167029 h 166944"/>
                <a:gd name="connsiteX8" fmla="*/ 94454 w 143366"/>
                <a:gd name="connsiteY8" fmla="*/ 158558 h 166944"/>
                <a:gd name="connsiteX9" fmla="*/ 68613 w 143366"/>
                <a:gd name="connsiteY9" fmla="*/ 130675 h 166944"/>
                <a:gd name="connsiteX10" fmla="*/ 68613 w 143366"/>
                <a:gd name="connsiteY10" fmla="*/ 63968 h 166944"/>
                <a:gd name="connsiteX11" fmla="*/ 90206 w 143366"/>
                <a:gd name="connsiteY11" fmla="*/ 30438 h 166944"/>
                <a:gd name="connsiteX12" fmla="*/ 100118 w 143366"/>
                <a:gd name="connsiteY12" fmla="*/ 38556 h 166944"/>
                <a:gd name="connsiteX13" fmla="*/ 121358 w 143366"/>
                <a:gd name="connsiteY13" fmla="*/ 51262 h 166944"/>
                <a:gd name="connsiteX14" fmla="*/ 143659 w 143366"/>
                <a:gd name="connsiteY14" fmla="*/ 27615 h 166944"/>
                <a:gd name="connsiteX15" fmla="*/ 114986 w 143366"/>
                <a:gd name="connsiteY15" fmla="*/ 85 h 166944"/>
                <a:gd name="connsiteX16" fmla="*/ 67197 w 143366"/>
                <a:gd name="connsiteY16" fmla="*/ 33262 h 166944"/>
                <a:gd name="connsiteX17" fmla="*/ 67197 w 143366"/>
                <a:gd name="connsiteY17"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366" h="166944">
                  <a:moveTo>
                    <a:pt x="67197" y="4320"/>
                  </a:moveTo>
                  <a:lnTo>
                    <a:pt x="292" y="4320"/>
                  </a:lnTo>
                  <a:lnTo>
                    <a:pt x="292" y="12791"/>
                  </a:lnTo>
                  <a:cubicBezTo>
                    <a:pt x="15514" y="14909"/>
                    <a:pt x="19408" y="19497"/>
                    <a:pt x="19408" y="33615"/>
                  </a:cubicBezTo>
                  <a:lnTo>
                    <a:pt x="19408" y="137381"/>
                  </a:lnTo>
                  <a:cubicBezTo>
                    <a:pt x="19408" y="151852"/>
                    <a:pt x="15868" y="155735"/>
                    <a:pt x="292" y="158558"/>
                  </a:cubicBezTo>
                  <a:lnTo>
                    <a:pt x="292" y="167029"/>
                  </a:lnTo>
                  <a:lnTo>
                    <a:pt x="94454" y="167029"/>
                  </a:lnTo>
                  <a:lnTo>
                    <a:pt x="94454" y="158558"/>
                  </a:lnTo>
                  <a:cubicBezTo>
                    <a:pt x="72861" y="157147"/>
                    <a:pt x="68613" y="152558"/>
                    <a:pt x="68613" y="130675"/>
                  </a:cubicBezTo>
                  <a:lnTo>
                    <a:pt x="68613" y="63968"/>
                  </a:lnTo>
                  <a:cubicBezTo>
                    <a:pt x="68613" y="45615"/>
                    <a:pt x="78525" y="30438"/>
                    <a:pt x="90206" y="30438"/>
                  </a:cubicBezTo>
                  <a:cubicBezTo>
                    <a:pt x="93038" y="30438"/>
                    <a:pt x="96224" y="32909"/>
                    <a:pt x="100118" y="38556"/>
                  </a:cubicBezTo>
                  <a:cubicBezTo>
                    <a:pt x="106844" y="48086"/>
                    <a:pt x="112154" y="51262"/>
                    <a:pt x="121358" y="51262"/>
                  </a:cubicBezTo>
                  <a:cubicBezTo>
                    <a:pt x="134455" y="51262"/>
                    <a:pt x="143659" y="41380"/>
                    <a:pt x="143659" y="27615"/>
                  </a:cubicBezTo>
                  <a:cubicBezTo>
                    <a:pt x="143659" y="11732"/>
                    <a:pt x="131623" y="85"/>
                    <a:pt x="114986" y="85"/>
                  </a:cubicBezTo>
                  <a:cubicBezTo>
                    <a:pt x="97286" y="85"/>
                    <a:pt x="83834" y="9614"/>
                    <a:pt x="67197" y="33262"/>
                  </a:cubicBezTo>
                  <a:lnTo>
                    <a:pt x="67197" y="4320"/>
                  </a:lnTo>
                  <a:close/>
                </a:path>
              </a:pathLst>
            </a:custGeom>
            <a:solidFill>
              <a:srgbClr val="0000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2F658D-F88A-92E3-215F-DC37D30D9DFB}"/>
                </a:ext>
              </a:extLst>
            </p:cNvPr>
            <p:cNvSpPr/>
            <p:nvPr>
              <p:custDataLst>
                <p:tags r:id="rId32"/>
              </p:custDataLst>
            </p:nvPr>
          </p:nvSpPr>
          <p:spPr>
            <a:xfrm>
              <a:off x="13132023" y="5384363"/>
              <a:ext cx="163898" cy="171885"/>
            </a:xfrm>
            <a:custGeom>
              <a:avLst/>
              <a:gdLst>
                <a:gd name="connsiteX0" fmla="*/ 158885 w 163898"/>
                <a:gd name="connsiteY0" fmla="*/ 144440 h 171885"/>
                <a:gd name="connsiteX1" fmla="*/ 155345 w 163898"/>
                <a:gd name="connsiteY1" fmla="*/ 147970 h 171885"/>
                <a:gd name="connsiteX2" fmla="*/ 151451 w 163898"/>
                <a:gd name="connsiteY2" fmla="*/ 149382 h 171885"/>
                <a:gd name="connsiteX3" fmla="*/ 144018 w 163898"/>
                <a:gd name="connsiteY3" fmla="*/ 140558 h 171885"/>
                <a:gd name="connsiteX4" fmla="*/ 144018 w 163898"/>
                <a:gd name="connsiteY4" fmla="*/ 48439 h 171885"/>
                <a:gd name="connsiteX5" fmla="*/ 73927 w 163898"/>
                <a:gd name="connsiteY5" fmla="*/ 85 h 171885"/>
                <a:gd name="connsiteX6" fmla="*/ 7023 w 163898"/>
                <a:gd name="connsiteY6" fmla="*/ 44556 h 171885"/>
                <a:gd name="connsiteX7" fmla="*/ 30032 w 163898"/>
                <a:gd name="connsiteY7" fmla="*/ 67851 h 171885"/>
                <a:gd name="connsiteX8" fmla="*/ 54104 w 163898"/>
                <a:gd name="connsiteY8" fmla="*/ 47380 h 171885"/>
                <a:gd name="connsiteX9" fmla="*/ 47732 w 163898"/>
                <a:gd name="connsiteY9" fmla="*/ 32203 h 171885"/>
                <a:gd name="connsiteX10" fmla="*/ 43484 w 163898"/>
                <a:gd name="connsiteY10" fmla="*/ 24438 h 171885"/>
                <a:gd name="connsiteX11" fmla="*/ 65785 w 163898"/>
                <a:gd name="connsiteY11" fmla="*/ 11379 h 171885"/>
                <a:gd name="connsiteX12" fmla="*/ 95521 w 163898"/>
                <a:gd name="connsiteY12" fmla="*/ 42438 h 171885"/>
                <a:gd name="connsiteX13" fmla="*/ 95521 w 163898"/>
                <a:gd name="connsiteY13" fmla="*/ 68204 h 171885"/>
                <a:gd name="connsiteX14" fmla="*/ 22952 w 163898"/>
                <a:gd name="connsiteY14" fmla="*/ 96792 h 171885"/>
                <a:gd name="connsiteX15" fmla="*/ 297 w 163898"/>
                <a:gd name="connsiteY15" fmla="*/ 134558 h 171885"/>
                <a:gd name="connsiteX16" fmla="*/ 39590 w 163898"/>
                <a:gd name="connsiteY16" fmla="*/ 171970 h 171885"/>
                <a:gd name="connsiteX17" fmla="*/ 95521 w 163898"/>
                <a:gd name="connsiteY17" fmla="*/ 147264 h 171885"/>
                <a:gd name="connsiteX18" fmla="*/ 124548 w 163898"/>
                <a:gd name="connsiteY18" fmla="*/ 171970 h 171885"/>
                <a:gd name="connsiteX19" fmla="*/ 164195 w 163898"/>
                <a:gd name="connsiteY19" fmla="*/ 151852 h 171885"/>
                <a:gd name="connsiteX20" fmla="*/ 158885 w 163898"/>
                <a:gd name="connsiteY20" fmla="*/ 144440 h 171885"/>
                <a:gd name="connsiteX21" fmla="*/ 95167 w 163898"/>
                <a:gd name="connsiteY21" fmla="*/ 131734 h 171885"/>
                <a:gd name="connsiteX22" fmla="*/ 70033 w 163898"/>
                <a:gd name="connsiteY22" fmla="*/ 146911 h 171885"/>
                <a:gd name="connsiteX23" fmla="*/ 51980 w 163898"/>
                <a:gd name="connsiteY23" fmla="*/ 123264 h 171885"/>
                <a:gd name="connsiteX24" fmla="*/ 95167 w 163898"/>
                <a:gd name="connsiteY24" fmla="*/ 80557 h 171885"/>
                <a:gd name="connsiteX25" fmla="*/ 95167 w 163898"/>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898" h="171885">
                  <a:moveTo>
                    <a:pt x="158885" y="144440"/>
                  </a:moveTo>
                  <a:lnTo>
                    <a:pt x="155345" y="147970"/>
                  </a:lnTo>
                  <a:cubicBezTo>
                    <a:pt x="154283" y="149029"/>
                    <a:pt x="153221" y="149382"/>
                    <a:pt x="151451" y="149382"/>
                  </a:cubicBezTo>
                  <a:cubicBezTo>
                    <a:pt x="146496" y="149382"/>
                    <a:pt x="144018" y="146205"/>
                    <a:pt x="144018" y="140558"/>
                  </a:cubicBezTo>
                  <a:lnTo>
                    <a:pt x="144018" y="48439"/>
                  </a:lnTo>
                  <a:cubicBezTo>
                    <a:pt x="144018" y="18791"/>
                    <a:pt x="117114" y="85"/>
                    <a:pt x="73927" y="85"/>
                  </a:cubicBezTo>
                  <a:cubicBezTo>
                    <a:pt x="33926" y="85"/>
                    <a:pt x="7023" y="18085"/>
                    <a:pt x="7023" y="44556"/>
                  </a:cubicBezTo>
                  <a:cubicBezTo>
                    <a:pt x="7023" y="59027"/>
                    <a:pt x="15518" y="67851"/>
                    <a:pt x="30032" y="67851"/>
                  </a:cubicBezTo>
                  <a:cubicBezTo>
                    <a:pt x="44192" y="67851"/>
                    <a:pt x="54104" y="59380"/>
                    <a:pt x="54104" y="47380"/>
                  </a:cubicBezTo>
                  <a:cubicBezTo>
                    <a:pt x="54104" y="42438"/>
                    <a:pt x="51980" y="37850"/>
                    <a:pt x="47732" y="32203"/>
                  </a:cubicBezTo>
                  <a:cubicBezTo>
                    <a:pt x="44546" y="28673"/>
                    <a:pt x="43484" y="26556"/>
                    <a:pt x="43484" y="24438"/>
                  </a:cubicBezTo>
                  <a:cubicBezTo>
                    <a:pt x="43484" y="17026"/>
                    <a:pt x="53396" y="11379"/>
                    <a:pt x="65785" y="11379"/>
                  </a:cubicBezTo>
                  <a:cubicBezTo>
                    <a:pt x="86317" y="11379"/>
                    <a:pt x="95521" y="20909"/>
                    <a:pt x="95521" y="42438"/>
                  </a:cubicBezTo>
                  <a:lnTo>
                    <a:pt x="95521" y="68204"/>
                  </a:lnTo>
                  <a:cubicBezTo>
                    <a:pt x="53396" y="80910"/>
                    <a:pt x="36050" y="87969"/>
                    <a:pt x="22952" y="96792"/>
                  </a:cubicBezTo>
                  <a:cubicBezTo>
                    <a:pt x="7731" y="107381"/>
                    <a:pt x="297" y="119381"/>
                    <a:pt x="297" y="134558"/>
                  </a:cubicBezTo>
                  <a:cubicBezTo>
                    <a:pt x="297" y="156088"/>
                    <a:pt x="16934" y="171970"/>
                    <a:pt x="39590" y="171970"/>
                  </a:cubicBezTo>
                  <a:cubicBezTo>
                    <a:pt x="59767" y="171970"/>
                    <a:pt x="76051" y="164911"/>
                    <a:pt x="95521" y="147264"/>
                  </a:cubicBezTo>
                  <a:cubicBezTo>
                    <a:pt x="99415" y="165264"/>
                    <a:pt x="107202" y="171970"/>
                    <a:pt x="124548" y="171970"/>
                  </a:cubicBezTo>
                  <a:cubicBezTo>
                    <a:pt x="139770" y="171970"/>
                    <a:pt x="150743" y="166323"/>
                    <a:pt x="164195" y="151852"/>
                  </a:cubicBezTo>
                  <a:lnTo>
                    <a:pt x="158885" y="144440"/>
                  </a:lnTo>
                  <a:close/>
                  <a:moveTo>
                    <a:pt x="95167" y="131734"/>
                  </a:moveTo>
                  <a:cubicBezTo>
                    <a:pt x="85609" y="142676"/>
                    <a:pt x="78529" y="146911"/>
                    <a:pt x="70033" y="146911"/>
                  </a:cubicBezTo>
                  <a:cubicBezTo>
                    <a:pt x="59413" y="146911"/>
                    <a:pt x="51980" y="137381"/>
                    <a:pt x="51980" y="123264"/>
                  </a:cubicBezTo>
                  <a:cubicBezTo>
                    <a:pt x="51980" y="102793"/>
                    <a:pt x="66847" y="87969"/>
                    <a:pt x="95167" y="80557"/>
                  </a:cubicBezTo>
                  <a:lnTo>
                    <a:pt x="95167" y="131734"/>
                  </a:lnTo>
                  <a:close/>
                </a:path>
              </a:pathLst>
            </a:custGeom>
            <a:solidFill>
              <a:srgbClr val="0000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CE11014-F994-11CF-F3D1-E317985DC689}"/>
                </a:ext>
              </a:extLst>
            </p:cNvPr>
            <p:cNvSpPr/>
            <p:nvPr>
              <p:custDataLst>
                <p:tags r:id="rId33"/>
              </p:custDataLst>
            </p:nvPr>
          </p:nvSpPr>
          <p:spPr>
            <a:xfrm>
              <a:off x="13307913" y="5328950"/>
              <a:ext cx="110445" cy="226592"/>
            </a:xfrm>
            <a:custGeom>
              <a:avLst/>
              <a:gdLst>
                <a:gd name="connsiteX0" fmla="*/ 101189 w 110445"/>
                <a:gd name="connsiteY0" fmla="*/ 59733 h 226592"/>
                <a:gd name="connsiteX1" fmla="*/ 67914 w 110445"/>
                <a:gd name="connsiteY1" fmla="*/ 59733 h 226592"/>
                <a:gd name="connsiteX2" fmla="*/ 67914 w 110445"/>
                <a:gd name="connsiteY2" fmla="*/ 85 h 226592"/>
                <a:gd name="connsiteX3" fmla="*/ 59064 w 110445"/>
                <a:gd name="connsiteY3" fmla="*/ 85 h 226592"/>
                <a:gd name="connsiteX4" fmla="*/ 302 w 110445"/>
                <a:gd name="connsiteY4" fmla="*/ 65733 h 226592"/>
                <a:gd name="connsiteX5" fmla="*/ 302 w 110445"/>
                <a:gd name="connsiteY5" fmla="*/ 75263 h 226592"/>
                <a:gd name="connsiteX6" fmla="*/ 18709 w 110445"/>
                <a:gd name="connsiteY6" fmla="*/ 75263 h 226592"/>
                <a:gd name="connsiteX7" fmla="*/ 18709 w 110445"/>
                <a:gd name="connsiteY7" fmla="*/ 189618 h 226592"/>
                <a:gd name="connsiteX8" fmla="*/ 58356 w 110445"/>
                <a:gd name="connsiteY8" fmla="*/ 226677 h 226592"/>
                <a:gd name="connsiteX9" fmla="*/ 110747 w 110445"/>
                <a:gd name="connsiteY9" fmla="*/ 187147 h 226592"/>
                <a:gd name="connsiteX10" fmla="*/ 101897 w 110445"/>
                <a:gd name="connsiteY10" fmla="*/ 183265 h 226592"/>
                <a:gd name="connsiteX11" fmla="*/ 81720 w 110445"/>
                <a:gd name="connsiteY11" fmla="*/ 201618 h 226592"/>
                <a:gd name="connsiteX12" fmla="*/ 67914 w 110445"/>
                <a:gd name="connsiteY12" fmla="*/ 181500 h 226592"/>
                <a:gd name="connsiteX13" fmla="*/ 67914 w 110445"/>
                <a:gd name="connsiteY13" fmla="*/ 75263 h 226592"/>
                <a:gd name="connsiteX14" fmla="*/ 101189 w 110445"/>
                <a:gd name="connsiteY14" fmla="*/ 75263 h 226592"/>
                <a:gd name="connsiteX15" fmla="*/ 101189 w 1104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445" h="226592">
                  <a:moveTo>
                    <a:pt x="101189" y="59733"/>
                  </a:moveTo>
                  <a:lnTo>
                    <a:pt x="67914" y="59733"/>
                  </a:lnTo>
                  <a:lnTo>
                    <a:pt x="67914" y="85"/>
                  </a:lnTo>
                  <a:lnTo>
                    <a:pt x="59064" y="85"/>
                  </a:lnTo>
                  <a:cubicBezTo>
                    <a:pt x="37471" y="30438"/>
                    <a:pt x="23311" y="46321"/>
                    <a:pt x="302" y="65733"/>
                  </a:cubicBezTo>
                  <a:lnTo>
                    <a:pt x="302" y="75263"/>
                  </a:lnTo>
                  <a:lnTo>
                    <a:pt x="18709" y="75263"/>
                  </a:lnTo>
                  <a:lnTo>
                    <a:pt x="18709" y="189618"/>
                  </a:lnTo>
                  <a:cubicBezTo>
                    <a:pt x="18709" y="212559"/>
                    <a:pt x="33931" y="226677"/>
                    <a:pt x="58356" y="226677"/>
                  </a:cubicBezTo>
                  <a:cubicBezTo>
                    <a:pt x="82074" y="226677"/>
                    <a:pt x="96234" y="216089"/>
                    <a:pt x="110747" y="187147"/>
                  </a:cubicBezTo>
                  <a:lnTo>
                    <a:pt x="101897" y="183265"/>
                  </a:lnTo>
                  <a:cubicBezTo>
                    <a:pt x="94818" y="196677"/>
                    <a:pt x="89154" y="201618"/>
                    <a:pt x="81720" y="201618"/>
                  </a:cubicBezTo>
                  <a:cubicBezTo>
                    <a:pt x="71808" y="201618"/>
                    <a:pt x="67914" y="195618"/>
                    <a:pt x="67914" y="181500"/>
                  </a:cubicBezTo>
                  <a:lnTo>
                    <a:pt x="67914" y="75263"/>
                  </a:lnTo>
                  <a:lnTo>
                    <a:pt x="101189" y="75263"/>
                  </a:lnTo>
                  <a:lnTo>
                    <a:pt x="101189" y="59733"/>
                  </a:lnTo>
                  <a:close/>
                </a:path>
              </a:pathLst>
            </a:custGeom>
            <a:solidFill>
              <a:srgbClr val="000000"/>
            </a:solidFill>
            <a:ln w="356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74CF4E8-E39C-D766-A01F-ADE676399257}"/>
                </a:ext>
              </a:extLst>
            </p:cNvPr>
            <p:cNvSpPr/>
            <p:nvPr>
              <p:custDataLst>
                <p:tags r:id="rId34"/>
              </p:custDataLst>
            </p:nvPr>
          </p:nvSpPr>
          <p:spPr>
            <a:xfrm>
              <a:off x="13424817" y="5307420"/>
              <a:ext cx="84604" cy="243887"/>
            </a:xfrm>
            <a:custGeom>
              <a:avLst/>
              <a:gdLst>
                <a:gd name="connsiteX0" fmla="*/ 68272 w 84604"/>
                <a:gd name="connsiteY0" fmla="*/ 81263 h 243887"/>
                <a:gd name="connsiteX1" fmla="*/ 305 w 84604"/>
                <a:gd name="connsiteY1" fmla="*/ 81263 h 243887"/>
                <a:gd name="connsiteX2" fmla="*/ 305 w 84604"/>
                <a:gd name="connsiteY2" fmla="*/ 89733 h 243887"/>
                <a:gd name="connsiteX3" fmla="*/ 19067 w 84604"/>
                <a:gd name="connsiteY3" fmla="*/ 110557 h 243887"/>
                <a:gd name="connsiteX4" fmla="*/ 19067 w 84604"/>
                <a:gd name="connsiteY4" fmla="*/ 214324 h 243887"/>
                <a:gd name="connsiteX5" fmla="*/ 305 w 84604"/>
                <a:gd name="connsiteY5" fmla="*/ 235501 h 243887"/>
                <a:gd name="connsiteX6" fmla="*/ 305 w 84604"/>
                <a:gd name="connsiteY6" fmla="*/ 243972 h 243887"/>
                <a:gd name="connsiteX7" fmla="*/ 84909 w 84604"/>
                <a:gd name="connsiteY7" fmla="*/ 243972 h 243887"/>
                <a:gd name="connsiteX8" fmla="*/ 84909 w 84604"/>
                <a:gd name="connsiteY8" fmla="*/ 235501 h 243887"/>
                <a:gd name="connsiteX9" fmla="*/ 68272 w 84604"/>
                <a:gd name="connsiteY9" fmla="*/ 215383 h 243887"/>
                <a:gd name="connsiteX10" fmla="*/ 68272 w 84604"/>
                <a:gd name="connsiteY10" fmla="*/ 81263 h 243887"/>
                <a:gd name="connsiteX11" fmla="*/ 43492 w 84604"/>
                <a:gd name="connsiteY11" fmla="*/ 85 h 243887"/>
                <a:gd name="connsiteX12" fmla="*/ 15881 w 84604"/>
                <a:gd name="connsiteY12" fmla="*/ 27262 h 243887"/>
                <a:gd name="connsiteX13" fmla="*/ 43138 w 84604"/>
                <a:gd name="connsiteY13" fmla="*/ 54792 h 243887"/>
                <a:gd name="connsiteX14" fmla="*/ 70749 w 84604"/>
                <a:gd name="connsiteY14" fmla="*/ 27615 h 243887"/>
                <a:gd name="connsiteX15" fmla="*/ 43492 w 84604"/>
                <a:gd name="connsiteY15" fmla="*/ 85 h 24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04" h="243887">
                  <a:moveTo>
                    <a:pt x="68272" y="81263"/>
                  </a:moveTo>
                  <a:lnTo>
                    <a:pt x="305" y="81263"/>
                  </a:lnTo>
                  <a:lnTo>
                    <a:pt x="305" y="89733"/>
                  </a:lnTo>
                  <a:cubicBezTo>
                    <a:pt x="15881" y="92910"/>
                    <a:pt x="19067" y="96087"/>
                    <a:pt x="19067" y="110557"/>
                  </a:cubicBezTo>
                  <a:lnTo>
                    <a:pt x="19067" y="214324"/>
                  </a:lnTo>
                  <a:cubicBezTo>
                    <a:pt x="19067" y="228795"/>
                    <a:pt x="16589" y="231619"/>
                    <a:pt x="305" y="235501"/>
                  </a:cubicBezTo>
                  <a:lnTo>
                    <a:pt x="305" y="243972"/>
                  </a:lnTo>
                  <a:lnTo>
                    <a:pt x="84909" y="243972"/>
                  </a:lnTo>
                  <a:lnTo>
                    <a:pt x="84909" y="235501"/>
                  </a:lnTo>
                  <a:cubicBezTo>
                    <a:pt x="72519" y="233736"/>
                    <a:pt x="68272" y="228795"/>
                    <a:pt x="68272" y="215383"/>
                  </a:cubicBezTo>
                  <a:lnTo>
                    <a:pt x="68272" y="81263"/>
                  </a:lnTo>
                  <a:close/>
                  <a:moveTo>
                    <a:pt x="43492" y="85"/>
                  </a:moveTo>
                  <a:cubicBezTo>
                    <a:pt x="28270" y="85"/>
                    <a:pt x="15881" y="12438"/>
                    <a:pt x="15881" y="27262"/>
                  </a:cubicBezTo>
                  <a:cubicBezTo>
                    <a:pt x="15881" y="43144"/>
                    <a:pt x="27562" y="54792"/>
                    <a:pt x="43138" y="54792"/>
                  </a:cubicBezTo>
                  <a:cubicBezTo>
                    <a:pt x="58714" y="54792"/>
                    <a:pt x="70749" y="43144"/>
                    <a:pt x="70749" y="27615"/>
                  </a:cubicBezTo>
                  <a:cubicBezTo>
                    <a:pt x="70749" y="12438"/>
                    <a:pt x="58714" y="85"/>
                    <a:pt x="43492" y="85"/>
                  </a:cubicBezTo>
                  <a:close/>
                </a:path>
              </a:pathLst>
            </a:custGeom>
            <a:solidFill>
              <a:srgbClr val="000000"/>
            </a:solidFill>
            <a:ln w="3562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66A8648-8515-95D2-B2CC-6C153A2AF1F8}"/>
                </a:ext>
              </a:extLst>
            </p:cNvPr>
            <p:cNvSpPr/>
            <p:nvPr>
              <p:custDataLst>
                <p:tags r:id="rId35"/>
              </p:custDataLst>
            </p:nvPr>
          </p:nvSpPr>
          <p:spPr>
            <a:xfrm>
              <a:off x="13526779" y="5384363"/>
              <a:ext cx="159650" cy="171885"/>
            </a:xfrm>
            <a:custGeom>
              <a:avLst/>
              <a:gdLst>
                <a:gd name="connsiteX0" fmla="*/ 80310 w 159650"/>
                <a:gd name="connsiteY0" fmla="*/ 85 h 171885"/>
                <a:gd name="connsiteX1" fmla="*/ 308 w 159650"/>
                <a:gd name="connsiteY1" fmla="*/ 85145 h 171885"/>
                <a:gd name="connsiteX2" fmla="*/ 80310 w 159650"/>
                <a:gd name="connsiteY2" fmla="*/ 171970 h 171885"/>
                <a:gd name="connsiteX3" fmla="*/ 159958 w 159650"/>
                <a:gd name="connsiteY3" fmla="*/ 86204 h 171885"/>
                <a:gd name="connsiteX4" fmla="*/ 80310 w 159650"/>
                <a:gd name="connsiteY4" fmla="*/ 85 h 171885"/>
                <a:gd name="connsiteX5" fmla="*/ 80664 w 159650"/>
                <a:gd name="connsiteY5" fmla="*/ 11026 h 171885"/>
                <a:gd name="connsiteX6" fmla="*/ 107921 w 159650"/>
                <a:gd name="connsiteY6" fmla="*/ 88322 h 171885"/>
                <a:gd name="connsiteX7" fmla="*/ 80310 w 159650"/>
                <a:gd name="connsiteY7" fmla="*/ 161029 h 171885"/>
                <a:gd name="connsiteX8" fmla="*/ 52345 w 159650"/>
                <a:gd name="connsiteY8" fmla="*/ 91498 h 171885"/>
                <a:gd name="connsiteX9" fmla="*/ 80664 w 159650"/>
                <a:gd name="connsiteY9" fmla="*/ 11026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650" h="171885">
                  <a:moveTo>
                    <a:pt x="80310" y="85"/>
                  </a:moveTo>
                  <a:cubicBezTo>
                    <a:pt x="35353" y="85"/>
                    <a:pt x="308" y="37144"/>
                    <a:pt x="308" y="85145"/>
                  </a:cubicBezTo>
                  <a:cubicBezTo>
                    <a:pt x="308" y="135617"/>
                    <a:pt x="33937" y="171970"/>
                    <a:pt x="80310" y="171970"/>
                  </a:cubicBezTo>
                  <a:cubicBezTo>
                    <a:pt x="125975" y="171970"/>
                    <a:pt x="159958" y="135264"/>
                    <a:pt x="159958" y="86204"/>
                  </a:cubicBezTo>
                  <a:cubicBezTo>
                    <a:pt x="159958" y="36791"/>
                    <a:pt x="125975" y="85"/>
                    <a:pt x="80310" y="85"/>
                  </a:cubicBezTo>
                  <a:close/>
                  <a:moveTo>
                    <a:pt x="80664" y="11026"/>
                  </a:moveTo>
                  <a:cubicBezTo>
                    <a:pt x="101196" y="11026"/>
                    <a:pt x="107921" y="30438"/>
                    <a:pt x="107921" y="88322"/>
                  </a:cubicBezTo>
                  <a:cubicBezTo>
                    <a:pt x="107921" y="142676"/>
                    <a:pt x="100842" y="161029"/>
                    <a:pt x="80310" y="161029"/>
                  </a:cubicBezTo>
                  <a:cubicBezTo>
                    <a:pt x="59425" y="161029"/>
                    <a:pt x="52345" y="143029"/>
                    <a:pt x="52345" y="91498"/>
                  </a:cubicBezTo>
                  <a:cubicBezTo>
                    <a:pt x="52345" y="29379"/>
                    <a:pt x="58717" y="11026"/>
                    <a:pt x="80664" y="11026"/>
                  </a:cubicBezTo>
                  <a:close/>
                </a:path>
              </a:pathLst>
            </a:custGeom>
            <a:solidFill>
              <a:srgbClr val="000000"/>
            </a:solidFill>
            <a:ln w="3562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8DCE4D36-71C9-B12A-F756-DBD184B06AF4}"/>
                </a:ext>
              </a:extLst>
            </p:cNvPr>
            <p:cNvSpPr/>
            <p:nvPr>
              <p:custDataLst>
                <p:tags r:id="rId36"/>
              </p:custDataLst>
            </p:nvPr>
          </p:nvSpPr>
          <p:spPr>
            <a:xfrm>
              <a:off x="13703023" y="5384363"/>
              <a:ext cx="183367" cy="166944"/>
            </a:xfrm>
            <a:custGeom>
              <a:avLst/>
              <a:gdLst>
                <a:gd name="connsiteX0" fmla="*/ 67925 w 183367"/>
                <a:gd name="connsiteY0" fmla="*/ 4320 h 166944"/>
                <a:gd name="connsiteX1" fmla="*/ 313 w 183367"/>
                <a:gd name="connsiteY1" fmla="*/ 4320 h 166944"/>
                <a:gd name="connsiteX2" fmla="*/ 313 w 183367"/>
                <a:gd name="connsiteY2" fmla="*/ 12791 h 166944"/>
                <a:gd name="connsiteX3" fmla="*/ 19074 w 183367"/>
                <a:gd name="connsiteY3" fmla="*/ 33615 h 166944"/>
                <a:gd name="connsiteX4" fmla="*/ 19074 w 183367"/>
                <a:gd name="connsiteY4" fmla="*/ 137381 h 166944"/>
                <a:gd name="connsiteX5" fmla="*/ 313 w 183367"/>
                <a:gd name="connsiteY5" fmla="*/ 158558 h 166944"/>
                <a:gd name="connsiteX6" fmla="*/ 313 w 183367"/>
                <a:gd name="connsiteY6" fmla="*/ 167029 h 166944"/>
                <a:gd name="connsiteX7" fmla="*/ 85625 w 183367"/>
                <a:gd name="connsiteY7" fmla="*/ 167029 h 166944"/>
                <a:gd name="connsiteX8" fmla="*/ 85625 w 183367"/>
                <a:gd name="connsiteY8" fmla="*/ 158558 h 166944"/>
                <a:gd name="connsiteX9" fmla="*/ 68279 w 183367"/>
                <a:gd name="connsiteY9" fmla="*/ 138440 h 166944"/>
                <a:gd name="connsiteX10" fmla="*/ 68279 w 183367"/>
                <a:gd name="connsiteY10" fmla="*/ 44203 h 166944"/>
                <a:gd name="connsiteX11" fmla="*/ 74297 w 183367"/>
                <a:gd name="connsiteY11" fmla="*/ 36085 h 166944"/>
                <a:gd name="connsiteX12" fmla="*/ 98723 w 183367"/>
                <a:gd name="connsiteY12" fmla="*/ 23732 h 166944"/>
                <a:gd name="connsiteX13" fmla="*/ 117130 w 183367"/>
                <a:gd name="connsiteY13" fmla="*/ 53027 h 166944"/>
                <a:gd name="connsiteX14" fmla="*/ 117130 w 183367"/>
                <a:gd name="connsiteY14" fmla="*/ 138440 h 166944"/>
                <a:gd name="connsiteX15" fmla="*/ 100493 w 183367"/>
                <a:gd name="connsiteY15" fmla="*/ 158558 h 166944"/>
                <a:gd name="connsiteX16" fmla="*/ 100493 w 183367"/>
                <a:gd name="connsiteY16" fmla="*/ 167029 h 166944"/>
                <a:gd name="connsiteX17" fmla="*/ 183681 w 183367"/>
                <a:gd name="connsiteY17" fmla="*/ 167029 h 166944"/>
                <a:gd name="connsiteX18" fmla="*/ 183681 w 183367"/>
                <a:gd name="connsiteY18" fmla="*/ 158558 h 166944"/>
                <a:gd name="connsiteX19" fmla="*/ 166335 w 183367"/>
                <a:gd name="connsiteY19" fmla="*/ 138440 h 166944"/>
                <a:gd name="connsiteX20" fmla="*/ 166335 w 183367"/>
                <a:gd name="connsiteY20" fmla="*/ 49850 h 166944"/>
                <a:gd name="connsiteX21" fmla="*/ 118546 w 183367"/>
                <a:gd name="connsiteY21" fmla="*/ 85 h 166944"/>
                <a:gd name="connsiteX22" fmla="*/ 67925 w 183367"/>
                <a:gd name="connsiteY22" fmla="*/ 30791 h 166944"/>
                <a:gd name="connsiteX23" fmla="*/ 67925 w 183367"/>
                <a:gd name="connsiteY23"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367" h="166944">
                  <a:moveTo>
                    <a:pt x="67925" y="4320"/>
                  </a:moveTo>
                  <a:lnTo>
                    <a:pt x="313" y="4320"/>
                  </a:lnTo>
                  <a:lnTo>
                    <a:pt x="313" y="12791"/>
                  </a:lnTo>
                  <a:cubicBezTo>
                    <a:pt x="15888" y="15261"/>
                    <a:pt x="19074" y="18791"/>
                    <a:pt x="19074" y="33615"/>
                  </a:cubicBezTo>
                  <a:lnTo>
                    <a:pt x="19074" y="137381"/>
                  </a:lnTo>
                  <a:cubicBezTo>
                    <a:pt x="19074" y="152205"/>
                    <a:pt x="16242" y="155382"/>
                    <a:pt x="313" y="158558"/>
                  </a:cubicBezTo>
                  <a:lnTo>
                    <a:pt x="313" y="167029"/>
                  </a:lnTo>
                  <a:lnTo>
                    <a:pt x="85625" y="167029"/>
                  </a:lnTo>
                  <a:lnTo>
                    <a:pt x="85625" y="158558"/>
                  </a:lnTo>
                  <a:cubicBezTo>
                    <a:pt x="72527" y="156794"/>
                    <a:pt x="68279" y="151499"/>
                    <a:pt x="68279" y="138440"/>
                  </a:cubicBezTo>
                  <a:lnTo>
                    <a:pt x="68279" y="44203"/>
                  </a:lnTo>
                  <a:cubicBezTo>
                    <a:pt x="68279" y="42791"/>
                    <a:pt x="70757" y="39262"/>
                    <a:pt x="74297" y="36085"/>
                  </a:cubicBezTo>
                  <a:cubicBezTo>
                    <a:pt x="82085" y="27968"/>
                    <a:pt x="90581" y="23732"/>
                    <a:pt x="98723" y="23732"/>
                  </a:cubicBezTo>
                  <a:cubicBezTo>
                    <a:pt x="111112" y="23732"/>
                    <a:pt x="117130" y="33262"/>
                    <a:pt x="117130" y="53027"/>
                  </a:cubicBezTo>
                  <a:lnTo>
                    <a:pt x="117130" y="138440"/>
                  </a:lnTo>
                  <a:cubicBezTo>
                    <a:pt x="117130" y="151499"/>
                    <a:pt x="112528" y="157147"/>
                    <a:pt x="100493" y="158558"/>
                  </a:cubicBezTo>
                  <a:lnTo>
                    <a:pt x="100493" y="167029"/>
                  </a:lnTo>
                  <a:lnTo>
                    <a:pt x="183681" y="167029"/>
                  </a:lnTo>
                  <a:lnTo>
                    <a:pt x="183681" y="158558"/>
                  </a:lnTo>
                  <a:cubicBezTo>
                    <a:pt x="169875" y="157499"/>
                    <a:pt x="166335" y="153264"/>
                    <a:pt x="166335" y="138440"/>
                  </a:cubicBezTo>
                  <a:lnTo>
                    <a:pt x="166335" y="49850"/>
                  </a:lnTo>
                  <a:cubicBezTo>
                    <a:pt x="166335" y="19497"/>
                    <a:pt x="147574" y="85"/>
                    <a:pt x="118546" y="85"/>
                  </a:cubicBezTo>
                  <a:cubicBezTo>
                    <a:pt x="97307" y="85"/>
                    <a:pt x="81023" y="9967"/>
                    <a:pt x="67925" y="30791"/>
                  </a:cubicBezTo>
                  <a:lnTo>
                    <a:pt x="67925" y="4320"/>
                  </a:lnTo>
                  <a:close/>
                </a:path>
              </a:pathLst>
            </a:custGeom>
            <a:solidFill>
              <a:srgbClr val="000000"/>
            </a:solidFill>
            <a:ln w="35620" cap="flat">
              <a:noFill/>
              <a:prstDash val="solid"/>
              <a:miter/>
            </a:ln>
          </p:spPr>
          <p:txBody>
            <a:bodyPr rtlCol="0" anchor="ctr"/>
            <a:lstStyle/>
            <a:p>
              <a:endParaRPr lang="en-US"/>
            </a:p>
          </p:txBody>
        </p:sp>
      </p:grpSp>
    </p:spTree>
    <p:extLst>
      <p:ext uri="{BB962C8B-B14F-4D97-AF65-F5344CB8AC3E}">
        <p14:creationId xmlns:p14="http://schemas.microsoft.com/office/powerpoint/2010/main" val="1818891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1A1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4">
              <a:lumMod val="50000"/>
            </a:schemeClr>
          </a:solidFill>
        </p:spPr>
        <p:txBody>
          <a:bodyPr>
            <a:normAutofit/>
          </a:bodyPr>
          <a:lstStyle/>
          <a:p>
            <a:pPr algn="ctr"/>
            <a:r>
              <a:rPr lang="en-US" sz="4000" b="0" i="0" dirty="0">
                <a:solidFill>
                  <a:schemeClr val="bg1"/>
                </a:solidFill>
                <a:effectLst/>
                <a:latin typeface="fkGrotesk"/>
              </a:rPr>
              <a:t>Pseudo Random Numbers</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a:bodyPr>
          <a:lstStyle/>
          <a:p>
            <a:pPr algn="l">
              <a:buFont typeface="Arial" panose="020B0604020202020204" pitchFamily="34" charset="0"/>
              <a:buChar char="•"/>
            </a:pPr>
            <a:r>
              <a:rPr lang="en-US" dirty="0">
                <a:latin typeface="fkGroteskNeue"/>
              </a:rPr>
              <a:t> </a:t>
            </a:r>
            <a:endParaRPr lang="en-US" b="0" i="0" dirty="0">
              <a:effectLst/>
              <a:latin typeface="fkGroteskNeue"/>
            </a:endParaRPr>
          </a:p>
          <a:p>
            <a:pPr lvl="1"/>
            <a:endParaRPr lang="en-US" b="0" i="0" dirty="0">
              <a:effectLst/>
              <a:latin typeface="fkGroteskNeue"/>
            </a:endParaRP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grpSp>
        <p:nvGrpSpPr>
          <p:cNvPr id="111" name="Group 110"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title="IguanaTex Shape Display">
            <a:extLst>
              <a:ext uri="{FF2B5EF4-FFF2-40B4-BE49-F238E27FC236}">
                <a16:creationId xmlns:a16="http://schemas.microsoft.com/office/drawing/2014/main" id="{7CE04C8B-FB4F-4A40-F333-718196C9849C}"/>
              </a:ext>
            </a:extLst>
          </p:cNvPr>
          <p:cNvGrpSpPr>
            <a:grpSpLocks noChangeAspect="1"/>
          </p:cNvGrpSpPr>
          <p:nvPr>
            <p:custDataLst>
              <p:tags r:id="rId1"/>
            </p:custDataLst>
          </p:nvPr>
        </p:nvGrpSpPr>
        <p:grpSpPr>
          <a:xfrm>
            <a:off x="1778000" y="317500"/>
            <a:ext cx="2424895" cy="310947"/>
            <a:chOff x="8901376" y="3090214"/>
            <a:chExt cx="2424895" cy="310947"/>
          </a:xfrm>
        </p:grpSpPr>
        <p:sp>
          <p:nvSpPr>
            <p:cNvPr id="99" name="Freeform: Shape 98">
              <a:extLst>
                <a:ext uri="{FF2B5EF4-FFF2-40B4-BE49-F238E27FC236}">
                  <a16:creationId xmlns:a16="http://schemas.microsoft.com/office/drawing/2014/main" id="{7D09724D-10CC-78A1-9392-3AD63265BAA0}"/>
                </a:ext>
              </a:extLst>
            </p:cNvPr>
            <p:cNvSpPr/>
            <p:nvPr>
              <p:custDataLst>
                <p:tags r:id="rId2"/>
              </p:custDataLst>
            </p:nvPr>
          </p:nvSpPr>
          <p:spPr>
            <a:xfrm>
              <a:off x="8901376" y="3090214"/>
              <a:ext cx="221403" cy="238592"/>
            </a:xfrm>
            <a:custGeom>
              <a:avLst/>
              <a:gdLst>
                <a:gd name="connsiteX0" fmla="*/ 204599 w 221403"/>
                <a:gd name="connsiteY0" fmla="*/ 85 h 238592"/>
                <a:gd name="connsiteX1" fmla="*/ 199 w 221403"/>
                <a:gd name="connsiteY1" fmla="*/ 85 h 238592"/>
                <a:gd name="connsiteX2" fmla="*/ 199 w 221403"/>
                <a:gd name="connsiteY2" fmla="*/ 8908 h 238592"/>
                <a:gd name="connsiteX3" fmla="*/ 31373 w 221403"/>
                <a:gd name="connsiteY3" fmla="*/ 33968 h 238592"/>
                <a:gd name="connsiteX4" fmla="*/ 31373 w 221403"/>
                <a:gd name="connsiteY4" fmla="*/ 204795 h 238592"/>
                <a:gd name="connsiteX5" fmla="*/ 199 w 221403"/>
                <a:gd name="connsiteY5" fmla="*/ 229854 h 238592"/>
                <a:gd name="connsiteX6" fmla="*/ 199 w 221403"/>
                <a:gd name="connsiteY6" fmla="*/ 238678 h 238592"/>
                <a:gd name="connsiteX7" fmla="*/ 207433 w 221403"/>
                <a:gd name="connsiteY7" fmla="*/ 238678 h 238592"/>
                <a:gd name="connsiteX8" fmla="*/ 221603 w 221403"/>
                <a:gd name="connsiteY8" fmla="*/ 165264 h 238592"/>
                <a:gd name="connsiteX9" fmla="*/ 211684 w 221403"/>
                <a:gd name="connsiteY9" fmla="*/ 165264 h 238592"/>
                <a:gd name="connsiteX10" fmla="*/ 180865 w 221403"/>
                <a:gd name="connsiteY10" fmla="*/ 209030 h 238592"/>
                <a:gd name="connsiteX11" fmla="*/ 118163 w 221403"/>
                <a:gd name="connsiteY11" fmla="*/ 227736 h 238592"/>
                <a:gd name="connsiteX12" fmla="*/ 88761 w 221403"/>
                <a:gd name="connsiteY12" fmla="*/ 207971 h 238592"/>
                <a:gd name="connsiteX13" fmla="*/ 88761 w 221403"/>
                <a:gd name="connsiteY13" fmla="*/ 122558 h 238592"/>
                <a:gd name="connsiteX14" fmla="*/ 146149 w 221403"/>
                <a:gd name="connsiteY14" fmla="*/ 177265 h 238592"/>
                <a:gd name="connsiteX15" fmla="*/ 155359 w 221403"/>
                <a:gd name="connsiteY15" fmla="*/ 177265 h 238592"/>
                <a:gd name="connsiteX16" fmla="*/ 155359 w 221403"/>
                <a:gd name="connsiteY16" fmla="*/ 57968 h 238592"/>
                <a:gd name="connsiteX17" fmla="*/ 146149 w 221403"/>
                <a:gd name="connsiteY17" fmla="*/ 57968 h 238592"/>
                <a:gd name="connsiteX18" fmla="*/ 88761 w 221403"/>
                <a:gd name="connsiteY18" fmla="*/ 110557 h 238592"/>
                <a:gd name="connsiteX19" fmla="*/ 88761 w 221403"/>
                <a:gd name="connsiteY19" fmla="*/ 28673 h 238592"/>
                <a:gd name="connsiteX20" fmla="*/ 111787 w 221403"/>
                <a:gd name="connsiteY20" fmla="*/ 12085 h 238592"/>
                <a:gd name="connsiteX21" fmla="*/ 195743 w 221403"/>
                <a:gd name="connsiteY21" fmla="*/ 71027 h 238592"/>
                <a:gd name="connsiteX22" fmla="*/ 204599 w 221403"/>
                <a:gd name="connsiteY22" fmla="*/ 71027 h 238592"/>
                <a:gd name="connsiteX23" fmla="*/ 204599 w 221403"/>
                <a:gd name="connsiteY23"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1403" h="238592">
                  <a:moveTo>
                    <a:pt x="204599" y="85"/>
                  </a:moveTo>
                  <a:lnTo>
                    <a:pt x="199" y="85"/>
                  </a:lnTo>
                  <a:lnTo>
                    <a:pt x="199" y="8908"/>
                  </a:lnTo>
                  <a:cubicBezTo>
                    <a:pt x="24642" y="10320"/>
                    <a:pt x="31373" y="15967"/>
                    <a:pt x="31373" y="33968"/>
                  </a:cubicBezTo>
                  <a:lnTo>
                    <a:pt x="31373" y="204795"/>
                  </a:lnTo>
                  <a:cubicBezTo>
                    <a:pt x="31373" y="223148"/>
                    <a:pt x="26414" y="227030"/>
                    <a:pt x="199" y="229854"/>
                  </a:cubicBezTo>
                  <a:lnTo>
                    <a:pt x="199" y="238678"/>
                  </a:lnTo>
                  <a:lnTo>
                    <a:pt x="207433" y="238678"/>
                  </a:lnTo>
                  <a:lnTo>
                    <a:pt x="221603" y="165264"/>
                  </a:lnTo>
                  <a:lnTo>
                    <a:pt x="211684" y="165264"/>
                  </a:lnTo>
                  <a:cubicBezTo>
                    <a:pt x="200702" y="188912"/>
                    <a:pt x="193617" y="198794"/>
                    <a:pt x="180865" y="209030"/>
                  </a:cubicBezTo>
                  <a:cubicBezTo>
                    <a:pt x="164569" y="222089"/>
                    <a:pt x="145086" y="227736"/>
                    <a:pt x="118163" y="227736"/>
                  </a:cubicBezTo>
                  <a:cubicBezTo>
                    <a:pt x="95491" y="227736"/>
                    <a:pt x="88761" y="223148"/>
                    <a:pt x="88761" y="207971"/>
                  </a:cubicBezTo>
                  <a:lnTo>
                    <a:pt x="88761" y="122558"/>
                  </a:lnTo>
                  <a:cubicBezTo>
                    <a:pt x="127374" y="122558"/>
                    <a:pt x="141898" y="136323"/>
                    <a:pt x="146149" y="177265"/>
                  </a:cubicBezTo>
                  <a:lnTo>
                    <a:pt x="155359" y="177265"/>
                  </a:lnTo>
                  <a:lnTo>
                    <a:pt x="155359" y="57968"/>
                  </a:lnTo>
                  <a:lnTo>
                    <a:pt x="146149" y="57968"/>
                  </a:lnTo>
                  <a:cubicBezTo>
                    <a:pt x="140835" y="98204"/>
                    <a:pt x="127019" y="110910"/>
                    <a:pt x="88761" y="110557"/>
                  </a:cubicBezTo>
                  <a:lnTo>
                    <a:pt x="88761" y="28673"/>
                  </a:lnTo>
                  <a:cubicBezTo>
                    <a:pt x="88761" y="15261"/>
                    <a:pt x="93366" y="12085"/>
                    <a:pt x="111787" y="12085"/>
                  </a:cubicBezTo>
                  <a:cubicBezTo>
                    <a:pt x="169529" y="12085"/>
                    <a:pt x="186887" y="24085"/>
                    <a:pt x="195743" y="71027"/>
                  </a:cubicBezTo>
                  <a:lnTo>
                    <a:pt x="204599" y="71027"/>
                  </a:lnTo>
                  <a:lnTo>
                    <a:pt x="204599" y="85"/>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0" name="Freeform: Shape 99">
              <a:extLst>
                <a:ext uri="{FF2B5EF4-FFF2-40B4-BE49-F238E27FC236}">
                  <a16:creationId xmlns:a16="http://schemas.microsoft.com/office/drawing/2014/main" id="{BE152753-D73B-F2B1-155C-E0D95F51D80A}"/>
                </a:ext>
              </a:extLst>
            </p:cNvPr>
            <p:cNvSpPr/>
            <p:nvPr>
              <p:custDataLst>
                <p:tags r:id="rId3"/>
              </p:custDataLst>
            </p:nvPr>
          </p:nvSpPr>
          <p:spPr>
            <a:xfrm>
              <a:off x="9137124" y="3166098"/>
              <a:ext cx="167203" cy="162709"/>
            </a:xfrm>
            <a:custGeom>
              <a:avLst/>
              <a:gdLst>
                <a:gd name="connsiteX0" fmla="*/ 167410 w 167203"/>
                <a:gd name="connsiteY0" fmla="*/ 154323 h 162709"/>
                <a:gd name="connsiteX1" fmla="*/ 156783 w 167203"/>
                <a:gd name="connsiteY1" fmla="*/ 147264 h 162709"/>
                <a:gd name="connsiteX2" fmla="*/ 104354 w 167203"/>
                <a:gd name="connsiteY2" fmla="*/ 66792 h 162709"/>
                <a:gd name="connsiteX3" fmla="*/ 140133 w 167203"/>
                <a:gd name="connsiteY3" fmla="*/ 22320 h 162709"/>
                <a:gd name="connsiteX4" fmla="*/ 164930 w 167203"/>
                <a:gd name="connsiteY4" fmla="*/ 8555 h 162709"/>
                <a:gd name="connsiteX5" fmla="*/ 164930 w 167203"/>
                <a:gd name="connsiteY5" fmla="*/ 85 h 162709"/>
                <a:gd name="connsiteX6" fmla="*/ 105417 w 167203"/>
                <a:gd name="connsiteY6" fmla="*/ 85 h 162709"/>
                <a:gd name="connsiteX7" fmla="*/ 105417 w 167203"/>
                <a:gd name="connsiteY7" fmla="*/ 8555 h 162709"/>
                <a:gd name="connsiteX8" fmla="*/ 112502 w 167203"/>
                <a:gd name="connsiteY8" fmla="*/ 9261 h 162709"/>
                <a:gd name="connsiteX9" fmla="*/ 123483 w 167203"/>
                <a:gd name="connsiteY9" fmla="*/ 17026 h 162709"/>
                <a:gd name="connsiteX10" fmla="*/ 110022 w 167203"/>
                <a:gd name="connsiteY10" fmla="*/ 39615 h 162709"/>
                <a:gd name="connsiteX11" fmla="*/ 97269 w 167203"/>
                <a:gd name="connsiteY11" fmla="*/ 55850 h 162709"/>
                <a:gd name="connsiteX12" fmla="*/ 92664 w 167203"/>
                <a:gd name="connsiteY12" fmla="*/ 49850 h 162709"/>
                <a:gd name="connsiteX13" fmla="*/ 72118 w 167203"/>
                <a:gd name="connsiteY13" fmla="*/ 15261 h 162709"/>
                <a:gd name="connsiteX14" fmla="*/ 88767 w 167203"/>
                <a:gd name="connsiteY14" fmla="*/ 8555 h 162709"/>
                <a:gd name="connsiteX15" fmla="*/ 88767 w 167203"/>
                <a:gd name="connsiteY15" fmla="*/ 85 h 162709"/>
                <a:gd name="connsiteX16" fmla="*/ 206 w 167203"/>
                <a:gd name="connsiteY16" fmla="*/ 85 h 162709"/>
                <a:gd name="connsiteX17" fmla="*/ 206 w 167203"/>
                <a:gd name="connsiteY17" fmla="*/ 8555 h 162709"/>
                <a:gd name="connsiteX18" fmla="*/ 18627 w 167203"/>
                <a:gd name="connsiteY18" fmla="*/ 22320 h 162709"/>
                <a:gd name="connsiteX19" fmla="*/ 63970 w 167203"/>
                <a:gd name="connsiteY19" fmla="*/ 91851 h 162709"/>
                <a:gd name="connsiteX20" fmla="*/ 40944 w 167203"/>
                <a:gd name="connsiteY20" fmla="*/ 121499 h 162709"/>
                <a:gd name="connsiteX21" fmla="*/ 915 w 167203"/>
                <a:gd name="connsiteY21" fmla="*/ 154323 h 162709"/>
                <a:gd name="connsiteX22" fmla="*/ 915 w 167203"/>
                <a:gd name="connsiteY22" fmla="*/ 162794 h 162709"/>
                <a:gd name="connsiteX23" fmla="*/ 60782 w 167203"/>
                <a:gd name="connsiteY23" fmla="*/ 162794 h 162709"/>
                <a:gd name="connsiteX24" fmla="*/ 60782 w 167203"/>
                <a:gd name="connsiteY24" fmla="*/ 154323 h 162709"/>
                <a:gd name="connsiteX25" fmla="*/ 43070 w 167203"/>
                <a:gd name="connsiteY25" fmla="*/ 145852 h 162709"/>
                <a:gd name="connsiteX26" fmla="*/ 65741 w 167203"/>
                <a:gd name="connsiteY26" fmla="*/ 109499 h 162709"/>
                <a:gd name="connsiteX27" fmla="*/ 71409 w 167203"/>
                <a:gd name="connsiteY27" fmla="*/ 102440 h 162709"/>
                <a:gd name="connsiteX28" fmla="*/ 86288 w 167203"/>
                <a:gd name="connsiteY28" fmla="*/ 124675 h 162709"/>
                <a:gd name="connsiteX29" fmla="*/ 97978 w 167203"/>
                <a:gd name="connsiteY29" fmla="*/ 147264 h 162709"/>
                <a:gd name="connsiteX30" fmla="*/ 82037 w 167203"/>
                <a:gd name="connsiteY30" fmla="*/ 154323 h 162709"/>
                <a:gd name="connsiteX31" fmla="*/ 82037 w 167203"/>
                <a:gd name="connsiteY31" fmla="*/ 162794 h 162709"/>
                <a:gd name="connsiteX32" fmla="*/ 167410 w 167203"/>
                <a:gd name="connsiteY32" fmla="*/ 162794 h 162709"/>
                <a:gd name="connsiteX33" fmla="*/ 167410 w 167203"/>
                <a:gd name="connsiteY33" fmla="*/ 154323 h 16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7203" h="162709">
                  <a:moveTo>
                    <a:pt x="167410" y="154323"/>
                  </a:moveTo>
                  <a:cubicBezTo>
                    <a:pt x="161742" y="152558"/>
                    <a:pt x="159262" y="151146"/>
                    <a:pt x="156783" y="147264"/>
                  </a:cubicBezTo>
                  <a:lnTo>
                    <a:pt x="104354" y="66792"/>
                  </a:lnTo>
                  <a:lnTo>
                    <a:pt x="140133" y="22320"/>
                  </a:lnTo>
                  <a:cubicBezTo>
                    <a:pt x="146864" y="14203"/>
                    <a:pt x="153949" y="10320"/>
                    <a:pt x="164930" y="8555"/>
                  </a:cubicBezTo>
                  <a:lnTo>
                    <a:pt x="164930" y="85"/>
                  </a:lnTo>
                  <a:lnTo>
                    <a:pt x="105417" y="85"/>
                  </a:lnTo>
                  <a:lnTo>
                    <a:pt x="105417" y="8555"/>
                  </a:lnTo>
                  <a:cubicBezTo>
                    <a:pt x="108605" y="8908"/>
                    <a:pt x="111439" y="9261"/>
                    <a:pt x="112502" y="9261"/>
                  </a:cubicBezTo>
                  <a:cubicBezTo>
                    <a:pt x="120650" y="9614"/>
                    <a:pt x="123483" y="11732"/>
                    <a:pt x="123483" y="17026"/>
                  </a:cubicBezTo>
                  <a:cubicBezTo>
                    <a:pt x="123483" y="22320"/>
                    <a:pt x="119941" y="28321"/>
                    <a:pt x="110022" y="39615"/>
                  </a:cubicBezTo>
                  <a:cubicBezTo>
                    <a:pt x="107897" y="41733"/>
                    <a:pt x="102583" y="48439"/>
                    <a:pt x="97269" y="55850"/>
                  </a:cubicBezTo>
                  <a:cubicBezTo>
                    <a:pt x="95144" y="53380"/>
                    <a:pt x="93727" y="51262"/>
                    <a:pt x="92664" y="49850"/>
                  </a:cubicBezTo>
                  <a:cubicBezTo>
                    <a:pt x="81328" y="35027"/>
                    <a:pt x="72118" y="19850"/>
                    <a:pt x="72118" y="15261"/>
                  </a:cubicBezTo>
                  <a:cubicBezTo>
                    <a:pt x="72118" y="11026"/>
                    <a:pt x="77077" y="8908"/>
                    <a:pt x="88767" y="8555"/>
                  </a:cubicBezTo>
                  <a:lnTo>
                    <a:pt x="88767" y="85"/>
                  </a:lnTo>
                  <a:lnTo>
                    <a:pt x="206" y="85"/>
                  </a:lnTo>
                  <a:lnTo>
                    <a:pt x="206" y="8555"/>
                  </a:lnTo>
                  <a:cubicBezTo>
                    <a:pt x="9416" y="9967"/>
                    <a:pt x="11542" y="11732"/>
                    <a:pt x="18627" y="22320"/>
                  </a:cubicBezTo>
                  <a:lnTo>
                    <a:pt x="63970" y="91851"/>
                  </a:lnTo>
                  <a:cubicBezTo>
                    <a:pt x="53697" y="104910"/>
                    <a:pt x="44132" y="116558"/>
                    <a:pt x="40944" y="121499"/>
                  </a:cubicBezTo>
                  <a:cubicBezTo>
                    <a:pt x="21107" y="147617"/>
                    <a:pt x="14022" y="153617"/>
                    <a:pt x="915" y="154323"/>
                  </a:cubicBezTo>
                  <a:lnTo>
                    <a:pt x="915" y="162794"/>
                  </a:lnTo>
                  <a:lnTo>
                    <a:pt x="60782" y="162794"/>
                  </a:lnTo>
                  <a:lnTo>
                    <a:pt x="60782" y="154323"/>
                  </a:lnTo>
                  <a:cubicBezTo>
                    <a:pt x="48029" y="153617"/>
                    <a:pt x="43070" y="151146"/>
                    <a:pt x="43070" y="145852"/>
                  </a:cubicBezTo>
                  <a:cubicBezTo>
                    <a:pt x="43070" y="140558"/>
                    <a:pt x="52280" y="125734"/>
                    <a:pt x="65741" y="109499"/>
                  </a:cubicBezTo>
                  <a:cubicBezTo>
                    <a:pt x="66450" y="108440"/>
                    <a:pt x="68930" y="105616"/>
                    <a:pt x="71409" y="102440"/>
                  </a:cubicBezTo>
                  <a:cubicBezTo>
                    <a:pt x="78140" y="112675"/>
                    <a:pt x="84162" y="121499"/>
                    <a:pt x="86288" y="124675"/>
                  </a:cubicBezTo>
                  <a:cubicBezTo>
                    <a:pt x="94435" y="136323"/>
                    <a:pt x="97978" y="143029"/>
                    <a:pt x="97978" y="147264"/>
                  </a:cubicBezTo>
                  <a:cubicBezTo>
                    <a:pt x="97978" y="151499"/>
                    <a:pt x="93018" y="153617"/>
                    <a:pt x="82037" y="154323"/>
                  </a:cubicBezTo>
                  <a:lnTo>
                    <a:pt x="82037" y="162794"/>
                  </a:lnTo>
                  <a:lnTo>
                    <a:pt x="167410" y="162794"/>
                  </a:lnTo>
                  <a:lnTo>
                    <a:pt x="167410" y="154323"/>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1" name="Freeform: Shape 100">
              <a:extLst>
                <a:ext uri="{FF2B5EF4-FFF2-40B4-BE49-F238E27FC236}">
                  <a16:creationId xmlns:a16="http://schemas.microsoft.com/office/drawing/2014/main" id="{E4C82D99-1170-3F4D-4153-C47015E71F7E}"/>
                </a:ext>
              </a:extLst>
            </p:cNvPr>
            <p:cNvSpPr/>
            <p:nvPr>
              <p:custDataLst>
                <p:tags r:id="rId4"/>
              </p:custDataLst>
            </p:nvPr>
          </p:nvSpPr>
          <p:spPr>
            <a:xfrm>
              <a:off x="9319517" y="3161863"/>
              <a:ext cx="164015" cy="171885"/>
            </a:xfrm>
            <a:custGeom>
              <a:avLst/>
              <a:gdLst>
                <a:gd name="connsiteX0" fmla="*/ 158913 w 164015"/>
                <a:gd name="connsiteY0" fmla="*/ 144440 h 171885"/>
                <a:gd name="connsiteX1" fmla="*/ 155371 w 164015"/>
                <a:gd name="connsiteY1" fmla="*/ 147970 h 171885"/>
                <a:gd name="connsiteX2" fmla="*/ 151474 w 164015"/>
                <a:gd name="connsiteY2" fmla="*/ 149382 h 171885"/>
                <a:gd name="connsiteX3" fmla="*/ 144035 w 164015"/>
                <a:gd name="connsiteY3" fmla="*/ 140558 h 171885"/>
                <a:gd name="connsiteX4" fmla="*/ 144035 w 164015"/>
                <a:gd name="connsiteY4" fmla="*/ 48439 h 171885"/>
                <a:gd name="connsiteX5" fmla="*/ 73894 w 164015"/>
                <a:gd name="connsiteY5" fmla="*/ 85 h 171885"/>
                <a:gd name="connsiteX6" fmla="*/ 6942 w 164015"/>
                <a:gd name="connsiteY6" fmla="*/ 44556 h 171885"/>
                <a:gd name="connsiteX7" fmla="*/ 29968 w 164015"/>
                <a:gd name="connsiteY7" fmla="*/ 67851 h 171885"/>
                <a:gd name="connsiteX8" fmla="*/ 54056 w 164015"/>
                <a:gd name="connsiteY8" fmla="*/ 47380 h 171885"/>
                <a:gd name="connsiteX9" fmla="*/ 47680 w 164015"/>
                <a:gd name="connsiteY9" fmla="*/ 32203 h 171885"/>
                <a:gd name="connsiteX10" fmla="*/ 43429 w 164015"/>
                <a:gd name="connsiteY10" fmla="*/ 24438 h 171885"/>
                <a:gd name="connsiteX11" fmla="*/ 65746 w 164015"/>
                <a:gd name="connsiteY11" fmla="*/ 11379 h 171885"/>
                <a:gd name="connsiteX12" fmla="*/ 95503 w 164015"/>
                <a:gd name="connsiteY12" fmla="*/ 42438 h 171885"/>
                <a:gd name="connsiteX13" fmla="*/ 95503 w 164015"/>
                <a:gd name="connsiteY13" fmla="*/ 68204 h 171885"/>
                <a:gd name="connsiteX14" fmla="*/ 22883 w 164015"/>
                <a:gd name="connsiteY14" fmla="*/ 96792 h 171885"/>
                <a:gd name="connsiteX15" fmla="*/ 211 w 164015"/>
                <a:gd name="connsiteY15" fmla="*/ 134558 h 171885"/>
                <a:gd name="connsiteX16" fmla="*/ 39532 w 164015"/>
                <a:gd name="connsiteY16" fmla="*/ 171970 h 171885"/>
                <a:gd name="connsiteX17" fmla="*/ 95503 w 164015"/>
                <a:gd name="connsiteY17" fmla="*/ 147264 h 171885"/>
                <a:gd name="connsiteX18" fmla="*/ 124551 w 164015"/>
                <a:gd name="connsiteY18" fmla="*/ 171970 h 171885"/>
                <a:gd name="connsiteX19" fmla="*/ 164227 w 164015"/>
                <a:gd name="connsiteY19" fmla="*/ 151852 h 171885"/>
                <a:gd name="connsiteX20" fmla="*/ 158913 w 164015"/>
                <a:gd name="connsiteY20" fmla="*/ 144440 h 171885"/>
                <a:gd name="connsiteX21" fmla="*/ 95149 w 164015"/>
                <a:gd name="connsiteY21" fmla="*/ 131734 h 171885"/>
                <a:gd name="connsiteX22" fmla="*/ 69997 w 164015"/>
                <a:gd name="connsiteY22" fmla="*/ 146911 h 171885"/>
                <a:gd name="connsiteX23" fmla="*/ 51931 w 164015"/>
                <a:gd name="connsiteY23" fmla="*/ 123264 h 171885"/>
                <a:gd name="connsiteX24" fmla="*/ 95149 w 164015"/>
                <a:gd name="connsiteY24" fmla="*/ 80557 h 171885"/>
                <a:gd name="connsiteX25" fmla="*/ 95149 w 164015"/>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015" h="171885">
                  <a:moveTo>
                    <a:pt x="158913" y="144440"/>
                  </a:moveTo>
                  <a:lnTo>
                    <a:pt x="155371" y="147970"/>
                  </a:lnTo>
                  <a:cubicBezTo>
                    <a:pt x="154308" y="149029"/>
                    <a:pt x="153245" y="149382"/>
                    <a:pt x="151474" y="149382"/>
                  </a:cubicBezTo>
                  <a:cubicBezTo>
                    <a:pt x="146514" y="149382"/>
                    <a:pt x="144035" y="146205"/>
                    <a:pt x="144035" y="140558"/>
                  </a:cubicBezTo>
                  <a:lnTo>
                    <a:pt x="144035" y="48439"/>
                  </a:lnTo>
                  <a:cubicBezTo>
                    <a:pt x="144035" y="18791"/>
                    <a:pt x="117112" y="85"/>
                    <a:pt x="73894" y="85"/>
                  </a:cubicBezTo>
                  <a:cubicBezTo>
                    <a:pt x="33864" y="85"/>
                    <a:pt x="6942" y="18085"/>
                    <a:pt x="6942" y="44556"/>
                  </a:cubicBezTo>
                  <a:cubicBezTo>
                    <a:pt x="6942" y="59027"/>
                    <a:pt x="15444" y="67851"/>
                    <a:pt x="29968" y="67851"/>
                  </a:cubicBezTo>
                  <a:cubicBezTo>
                    <a:pt x="44138" y="67851"/>
                    <a:pt x="54056" y="59380"/>
                    <a:pt x="54056" y="47380"/>
                  </a:cubicBezTo>
                  <a:cubicBezTo>
                    <a:pt x="54056" y="42438"/>
                    <a:pt x="51931" y="37850"/>
                    <a:pt x="47680" y="32203"/>
                  </a:cubicBezTo>
                  <a:cubicBezTo>
                    <a:pt x="44492" y="28673"/>
                    <a:pt x="43429" y="26556"/>
                    <a:pt x="43429" y="24438"/>
                  </a:cubicBezTo>
                  <a:cubicBezTo>
                    <a:pt x="43429" y="17026"/>
                    <a:pt x="53348" y="11379"/>
                    <a:pt x="65746" y="11379"/>
                  </a:cubicBezTo>
                  <a:cubicBezTo>
                    <a:pt x="86293" y="11379"/>
                    <a:pt x="95503" y="20909"/>
                    <a:pt x="95503" y="42438"/>
                  </a:cubicBezTo>
                  <a:lnTo>
                    <a:pt x="95503" y="68204"/>
                  </a:lnTo>
                  <a:cubicBezTo>
                    <a:pt x="53348" y="80910"/>
                    <a:pt x="35990" y="87969"/>
                    <a:pt x="22883" y="96792"/>
                  </a:cubicBezTo>
                  <a:cubicBezTo>
                    <a:pt x="7650" y="107381"/>
                    <a:pt x="211" y="119381"/>
                    <a:pt x="211" y="134558"/>
                  </a:cubicBezTo>
                  <a:cubicBezTo>
                    <a:pt x="211" y="156088"/>
                    <a:pt x="16861" y="171970"/>
                    <a:pt x="39532" y="171970"/>
                  </a:cubicBezTo>
                  <a:cubicBezTo>
                    <a:pt x="59724" y="171970"/>
                    <a:pt x="76020" y="164911"/>
                    <a:pt x="95503" y="147264"/>
                  </a:cubicBezTo>
                  <a:cubicBezTo>
                    <a:pt x="99400" y="165264"/>
                    <a:pt x="107193" y="171970"/>
                    <a:pt x="124551" y="171970"/>
                  </a:cubicBezTo>
                  <a:cubicBezTo>
                    <a:pt x="139784" y="171970"/>
                    <a:pt x="150765" y="166323"/>
                    <a:pt x="164227" y="151852"/>
                  </a:cubicBezTo>
                  <a:lnTo>
                    <a:pt x="158913" y="144440"/>
                  </a:lnTo>
                  <a:close/>
                  <a:moveTo>
                    <a:pt x="95149" y="131734"/>
                  </a:moveTo>
                  <a:cubicBezTo>
                    <a:pt x="85584" y="142676"/>
                    <a:pt x="78499" y="146911"/>
                    <a:pt x="69997" y="146911"/>
                  </a:cubicBezTo>
                  <a:cubicBezTo>
                    <a:pt x="59370" y="146911"/>
                    <a:pt x="51931" y="137381"/>
                    <a:pt x="51931" y="123264"/>
                  </a:cubicBezTo>
                  <a:cubicBezTo>
                    <a:pt x="51931" y="102793"/>
                    <a:pt x="66809" y="87969"/>
                    <a:pt x="95149" y="80557"/>
                  </a:cubicBezTo>
                  <a:lnTo>
                    <a:pt x="95149" y="131734"/>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2" name="Freeform: Shape 101">
              <a:extLst>
                <a:ext uri="{FF2B5EF4-FFF2-40B4-BE49-F238E27FC236}">
                  <a16:creationId xmlns:a16="http://schemas.microsoft.com/office/drawing/2014/main" id="{C9C45D76-5309-48CC-0EA5-3891A266F68C}"/>
                </a:ext>
              </a:extLst>
            </p:cNvPr>
            <p:cNvSpPr/>
            <p:nvPr>
              <p:custDataLst>
                <p:tags r:id="rId5"/>
              </p:custDataLst>
            </p:nvPr>
          </p:nvSpPr>
          <p:spPr>
            <a:xfrm>
              <a:off x="9494115" y="3161863"/>
              <a:ext cx="282687" cy="166944"/>
            </a:xfrm>
            <a:custGeom>
              <a:avLst/>
              <a:gdLst>
                <a:gd name="connsiteX0" fmla="*/ 67877 w 282687"/>
                <a:gd name="connsiteY0" fmla="*/ 4320 h 166944"/>
                <a:gd name="connsiteX1" fmla="*/ 216 w 282687"/>
                <a:gd name="connsiteY1" fmla="*/ 4320 h 166944"/>
                <a:gd name="connsiteX2" fmla="*/ 216 w 282687"/>
                <a:gd name="connsiteY2" fmla="*/ 12791 h 166944"/>
                <a:gd name="connsiteX3" fmla="*/ 19700 w 282687"/>
                <a:gd name="connsiteY3" fmla="*/ 33615 h 166944"/>
                <a:gd name="connsiteX4" fmla="*/ 19700 w 282687"/>
                <a:gd name="connsiteY4" fmla="*/ 137381 h 166944"/>
                <a:gd name="connsiteX5" fmla="*/ 216 w 282687"/>
                <a:gd name="connsiteY5" fmla="*/ 158558 h 166944"/>
                <a:gd name="connsiteX6" fmla="*/ 216 w 282687"/>
                <a:gd name="connsiteY6" fmla="*/ 167029 h 166944"/>
                <a:gd name="connsiteX7" fmla="*/ 85235 w 282687"/>
                <a:gd name="connsiteY7" fmla="*/ 167029 h 166944"/>
                <a:gd name="connsiteX8" fmla="*/ 85235 w 282687"/>
                <a:gd name="connsiteY8" fmla="*/ 158558 h 166944"/>
                <a:gd name="connsiteX9" fmla="*/ 68940 w 282687"/>
                <a:gd name="connsiteY9" fmla="*/ 138440 h 166944"/>
                <a:gd name="connsiteX10" fmla="*/ 68940 w 282687"/>
                <a:gd name="connsiteY10" fmla="*/ 44203 h 166944"/>
                <a:gd name="connsiteX11" fmla="*/ 79213 w 282687"/>
                <a:gd name="connsiteY11" fmla="*/ 31850 h 166944"/>
                <a:gd name="connsiteX12" fmla="*/ 98696 w 282687"/>
                <a:gd name="connsiteY12" fmla="*/ 23732 h 166944"/>
                <a:gd name="connsiteX13" fmla="*/ 117825 w 282687"/>
                <a:gd name="connsiteY13" fmla="*/ 53027 h 166944"/>
                <a:gd name="connsiteX14" fmla="*/ 117825 w 282687"/>
                <a:gd name="connsiteY14" fmla="*/ 138440 h 166944"/>
                <a:gd name="connsiteX15" fmla="*/ 100822 w 282687"/>
                <a:gd name="connsiteY15" fmla="*/ 158558 h 166944"/>
                <a:gd name="connsiteX16" fmla="*/ 100822 w 282687"/>
                <a:gd name="connsiteY16" fmla="*/ 167029 h 166944"/>
                <a:gd name="connsiteX17" fmla="*/ 183715 w 282687"/>
                <a:gd name="connsiteY17" fmla="*/ 167029 h 166944"/>
                <a:gd name="connsiteX18" fmla="*/ 183715 w 282687"/>
                <a:gd name="connsiteY18" fmla="*/ 158558 h 166944"/>
                <a:gd name="connsiteX19" fmla="*/ 167066 w 282687"/>
                <a:gd name="connsiteY19" fmla="*/ 138440 h 166944"/>
                <a:gd name="connsiteX20" fmla="*/ 167066 w 282687"/>
                <a:gd name="connsiteY20" fmla="*/ 44203 h 166944"/>
                <a:gd name="connsiteX21" fmla="*/ 177339 w 282687"/>
                <a:gd name="connsiteY21" fmla="*/ 32203 h 166944"/>
                <a:gd name="connsiteX22" fmla="*/ 197176 w 282687"/>
                <a:gd name="connsiteY22" fmla="*/ 23732 h 166944"/>
                <a:gd name="connsiteX23" fmla="*/ 215951 w 282687"/>
                <a:gd name="connsiteY23" fmla="*/ 53027 h 166944"/>
                <a:gd name="connsiteX24" fmla="*/ 215951 w 282687"/>
                <a:gd name="connsiteY24" fmla="*/ 138440 h 166944"/>
                <a:gd name="connsiteX25" fmla="*/ 198593 w 282687"/>
                <a:gd name="connsiteY25" fmla="*/ 158558 h 166944"/>
                <a:gd name="connsiteX26" fmla="*/ 198593 w 282687"/>
                <a:gd name="connsiteY26" fmla="*/ 167029 h 166944"/>
                <a:gd name="connsiteX27" fmla="*/ 282904 w 282687"/>
                <a:gd name="connsiteY27" fmla="*/ 167029 h 166944"/>
                <a:gd name="connsiteX28" fmla="*/ 282904 w 282687"/>
                <a:gd name="connsiteY28" fmla="*/ 158558 h 166944"/>
                <a:gd name="connsiteX29" fmla="*/ 265192 w 282687"/>
                <a:gd name="connsiteY29" fmla="*/ 138440 h 166944"/>
                <a:gd name="connsiteX30" fmla="*/ 265192 w 282687"/>
                <a:gd name="connsiteY30" fmla="*/ 49850 h 166944"/>
                <a:gd name="connsiteX31" fmla="*/ 217368 w 282687"/>
                <a:gd name="connsiteY31" fmla="*/ 85 h 166944"/>
                <a:gd name="connsiteX32" fmla="*/ 165294 w 282687"/>
                <a:gd name="connsiteY32" fmla="*/ 30791 h 166944"/>
                <a:gd name="connsiteX33" fmla="*/ 119951 w 282687"/>
                <a:gd name="connsiteY33" fmla="*/ 85 h 166944"/>
                <a:gd name="connsiteX34" fmla="*/ 67877 w 282687"/>
                <a:gd name="connsiteY34" fmla="*/ 30791 h 166944"/>
                <a:gd name="connsiteX35" fmla="*/ 67877 w 282687"/>
                <a:gd name="connsiteY35"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82687" h="166944">
                  <a:moveTo>
                    <a:pt x="67877" y="4320"/>
                  </a:moveTo>
                  <a:lnTo>
                    <a:pt x="216" y="4320"/>
                  </a:lnTo>
                  <a:lnTo>
                    <a:pt x="216" y="12791"/>
                  </a:lnTo>
                  <a:cubicBezTo>
                    <a:pt x="15803" y="14909"/>
                    <a:pt x="19700" y="19144"/>
                    <a:pt x="19700" y="33615"/>
                  </a:cubicBezTo>
                  <a:lnTo>
                    <a:pt x="19700" y="137381"/>
                  </a:lnTo>
                  <a:cubicBezTo>
                    <a:pt x="19700" y="151852"/>
                    <a:pt x="15803" y="155735"/>
                    <a:pt x="216" y="158558"/>
                  </a:cubicBezTo>
                  <a:lnTo>
                    <a:pt x="216" y="167029"/>
                  </a:lnTo>
                  <a:lnTo>
                    <a:pt x="85235" y="167029"/>
                  </a:lnTo>
                  <a:lnTo>
                    <a:pt x="85235" y="158558"/>
                  </a:lnTo>
                  <a:cubicBezTo>
                    <a:pt x="72836" y="156794"/>
                    <a:pt x="68940" y="151852"/>
                    <a:pt x="68940" y="138440"/>
                  </a:cubicBezTo>
                  <a:lnTo>
                    <a:pt x="68940" y="44203"/>
                  </a:lnTo>
                  <a:cubicBezTo>
                    <a:pt x="68940" y="42085"/>
                    <a:pt x="74608" y="35379"/>
                    <a:pt x="79213" y="31850"/>
                  </a:cubicBezTo>
                  <a:cubicBezTo>
                    <a:pt x="86652" y="26203"/>
                    <a:pt x="92674" y="23732"/>
                    <a:pt x="98696" y="23732"/>
                  </a:cubicBezTo>
                  <a:cubicBezTo>
                    <a:pt x="112512" y="23732"/>
                    <a:pt x="117825" y="31850"/>
                    <a:pt x="117825" y="53027"/>
                  </a:cubicBezTo>
                  <a:lnTo>
                    <a:pt x="117825" y="138440"/>
                  </a:lnTo>
                  <a:cubicBezTo>
                    <a:pt x="117825" y="152911"/>
                    <a:pt x="113929" y="157499"/>
                    <a:pt x="100822" y="158558"/>
                  </a:cubicBezTo>
                  <a:lnTo>
                    <a:pt x="100822" y="167029"/>
                  </a:lnTo>
                  <a:lnTo>
                    <a:pt x="183715" y="167029"/>
                  </a:lnTo>
                  <a:lnTo>
                    <a:pt x="183715" y="158558"/>
                  </a:lnTo>
                  <a:cubicBezTo>
                    <a:pt x="171317" y="157147"/>
                    <a:pt x="167066" y="151852"/>
                    <a:pt x="167066" y="138440"/>
                  </a:cubicBezTo>
                  <a:lnTo>
                    <a:pt x="167066" y="44203"/>
                  </a:lnTo>
                  <a:cubicBezTo>
                    <a:pt x="167066" y="42438"/>
                    <a:pt x="172734" y="35732"/>
                    <a:pt x="177339" y="32203"/>
                  </a:cubicBezTo>
                  <a:cubicBezTo>
                    <a:pt x="185132" y="26203"/>
                    <a:pt x="191154" y="23732"/>
                    <a:pt x="197176" y="23732"/>
                  </a:cubicBezTo>
                  <a:cubicBezTo>
                    <a:pt x="210638" y="23732"/>
                    <a:pt x="215951" y="32203"/>
                    <a:pt x="215951" y="53027"/>
                  </a:cubicBezTo>
                  <a:lnTo>
                    <a:pt x="215951" y="138440"/>
                  </a:lnTo>
                  <a:cubicBezTo>
                    <a:pt x="215951" y="153264"/>
                    <a:pt x="212055" y="157499"/>
                    <a:pt x="198593" y="158558"/>
                  </a:cubicBezTo>
                  <a:lnTo>
                    <a:pt x="198593" y="167029"/>
                  </a:lnTo>
                  <a:lnTo>
                    <a:pt x="282904" y="167029"/>
                  </a:lnTo>
                  <a:lnTo>
                    <a:pt x="282904" y="158558"/>
                  </a:lnTo>
                  <a:cubicBezTo>
                    <a:pt x="269088" y="157852"/>
                    <a:pt x="265192" y="153617"/>
                    <a:pt x="265192" y="138440"/>
                  </a:cubicBezTo>
                  <a:lnTo>
                    <a:pt x="265192" y="49850"/>
                  </a:lnTo>
                  <a:cubicBezTo>
                    <a:pt x="265192" y="19497"/>
                    <a:pt x="246417" y="85"/>
                    <a:pt x="217368" y="85"/>
                  </a:cubicBezTo>
                  <a:cubicBezTo>
                    <a:pt x="197176" y="85"/>
                    <a:pt x="183715" y="8203"/>
                    <a:pt x="165294" y="30791"/>
                  </a:cubicBezTo>
                  <a:cubicBezTo>
                    <a:pt x="154667" y="8555"/>
                    <a:pt x="142268" y="85"/>
                    <a:pt x="119951" y="85"/>
                  </a:cubicBezTo>
                  <a:cubicBezTo>
                    <a:pt x="97634" y="85"/>
                    <a:pt x="81338" y="9614"/>
                    <a:pt x="67877" y="30791"/>
                  </a:cubicBezTo>
                  <a:lnTo>
                    <a:pt x="67877" y="4320"/>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3" name="Freeform: Shape 102">
              <a:extLst>
                <a:ext uri="{FF2B5EF4-FFF2-40B4-BE49-F238E27FC236}">
                  <a16:creationId xmlns:a16="http://schemas.microsoft.com/office/drawing/2014/main" id="{8F4B2160-2619-2E79-C5D9-C32824368BE9}"/>
                </a:ext>
              </a:extLst>
            </p:cNvPr>
            <p:cNvSpPr/>
            <p:nvPr>
              <p:custDataLst>
                <p:tags r:id="rId6"/>
              </p:custDataLst>
            </p:nvPr>
          </p:nvSpPr>
          <p:spPr>
            <a:xfrm>
              <a:off x="9791370" y="3161863"/>
              <a:ext cx="178893" cy="239298"/>
            </a:xfrm>
            <a:custGeom>
              <a:avLst/>
              <a:gdLst>
                <a:gd name="connsiteX0" fmla="*/ 68594 w 178893"/>
                <a:gd name="connsiteY0" fmla="*/ 4320 h 239298"/>
                <a:gd name="connsiteX1" fmla="*/ 933 w 178893"/>
                <a:gd name="connsiteY1" fmla="*/ 4320 h 239298"/>
                <a:gd name="connsiteX2" fmla="*/ 933 w 178893"/>
                <a:gd name="connsiteY2" fmla="*/ 12791 h 239298"/>
                <a:gd name="connsiteX3" fmla="*/ 20062 w 178893"/>
                <a:gd name="connsiteY3" fmla="*/ 33615 h 239298"/>
                <a:gd name="connsiteX4" fmla="*/ 20062 w 178893"/>
                <a:gd name="connsiteY4" fmla="*/ 210442 h 239298"/>
                <a:gd name="connsiteX5" fmla="*/ 224 w 178893"/>
                <a:gd name="connsiteY5" fmla="*/ 230913 h 239298"/>
                <a:gd name="connsiteX6" fmla="*/ 224 w 178893"/>
                <a:gd name="connsiteY6" fmla="*/ 239383 h 239298"/>
                <a:gd name="connsiteX7" fmla="*/ 96933 w 178893"/>
                <a:gd name="connsiteY7" fmla="*/ 239383 h 239298"/>
                <a:gd name="connsiteX8" fmla="*/ 96933 w 178893"/>
                <a:gd name="connsiteY8" fmla="*/ 231971 h 239298"/>
                <a:gd name="connsiteX9" fmla="*/ 69302 w 178893"/>
                <a:gd name="connsiteY9" fmla="*/ 200206 h 239298"/>
                <a:gd name="connsiteX10" fmla="*/ 69302 w 178893"/>
                <a:gd name="connsiteY10" fmla="*/ 150441 h 239298"/>
                <a:gd name="connsiteX11" fmla="*/ 111103 w 178893"/>
                <a:gd name="connsiteY11" fmla="*/ 171617 h 239298"/>
                <a:gd name="connsiteX12" fmla="*/ 179118 w 178893"/>
                <a:gd name="connsiteY12" fmla="*/ 82675 h 239298"/>
                <a:gd name="connsiteX13" fmla="*/ 113229 w 178893"/>
                <a:gd name="connsiteY13" fmla="*/ 85 h 239298"/>
                <a:gd name="connsiteX14" fmla="*/ 68594 w 178893"/>
                <a:gd name="connsiteY14" fmla="*/ 28673 h 239298"/>
                <a:gd name="connsiteX15" fmla="*/ 68594 w 178893"/>
                <a:gd name="connsiteY15" fmla="*/ 4320 h 239298"/>
                <a:gd name="connsiteX16" fmla="*/ 69302 w 178893"/>
                <a:gd name="connsiteY16" fmla="*/ 44909 h 239298"/>
                <a:gd name="connsiteX17" fmla="*/ 76741 w 178893"/>
                <a:gd name="connsiteY17" fmla="*/ 32203 h 239298"/>
                <a:gd name="connsiteX18" fmla="*/ 99767 w 178893"/>
                <a:gd name="connsiteY18" fmla="*/ 20203 h 239298"/>
                <a:gd name="connsiteX19" fmla="*/ 126690 w 178893"/>
                <a:gd name="connsiteY19" fmla="*/ 87616 h 239298"/>
                <a:gd name="connsiteX20" fmla="*/ 96579 w 178893"/>
                <a:gd name="connsiteY20" fmla="*/ 152205 h 239298"/>
                <a:gd name="connsiteX21" fmla="*/ 69302 w 178893"/>
                <a:gd name="connsiteY21" fmla="*/ 130675 h 239298"/>
                <a:gd name="connsiteX22" fmla="*/ 69302 w 178893"/>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893" h="239298">
                  <a:moveTo>
                    <a:pt x="68594" y="4320"/>
                  </a:moveTo>
                  <a:lnTo>
                    <a:pt x="933" y="4320"/>
                  </a:lnTo>
                  <a:lnTo>
                    <a:pt x="933" y="12791"/>
                  </a:lnTo>
                  <a:cubicBezTo>
                    <a:pt x="16520" y="15261"/>
                    <a:pt x="20062" y="18791"/>
                    <a:pt x="20062" y="33615"/>
                  </a:cubicBezTo>
                  <a:lnTo>
                    <a:pt x="20062" y="210442"/>
                  </a:lnTo>
                  <a:cubicBezTo>
                    <a:pt x="20062" y="224913"/>
                    <a:pt x="17228" y="228089"/>
                    <a:pt x="224" y="230913"/>
                  </a:cubicBezTo>
                  <a:lnTo>
                    <a:pt x="224" y="239383"/>
                  </a:lnTo>
                  <a:lnTo>
                    <a:pt x="96933" y="239383"/>
                  </a:lnTo>
                  <a:lnTo>
                    <a:pt x="96933" y="231971"/>
                  </a:lnTo>
                  <a:cubicBezTo>
                    <a:pt x="75324" y="230913"/>
                    <a:pt x="69302" y="223854"/>
                    <a:pt x="69302" y="200206"/>
                  </a:cubicBezTo>
                  <a:lnTo>
                    <a:pt x="69302" y="150441"/>
                  </a:lnTo>
                  <a:cubicBezTo>
                    <a:pt x="86306" y="167029"/>
                    <a:pt x="95516" y="171617"/>
                    <a:pt x="111103" y="171617"/>
                  </a:cubicBezTo>
                  <a:cubicBezTo>
                    <a:pt x="150779" y="171617"/>
                    <a:pt x="179118" y="134911"/>
                    <a:pt x="179118" y="82675"/>
                  </a:cubicBezTo>
                  <a:cubicBezTo>
                    <a:pt x="179118" y="33615"/>
                    <a:pt x="152550" y="85"/>
                    <a:pt x="113229" y="85"/>
                  </a:cubicBezTo>
                  <a:cubicBezTo>
                    <a:pt x="92328" y="85"/>
                    <a:pt x="79575" y="8203"/>
                    <a:pt x="68594" y="28673"/>
                  </a:cubicBezTo>
                  <a:lnTo>
                    <a:pt x="68594" y="4320"/>
                  </a:lnTo>
                  <a:close/>
                  <a:moveTo>
                    <a:pt x="69302" y="44909"/>
                  </a:moveTo>
                  <a:cubicBezTo>
                    <a:pt x="69302" y="42438"/>
                    <a:pt x="72490" y="36791"/>
                    <a:pt x="76741" y="32203"/>
                  </a:cubicBezTo>
                  <a:cubicBezTo>
                    <a:pt x="83826" y="24438"/>
                    <a:pt x="91974" y="20203"/>
                    <a:pt x="99767" y="20203"/>
                  </a:cubicBezTo>
                  <a:cubicBezTo>
                    <a:pt x="118188" y="20203"/>
                    <a:pt x="126690" y="41380"/>
                    <a:pt x="126690" y="87616"/>
                  </a:cubicBezTo>
                  <a:cubicBezTo>
                    <a:pt x="126690" y="131381"/>
                    <a:pt x="116771" y="152205"/>
                    <a:pt x="96579" y="152205"/>
                  </a:cubicBezTo>
                  <a:cubicBezTo>
                    <a:pt x="84889" y="152205"/>
                    <a:pt x="74616" y="144087"/>
                    <a:pt x="69302" y="130675"/>
                  </a:cubicBezTo>
                  <a:lnTo>
                    <a:pt x="69302" y="44909"/>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4" name="Freeform: Shape 103">
              <a:extLst>
                <a:ext uri="{FF2B5EF4-FFF2-40B4-BE49-F238E27FC236}">
                  <a16:creationId xmlns:a16="http://schemas.microsoft.com/office/drawing/2014/main" id="{0C2EB645-BB1A-DB6E-FA09-827FB6BAE84D}"/>
                </a:ext>
              </a:extLst>
            </p:cNvPr>
            <p:cNvSpPr/>
            <p:nvPr>
              <p:custDataLst>
                <p:tags r:id="rId7"/>
              </p:custDataLst>
            </p:nvPr>
          </p:nvSpPr>
          <p:spPr>
            <a:xfrm>
              <a:off x="9988004" y="3090214"/>
              <a:ext cx="84664" cy="238592"/>
            </a:xfrm>
            <a:custGeom>
              <a:avLst/>
              <a:gdLst>
                <a:gd name="connsiteX0" fmla="*/ 67536 w 84664"/>
                <a:gd name="connsiteY0" fmla="*/ 85 h 238592"/>
                <a:gd name="connsiteX1" fmla="*/ 230 w 84664"/>
                <a:gd name="connsiteY1" fmla="*/ 85 h 238592"/>
                <a:gd name="connsiteX2" fmla="*/ 230 w 84664"/>
                <a:gd name="connsiteY2" fmla="*/ 8555 h 238592"/>
                <a:gd name="connsiteX3" fmla="*/ 18296 w 84664"/>
                <a:gd name="connsiteY3" fmla="*/ 29026 h 238592"/>
                <a:gd name="connsiteX4" fmla="*/ 18296 w 84664"/>
                <a:gd name="connsiteY4" fmla="*/ 209030 h 238592"/>
                <a:gd name="connsiteX5" fmla="*/ 230 w 84664"/>
                <a:gd name="connsiteY5" fmla="*/ 230207 h 238592"/>
                <a:gd name="connsiteX6" fmla="*/ 230 w 84664"/>
                <a:gd name="connsiteY6" fmla="*/ 238678 h 238592"/>
                <a:gd name="connsiteX7" fmla="*/ 84895 w 84664"/>
                <a:gd name="connsiteY7" fmla="*/ 238678 h 238592"/>
                <a:gd name="connsiteX8" fmla="*/ 84895 w 84664"/>
                <a:gd name="connsiteY8" fmla="*/ 230207 h 238592"/>
                <a:gd name="connsiteX9" fmla="*/ 67536 w 84664"/>
                <a:gd name="connsiteY9" fmla="*/ 209030 h 238592"/>
                <a:gd name="connsiteX10" fmla="*/ 67536 w 8466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64" h="238592">
                  <a:moveTo>
                    <a:pt x="67536" y="85"/>
                  </a:moveTo>
                  <a:lnTo>
                    <a:pt x="230" y="85"/>
                  </a:lnTo>
                  <a:lnTo>
                    <a:pt x="230" y="8555"/>
                  </a:lnTo>
                  <a:cubicBezTo>
                    <a:pt x="12628" y="9614"/>
                    <a:pt x="18296" y="15967"/>
                    <a:pt x="18296" y="29026"/>
                  </a:cubicBezTo>
                  <a:lnTo>
                    <a:pt x="18296" y="209030"/>
                  </a:lnTo>
                  <a:cubicBezTo>
                    <a:pt x="18296" y="222089"/>
                    <a:pt x="12274" y="229148"/>
                    <a:pt x="230" y="230207"/>
                  </a:cubicBezTo>
                  <a:lnTo>
                    <a:pt x="230" y="238678"/>
                  </a:lnTo>
                  <a:lnTo>
                    <a:pt x="84895" y="238678"/>
                  </a:lnTo>
                  <a:lnTo>
                    <a:pt x="84895" y="230207"/>
                  </a:lnTo>
                  <a:cubicBezTo>
                    <a:pt x="73204" y="229854"/>
                    <a:pt x="67536" y="223148"/>
                    <a:pt x="67536" y="209030"/>
                  </a:cubicBezTo>
                  <a:lnTo>
                    <a:pt x="67536" y="85"/>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5" name="Freeform: Shape 104">
              <a:extLst>
                <a:ext uri="{FF2B5EF4-FFF2-40B4-BE49-F238E27FC236}">
                  <a16:creationId xmlns:a16="http://schemas.microsoft.com/office/drawing/2014/main" id="{379387E2-47C0-207D-41BD-8E15B451D631}"/>
                </a:ext>
              </a:extLst>
            </p:cNvPr>
            <p:cNvSpPr/>
            <p:nvPr>
              <p:custDataLst>
                <p:tags r:id="rId8"/>
              </p:custDataLst>
            </p:nvPr>
          </p:nvSpPr>
          <p:spPr>
            <a:xfrm>
              <a:off x="10090038" y="3161863"/>
              <a:ext cx="142052" cy="171885"/>
            </a:xfrm>
            <a:custGeom>
              <a:avLst/>
              <a:gdLst>
                <a:gd name="connsiteX0" fmla="*/ 133783 w 142052"/>
                <a:gd name="connsiteY0" fmla="*/ 122911 h 171885"/>
                <a:gd name="connsiteX1" fmla="*/ 93399 w 142052"/>
                <a:gd name="connsiteY1" fmla="*/ 146558 h 171885"/>
                <a:gd name="connsiteX2" fmla="*/ 61871 w 142052"/>
                <a:gd name="connsiteY2" fmla="*/ 127852 h 171885"/>
                <a:gd name="connsiteX3" fmla="*/ 51244 w 142052"/>
                <a:gd name="connsiteY3" fmla="*/ 80557 h 171885"/>
                <a:gd name="connsiteX4" fmla="*/ 140514 w 142052"/>
                <a:gd name="connsiteY4" fmla="*/ 80557 h 171885"/>
                <a:gd name="connsiteX5" fmla="*/ 121739 w 142052"/>
                <a:gd name="connsiteY5" fmla="*/ 20909 h 171885"/>
                <a:gd name="connsiteX6" fmla="*/ 74270 w 142052"/>
                <a:gd name="connsiteY6" fmla="*/ 85 h 171885"/>
                <a:gd name="connsiteX7" fmla="*/ 233 w 142052"/>
                <a:gd name="connsiteY7" fmla="*/ 86557 h 171885"/>
                <a:gd name="connsiteX8" fmla="*/ 73207 w 142052"/>
                <a:gd name="connsiteY8" fmla="*/ 171970 h 171885"/>
                <a:gd name="connsiteX9" fmla="*/ 142285 w 142052"/>
                <a:gd name="connsiteY9" fmla="*/ 127852 h 171885"/>
                <a:gd name="connsiteX10" fmla="*/ 133783 w 142052"/>
                <a:gd name="connsiteY10" fmla="*/ 122911 h 171885"/>
                <a:gd name="connsiteX11" fmla="*/ 49473 w 142052"/>
                <a:gd name="connsiteY11" fmla="*/ 67498 h 171885"/>
                <a:gd name="connsiteX12" fmla="*/ 74270 w 142052"/>
                <a:gd name="connsiteY12" fmla="*/ 11026 h 171885"/>
                <a:gd name="connsiteX13" fmla="*/ 93753 w 142052"/>
                <a:gd name="connsiteY13" fmla="*/ 27615 h 171885"/>
                <a:gd name="connsiteX14" fmla="*/ 96942 w 142052"/>
                <a:gd name="connsiteY14" fmla="*/ 62204 h 171885"/>
                <a:gd name="connsiteX15" fmla="*/ 96942 w 142052"/>
                <a:gd name="connsiteY15" fmla="*/ 67498 h 171885"/>
                <a:gd name="connsiteX16" fmla="*/ 49473 w 142052"/>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052" h="171885">
                  <a:moveTo>
                    <a:pt x="133783" y="122911"/>
                  </a:moveTo>
                  <a:cubicBezTo>
                    <a:pt x="119613" y="140205"/>
                    <a:pt x="108632" y="146558"/>
                    <a:pt x="93399" y="146558"/>
                  </a:cubicBezTo>
                  <a:cubicBezTo>
                    <a:pt x="79584" y="146558"/>
                    <a:pt x="69311" y="140205"/>
                    <a:pt x="61871" y="127852"/>
                  </a:cubicBezTo>
                  <a:cubicBezTo>
                    <a:pt x="55495" y="116558"/>
                    <a:pt x="52661" y="104910"/>
                    <a:pt x="51244" y="80557"/>
                  </a:cubicBezTo>
                  <a:lnTo>
                    <a:pt x="140514" y="80557"/>
                  </a:lnTo>
                  <a:cubicBezTo>
                    <a:pt x="138388" y="50909"/>
                    <a:pt x="133075" y="34321"/>
                    <a:pt x="121739" y="20909"/>
                  </a:cubicBezTo>
                  <a:cubicBezTo>
                    <a:pt x="110049" y="7144"/>
                    <a:pt x="93753" y="85"/>
                    <a:pt x="74270" y="85"/>
                  </a:cubicBezTo>
                  <a:cubicBezTo>
                    <a:pt x="29989" y="85"/>
                    <a:pt x="233" y="35027"/>
                    <a:pt x="233" y="86557"/>
                  </a:cubicBezTo>
                  <a:cubicBezTo>
                    <a:pt x="233" y="138087"/>
                    <a:pt x="29281" y="171970"/>
                    <a:pt x="73207" y="171970"/>
                  </a:cubicBezTo>
                  <a:cubicBezTo>
                    <a:pt x="101901" y="171970"/>
                    <a:pt x="119259" y="160676"/>
                    <a:pt x="142285" y="127852"/>
                  </a:cubicBezTo>
                  <a:lnTo>
                    <a:pt x="133783" y="122911"/>
                  </a:lnTo>
                  <a:close/>
                  <a:moveTo>
                    <a:pt x="49473" y="67498"/>
                  </a:moveTo>
                  <a:cubicBezTo>
                    <a:pt x="50536" y="25144"/>
                    <a:pt x="56912" y="11026"/>
                    <a:pt x="74270" y="11026"/>
                  </a:cubicBezTo>
                  <a:cubicBezTo>
                    <a:pt x="84189" y="11026"/>
                    <a:pt x="90919" y="16673"/>
                    <a:pt x="93753" y="27615"/>
                  </a:cubicBezTo>
                  <a:cubicBezTo>
                    <a:pt x="95525" y="34321"/>
                    <a:pt x="96233" y="44203"/>
                    <a:pt x="96942" y="62204"/>
                  </a:cubicBezTo>
                  <a:lnTo>
                    <a:pt x="96942" y="67498"/>
                  </a:lnTo>
                  <a:lnTo>
                    <a:pt x="49473" y="67498"/>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6" name="Freeform: Shape 105">
              <a:extLst>
                <a:ext uri="{FF2B5EF4-FFF2-40B4-BE49-F238E27FC236}">
                  <a16:creationId xmlns:a16="http://schemas.microsoft.com/office/drawing/2014/main" id="{606DFC02-C8F7-0B1C-A3B0-D9643B3D308A}"/>
                </a:ext>
              </a:extLst>
            </p:cNvPr>
            <p:cNvSpPr/>
            <p:nvPr>
              <p:custDataLst>
                <p:tags r:id="rId9"/>
              </p:custDataLst>
            </p:nvPr>
          </p:nvSpPr>
          <p:spPr>
            <a:xfrm>
              <a:off x="10268103" y="3162216"/>
              <a:ext cx="59867" cy="171179"/>
            </a:xfrm>
            <a:custGeom>
              <a:avLst/>
              <a:gdLst>
                <a:gd name="connsiteX0" fmla="*/ 29994 w 59867"/>
                <a:gd name="connsiteY0" fmla="*/ 111616 h 171179"/>
                <a:gd name="connsiteX1" fmla="*/ 237 w 59867"/>
                <a:gd name="connsiteY1" fmla="*/ 141264 h 171179"/>
                <a:gd name="connsiteX2" fmla="*/ 29639 w 59867"/>
                <a:gd name="connsiteY2" fmla="*/ 171264 h 171179"/>
                <a:gd name="connsiteX3" fmla="*/ 60105 w 59867"/>
                <a:gd name="connsiteY3" fmla="*/ 141970 h 171179"/>
                <a:gd name="connsiteX4" fmla="*/ 29994 w 59867"/>
                <a:gd name="connsiteY4" fmla="*/ 111616 h 171179"/>
                <a:gd name="connsiteX5" fmla="*/ 29994 w 59867"/>
                <a:gd name="connsiteY5" fmla="*/ 85 h 171179"/>
                <a:gd name="connsiteX6" fmla="*/ 237 w 59867"/>
                <a:gd name="connsiteY6" fmla="*/ 29379 h 171179"/>
                <a:gd name="connsiteX7" fmla="*/ 29994 w 59867"/>
                <a:gd name="connsiteY7" fmla="*/ 59733 h 171179"/>
                <a:gd name="connsiteX8" fmla="*/ 60105 w 59867"/>
                <a:gd name="connsiteY8" fmla="*/ 30085 h 171179"/>
                <a:gd name="connsiteX9" fmla="*/ 29994 w 59867"/>
                <a:gd name="connsiteY9" fmla="*/ 85 h 1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7" h="171179">
                  <a:moveTo>
                    <a:pt x="29994" y="111616"/>
                  </a:moveTo>
                  <a:cubicBezTo>
                    <a:pt x="13698" y="111616"/>
                    <a:pt x="237" y="125381"/>
                    <a:pt x="237" y="141264"/>
                  </a:cubicBezTo>
                  <a:cubicBezTo>
                    <a:pt x="237" y="158205"/>
                    <a:pt x="12990" y="171264"/>
                    <a:pt x="29639" y="171264"/>
                  </a:cubicBezTo>
                  <a:cubicBezTo>
                    <a:pt x="46643" y="171264"/>
                    <a:pt x="60105" y="158205"/>
                    <a:pt x="60105" y="141970"/>
                  </a:cubicBezTo>
                  <a:cubicBezTo>
                    <a:pt x="60105" y="125381"/>
                    <a:pt x="46643" y="111616"/>
                    <a:pt x="29994" y="111616"/>
                  </a:cubicBezTo>
                  <a:close/>
                  <a:moveTo>
                    <a:pt x="29994" y="85"/>
                  </a:moveTo>
                  <a:cubicBezTo>
                    <a:pt x="13698" y="85"/>
                    <a:pt x="237" y="13497"/>
                    <a:pt x="237" y="29379"/>
                  </a:cubicBezTo>
                  <a:cubicBezTo>
                    <a:pt x="237" y="46674"/>
                    <a:pt x="12990" y="59733"/>
                    <a:pt x="29994" y="59733"/>
                  </a:cubicBezTo>
                  <a:cubicBezTo>
                    <a:pt x="46643" y="59733"/>
                    <a:pt x="60105" y="46321"/>
                    <a:pt x="60105" y="30085"/>
                  </a:cubicBezTo>
                  <a:cubicBezTo>
                    <a:pt x="60105" y="13497"/>
                    <a:pt x="46643" y="85"/>
                    <a:pt x="29994" y="85"/>
                  </a:cubicBez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7" name="Freeform: Shape 106">
              <a:extLst>
                <a:ext uri="{FF2B5EF4-FFF2-40B4-BE49-F238E27FC236}">
                  <a16:creationId xmlns:a16="http://schemas.microsoft.com/office/drawing/2014/main" id="{12B8F714-363A-D9D2-170A-115AC668519F}"/>
                </a:ext>
              </a:extLst>
            </p:cNvPr>
            <p:cNvSpPr/>
            <p:nvPr>
              <p:custDataLst>
                <p:tags r:id="rId10"/>
              </p:custDataLst>
            </p:nvPr>
          </p:nvSpPr>
          <p:spPr>
            <a:xfrm>
              <a:off x="10473355" y="3090214"/>
              <a:ext cx="206879" cy="238592"/>
            </a:xfrm>
            <a:custGeom>
              <a:avLst/>
              <a:gdLst>
                <a:gd name="connsiteX0" fmla="*/ 87388 w 206879"/>
                <a:gd name="connsiteY0" fmla="*/ 131734 h 238592"/>
                <a:gd name="connsiteX1" fmla="*/ 162842 w 206879"/>
                <a:gd name="connsiteY1" fmla="*/ 123969 h 238592"/>
                <a:gd name="connsiteX2" fmla="*/ 207123 w 206879"/>
                <a:gd name="connsiteY2" fmla="*/ 64321 h 238592"/>
                <a:gd name="connsiteX3" fmla="*/ 114310 w 206879"/>
                <a:gd name="connsiteY3" fmla="*/ 85 h 238592"/>
                <a:gd name="connsiteX4" fmla="*/ 243 w 206879"/>
                <a:gd name="connsiteY4" fmla="*/ 85 h 238592"/>
                <a:gd name="connsiteX5" fmla="*/ 243 w 206879"/>
                <a:gd name="connsiteY5" fmla="*/ 8908 h 238592"/>
                <a:gd name="connsiteX6" fmla="*/ 30000 w 206879"/>
                <a:gd name="connsiteY6" fmla="*/ 41380 h 238592"/>
                <a:gd name="connsiteX7" fmla="*/ 30000 w 206879"/>
                <a:gd name="connsiteY7" fmla="*/ 197383 h 238592"/>
                <a:gd name="connsiteX8" fmla="*/ 8745 w 206879"/>
                <a:gd name="connsiteY8" fmla="*/ 228442 h 238592"/>
                <a:gd name="connsiteX9" fmla="*/ 243 w 206879"/>
                <a:gd name="connsiteY9" fmla="*/ 229854 h 238592"/>
                <a:gd name="connsiteX10" fmla="*/ 243 w 206879"/>
                <a:gd name="connsiteY10" fmla="*/ 238678 h 238592"/>
                <a:gd name="connsiteX11" fmla="*/ 118561 w 206879"/>
                <a:gd name="connsiteY11" fmla="*/ 238678 h 238592"/>
                <a:gd name="connsiteX12" fmla="*/ 118561 w 206879"/>
                <a:gd name="connsiteY12" fmla="*/ 229854 h 238592"/>
                <a:gd name="connsiteX13" fmla="*/ 87388 w 206879"/>
                <a:gd name="connsiteY13" fmla="*/ 197383 h 238592"/>
                <a:gd name="connsiteX14" fmla="*/ 87388 w 206879"/>
                <a:gd name="connsiteY14" fmla="*/ 131734 h 238592"/>
                <a:gd name="connsiteX15" fmla="*/ 87388 w 206879"/>
                <a:gd name="connsiteY15" fmla="*/ 24791 h 238592"/>
                <a:gd name="connsiteX16" fmla="*/ 105100 w 206879"/>
                <a:gd name="connsiteY16" fmla="*/ 12438 h 238592"/>
                <a:gd name="connsiteX17" fmla="*/ 146193 w 206879"/>
                <a:gd name="connsiteY17" fmla="*/ 66086 h 238592"/>
                <a:gd name="connsiteX18" fmla="*/ 132731 w 206879"/>
                <a:gd name="connsiteY18" fmla="*/ 109852 h 238592"/>
                <a:gd name="connsiteX19" fmla="*/ 87388 w 206879"/>
                <a:gd name="connsiteY19" fmla="*/ 119381 h 238592"/>
                <a:gd name="connsiteX20" fmla="*/ 87388 w 206879"/>
                <a:gd name="connsiteY20" fmla="*/ 24791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879" h="238592">
                  <a:moveTo>
                    <a:pt x="87388" y="131734"/>
                  </a:moveTo>
                  <a:cubicBezTo>
                    <a:pt x="135211" y="131381"/>
                    <a:pt x="147255" y="130322"/>
                    <a:pt x="162842" y="123969"/>
                  </a:cubicBezTo>
                  <a:cubicBezTo>
                    <a:pt x="191536" y="113028"/>
                    <a:pt x="207123" y="91498"/>
                    <a:pt x="207123" y="64321"/>
                  </a:cubicBezTo>
                  <a:cubicBezTo>
                    <a:pt x="207123" y="23379"/>
                    <a:pt x="173469" y="85"/>
                    <a:pt x="114310" y="85"/>
                  </a:cubicBezTo>
                  <a:lnTo>
                    <a:pt x="243" y="85"/>
                  </a:lnTo>
                  <a:lnTo>
                    <a:pt x="243" y="8908"/>
                  </a:lnTo>
                  <a:cubicBezTo>
                    <a:pt x="25041" y="11026"/>
                    <a:pt x="30000" y="16673"/>
                    <a:pt x="30000" y="41380"/>
                  </a:cubicBezTo>
                  <a:lnTo>
                    <a:pt x="30000" y="197383"/>
                  </a:lnTo>
                  <a:cubicBezTo>
                    <a:pt x="30000" y="219265"/>
                    <a:pt x="25395" y="226324"/>
                    <a:pt x="8745" y="228442"/>
                  </a:cubicBezTo>
                  <a:cubicBezTo>
                    <a:pt x="7683" y="228442"/>
                    <a:pt x="4140" y="229148"/>
                    <a:pt x="243" y="229854"/>
                  </a:cubicBezTo>
                  <a:lnTo>
                    <a:pt x="243" y="238678"/>
                  </a:lnTo>
                  <a:lnTo>
                    <a:pt x="118561" y="238678"/>
                  </a:lnTo>
                  <a:lnTo>
                    <a:pt x="118561" y="229854"/>
                  </a:lnTo>
                  <a:cubicBezTo>
                    <a:pt x="90576" y="226324"/>
                    <a:pt x="87388" y="223148"/>
                    <a:pt x="87388" y="197383"/>
                  </a:cubicBezTo>
                  <a:lnTo>
                    <a:pt x="87388" y="131734"/>
                  </a:lnTo>
                  <a:close/>
                  <a:moveTo>
                    <a:pt x="87388" y="24791"/>
                  </a:moveTo>
                  <a:cubicBezTo>
                    <a:pt x="87388" y="16673"/>
                    <a:pt x="93410" y="12438"/>
                    <a:pt x="105100" y="12438"/>
                  </a:cubicBezTo>
                  <a:cubicBezTo>
                    <a:pt x="134502" y="12438"/>
                    <a:pt x="146193" y="27968"/>
                    <a:pt x="146193" y="66086"/>
                  </a:cubicBezTo>
                  <a:cubicBezTo>
                    <a:pt x="146193" y="88322"/>
                    <a:pt x="141942" y="101734"/>
                    <a:pt x="132731" y="109852"/>
                  </a:cubicBezTo>
                  <a:cubicBezTo>
                    <a:pt x="124229" y="116910"/>
                    <a:pt x="112539" y="119381"/>
                    <a:pt x="87388" y="119381"/>
                  </a:cubicBezTo>
                  <a:lnTo>
                    <a:pt x="87388" y="24791"/>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8" name="Freeform: Shape 107">
              <a:extLst>
                <a:ext uri="{FF2B5EF4-FFF2-40B4-BE49-F238E27FC236}">
                  <a16:creationId xmlns:a16="http://schemas.microsoft.com/office/drawing/2014/main" id="{B35363CD-E148-BE53-CC1D-8EF86FE38ACB}"/>
                </a:ext>
              </a:extLst>
            </p:cNvPr>
            <p:cNvSpPr/>
            <p:nvPr>
              <p:custDataLst>
                <p:tags r:id="rId11"/>
              </p:custDataLst>
            </p:nvPr>
          </p:nvSpPr>
          <p:spPr>
            <a:xfrm>
              <a:off x="10694152" y="3090214"/>
              <a:ext cx="244075" cy="238592"/>
            </a:xfrm>
            <a:custGeom>
              <a:avLst/>
              <a:gdLst>
                <a:gd name="connsiteX0" fmla="*/ 244325 w 244075"/>
                <a:gd name="connsiteY0" fmla="*/ 229854 h 238592"/>
                <a:gd name="connsiteX1" fmla="*/ 229801 w 244075"/>
                <a:gd name="connsiteY1" fmla="*/ 223148 h 238592"/>
                <a:gd name="connsiteX2" fmla="*/ 158597 w 244075"/>
                <a:gd name="connsiteY2" fmla="*/ 122558 h 238592"/>
                <a:gd name="connsiteX3" fmla="*/ 198273 w 244075"/>
                <a:gd name="connsiteY3" fmla="*/ 102440 h 238592"/>
                <a:gd name="connsiteX4" fmla="*/ 214214 w 244075"/>
                <a:gd name="connsiteY4" fmla="*/ 62909 h 238592"/>
                <a:gd name="connsiteX5" fmla="*/ 114317 w 244075"/>
                <a:gd name="connsiteY5" fmla="*/ 85 h 238592"/>
                <a:gd name="connsiteX6" fmla="*/ 250 w 244075"/>
                <a:gd name="connsiteY6" fmla="*/ 85 h 238592"/>
                <a:gd name="connsiteX7" fmla="*/ 250 w 244075"/>
                <a:gd name="connsiteY7" fmla="*/ 8908 h 238592"/>
                <a:gd name="connsiteX8" fmla="*/ 31423 w 244075"/>
                <a:gd name="connsiteY8" fmla="*/ 41380 h 238592"/>
                <a:gd name="connsiteX9" fmla="*/ 31423 w 244075"/>
                <a:gd name="connsiteY9" fmla="*/ 197383 h 238592"/>
                <a:gd name="connsiteX10" fmla="*/ 250 w 244075"/>
                <a:gd name="connsiteY10" fmla="*/ 229854 h 238592"/>
                <a:gd name="connsiteX11" fmla="*/ 250 w 244075"/>
                <a:gd name="connsiteY11" fmla="*/ 238678 h 238592"/>
                <a:gd name="connsiteX12" fmla="*/ 119985 w 244075"/>
                <a:gd name="connsiteY12" fmla="*/ 238678 h 238592"/>
                <a:gd name="connsiteX13" fmla="*/ 119985 w 244075"/>
                <a:gd name="connsiteY13" fmla="*/ 229854 h 238592"/>
                <a:gd name="connsiteX14" fmla="*/ 88811 w 244075"/>
                <a:gd name="connsiteY14" fmla="*/ 197383 h 238592"/>
                <a:gd name="connsiteX15" fmla="*/ 88811 w 244075"/>
                <a:gd name="connsiteY15" fmla="*/ 128205 h 238592"/>
                <a:gd name="connsiteX16" fmla="*/ 98376 w 244075"/>
                <a:gd name="connsiteY16" fmla="*/ 128205 h 238592"/>
                <a:gd name="connsiteX17" fmla="*/ 171704 w 244075"/>
                <a:gd name="connsiteY17" fmla="*/ 238678 h 238592"/>
                <a:gd name="connsiteX18" fmla="*/ 244325 w 244075"/>
                <a:gd name="connsiteY18" fmla="*/ 238678 h 238592"/>
                <a:gd name="connsiteX19" fmla="*/ 244325 w 244075"/>
                <a:gd name="connsiteY19" fmla="*/ 229854 h 238592"/>
                <a:gd name="connsiteX20" fmla="*/ 88811 w 244075"/>
                <a:gd name="connsiteY20" fmla="*/ 26909 h 238592"/>
                <a:gd name="connsiteX21" fmla="*/ 91291 w 244075"/>
                <a:gd name="connsiteY21" fmla="*/ 17379 h 238592"/>
                <a:gd name="connsiteX22" fmla="*/ 107940 w 244075"/>
                <a:gd name="connsiteY22" fmla="*/ 12085 h 238592"/>
                <a:gd name="connsiteX23" fmla="*/ 153638 w 244075"/>
                <a:gd name="connsiteY23" fmla="*/ 64321 h 238592"/>
                <a:gd name="connsiteX24" fmla="*/ 136988 w 244075"/>
                <a:gd name="connsiteY24" fmla="*/ 108087 h 238592"/>
                <a:gd name="connsiteX25" fmla="*/ 88811 w 244075"/>
                <a:gd name="connsiteY25" fmla="*/ 116910 h 238592"/>
                <a:gd name="connsiteX26" fmla="*/ 88811 w 244075"/>
                <a:gd name="connsiteY26" fmla="*/ 26909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4075" h="238592">
                  <a:moveTo>
                    <a:pt x="244325" y="229854"/>
                  </a:moveTo>
                  <a:cubicBezTo>
                    <a:pt x="237948" y="229854"/>
                    <a:pt x="233343" y="227736"/>
                    <a:pt x="229801" y="223148"/>
                  </a:cubicBezTo>
                  <a:lnTo>
                    <a:pt x="158597" y="122558"/>
                  </a:lnTo>
                  <a:cubicBezTo>
                    <a:pt x="179498" y="115852"/>
                    <a:pt x="188354" y="111263"/>
                    <a:pt x="198273" y="102440"/>
                  </a:cubicBezTo>
                  <a:cubicBezTo>
                    <a:pt x="208546" y="92910"/>
                    <a:pt x="214214" y="78792"/>
                    <a:pt x="214214" y="62909"/>
                  </a:cubicBezTo>
                  <a:cubicBezTo>
                    <a:pt x="214214" y="22320"/>
                    <a:pt x="179143" y="85"/>
                    <a:pt x="114317" y="85"/>
                  </a:cubicBezTo>
                  <a:lnTo>
                    <a:pt x="250" y="85"/>
                  </a:lnTo>
                  <a:lnTo>
                    <a:pt x="250" y="8908"/>
                  </a:lnTo>
                  <a:cubicBezTo>
                    <a:pt x="26464" y="10673"/>
                    <a:pt x="31423" y="15967"/>
                    <a:pt x="31423" y="41380"/>
                  </a:cubicBezTo>
                  <a:lnTo>
                    <a:pt x="31423" y="197383"/>
                  </a:lnTo>
                  <a:cubicBezTo>
                    <a:pt x="31423" y="223148"/>
                    <a:pt x="27881" y="226677"/>
                    <a:pt x="250" y="229854"/>
                  </a:cubicBezTo>
                  <a:lnTo>
                    <a:pt x="250" y="238678"/>
                  </a:lnTo>
                  <a:lnTo>
                    <a:pt x="119985" y="238678"/>
                  </a:lnTo>
                  <a:lnTo>
                    <a:pt x="119985" y="229854"/>
                  </a:lnTo>
                  <a:cubicBezTo>
                    <a:pt x="92353" y="226324"/>
                    <a:pt x="88811" y="222442"/>
                    <a:pt x="88811" y="197383"/>
                  </a:cubicBezTo>
                  <a:lnTo>
                    <a:pt x="88811" y="128205"/>
                  </a:lnTo>
                  <a:lnTo>
                    <a:pt x="98376" y="128205"/>
                  </a:lnTo>
                  <a:lnTo>
                    <a:pt x="171704" y="238678"/>
                  </a:lnTo>
                  <a:lnTo>
                    <a:pt x="244325" y="238678"/>
                  </a:lnTo>
                  <a:lnTo>
                    <a:pt x="244325" y="229854"/>
                  </a:lnTo>
                  <a:close/>
                  <a:moveTo>
                    <a:pt x="88811" y="26909"/>
                  </a:moveTo>
                  <a:cubicBezTo>
                    <a:pt x="88811" y="24791"/>
                    <a:pt x="90228" y="19497"/>
                    <a:pt x="91291" y="17379"/>
                  </a:cubicBezTo>
                  <a:cubicBezTo>
                    <a:pt x="93416" y="13850"/>
                    <a:pt x="99084" y="12085"/>
                    <a:pt x="107940" y="12085"/>
                  </a:cubicBezTo>
                  <a:cubicBezTo>
                    <a:pt x="140531" y="12085"/>
                    <a:pt x="153638" y="27262"/>
                    <a:pt x="153638" y="64321"/>
                  </a:cubicBezTo>
                  <a:cubicBezTo>
                    <a:pt x="153638" y="86910"/>
                    <a:pt x="148324" y="100675"/>
                    <a:pt x="136988" y="108087"/>
                  </a:cubicBezTo>
                  <a:cubicBezTo>
                    <a:pt x="127778" y="114087"/>
                    <a:pt x="115734" y="116558"/>
                    <a:pt x="88811" y="116910"/>
                  </a:cubicBezTo>
                  <a:lnTo>
                    <a:pt x="88811" y="26909"/>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09" name="Freeform: Shape 108">
              <a:extLst>
                <a:ext uri="{FF2B5EF4-FFF2-40B4-BE49-F238E27FC236}">
                  <a16:creationId xmlns:a16="http://schemas.microsoft.com/office/drawing/2014/main" id="{6A22B777-63AB-F720-6BE5-96D7F38CB930}"/>
                </a:ext>
              </a:extLst>
            </p:cNvPr>
            <p:cNvSpPr/>
            <p:nvPr>
              <p:custDataLst>
                <p:tags r:id="rId12"/>
              </p:custDataLst>
            </p:nvPr>
          </p:nvSpPr>
          <p:spPr>
            <a:xfrm>
              <a:off x="10947333" y="3090214"/>
              <a:ext cx="242658" cy="244945"/>
            </a:xfrm>
            <a:custGeom>
              <a:avLst/>
              <a:gdLst>
                <a:gd name="connsiteX0" fmla="*/ 76065 w 242658"/>
                <a:gd name="connsiteY0" fmla="*/ 85 h 244945"/>
                <a:gd name="connsiteX1" fmla="*/ 1319 w 242658"/>
                <a:gd name="connsiteY1" fmla="*/ 85 h 244945"/>
                <a:gd name="connsiteX2" fmla="*/ 1319 w 242658"/>
                <a:gd name="connsiteY2" fmla="*/ 8908 h 244945"/>
                <a:gd name="connsiteX3" fmla="*/ 31430 w 242658"/>
                <a:gd name="connsiteY3" fmla="*/ 34321 h 244945"/>
                <a:gd name="connsiteX4" fmla="*/ 31430 w 242658"/>
                <a:gd name="connsiteY4" fmla="*/ 201618 h 244945"/>
                <a:gd name="connsiteX5" fmla="*/ 257 w 242658"/>
                <a:gd name="connsiteY5" fmla="*/ 229854 h 244945"/>
                <a:gd name="connsiteX6" fmla="*/ 257 w 242658"/>
                <a:gd name="connsiteY6" fmla="*/ 238678 h 244945"/>
                <a:gd name="connsiteX7" fmla="*/ 80670 w 242658"/>
                <a:gd name="connsiteY7" fmla="*/ 238678 h 244945"/>
                <a:gd name="connsiteX8" fmla="*/ 80670 w 242658"/>
                <a:gd name="connsiteY8" fmla="*/ 229854 h 244945"/>
                <a:gd name="connsiteX9" fmla="*/ 47017 w 242658"/>
                <a:gd name="connsiteY9" fmla="*/ 194912 h 244945"/>
                <a:gd name="connsiteX10" fmla="*/ 47017 w 242658"/>
                <a:gd name="connsiteY10" fmla="*/ 53027 h 244945"/>
                <a:gd name="connsiteX11" fmla="*/ 205365 w 242658"/>
                <a:gd name="connsiteY11" fmla="*/ 245031 h 244945"/>
                <a:gd name="connsiteX12" fmla="*/ 215284 w 242658"/>
                <a:gd name="connsiteY12" fmla="*/ 245031 h 244945"/>
                <a:gd name="connsiteX13" fmla="*/ 215284 w 242658"/>
                <a:gd name="connsiteY13" fmla="*/ 37144 h 244945"/>
                <a:gd name="connsiteX14" fmla="*/ 242915 w 242658"/>
                <a:gd name="connsiteY14" fmla="*/ 8908 h 244945"/>
                <a:gd name="connsiteX15" fmla="*/ 242915 w 242658"/>
                <a:gd name="connsiteY15" fmla="*/ 85 h 244945"/>
                <a:gd name="connsiteX16" fmla="*/ 166752 w 242658"/>
                <a:gd name="connsiteY16" fmla="*/ 85 h 244945"/>
                <a:gd name="connsiteX17" fmla="*/ 166752 w 242658"/>
                <a:gd name="connsiteY17" fmla="*/ 8908 h 244945"/>
                <a:gd name="connsiteX18" fmla="*/ 199697 w 242658"/>
                <a:gd name="connsiteY18" fmla="*/ 43850 h 244945"/>
                <a:gd name="connsiteX19" fmla="*/ 199697 w 242658"/>
                <a:gd name="connsiteY19" fmla="*/ 151499 h 244945"/>
                <a:gd name="connsiteX20" fmla="*/ 76065 w 242658"/>
                <a:gd name="connsiteY20" fmla="*/ 85 h 24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2658" h="244945">
                  <a:moveTo>
                    <a:pt x="76065" y="85"/>
                  </a:moveTo>
                  <a:lnTo>
                    <a:pt x="1319" y="85"/>
                  </a:lnTo>
                  <a:lnTo>
                    <a:pt x="1319" y="8908"/>
                  </a:lnTo>
                  <a:cubicBezTo>
                    <a:pt x="8404" y="8908"/>
                    <a:pt x="14427" y="14203"/>
                    <a:pt x="31430" y="34321"/>
                  </a:cubicBezTo>
                  <a:lnTo>
                    <a:pt x="31430" y="201618"/>
                  </a:lnTo>
                  <a:cubicBezTo>
                    <a:pt x="31430" y="221736"/>
                    <a:pt x="26117" y="226677"/>
                    <a:pt x="257" y="229854"/>
                  </a:cubicBezTo>
                  <a:lnTo>
                    <a:pt x="257" y="238678"/>
                  </a:lnTo>
                  <a:lnTo>
                    <a:pt x="80670" y="238678"/>
                  </a:lnTo>
                  <a:lnTo>
                    <a:pt x="80670" y="229854"/>
                  </a:lnTo>
                  <a:cubicBezTo>
                    <a:pt x="53394" y="226677"/>
                    <a:pt x="47017" y="219971"/>
                    <a:pt x="47017" y="194912"/>
                  </a:cubicBezTo>
                  <a:lnTo>
                    <a:pt x="47017" y="53027"/>
                  </a:lnTo>
                  <a:lnTo>
                    <a:pt x="205365" y="245031"/>
                  </a:lnTo>
                  <a:lnTo>
                    <a:pt x="215284" y="245031"/>
                  </a:lnTo>
                  <a:lnTo>
                    <a:pt x="215284" y="37144"/>
                  </a:lnTo>
                  <a:cubicBezTo>
                    <a:pt x="215284" y="17026"/>
                    <a:pt x="219889" y="12438"/>
                    <a:pt x="242915" y="8908"/>
                  </a:cubicBezTo>
                  <a:lnTo>
                    <a:pt x="242915" y="85"/>
                  </a:lnTo>
                  <a:lnTo>
                    <a:pt x="166752" y="85"/>
                  </a:lnTo>
                  <a:lnTo>
                    <a:pt x="166752" y="8908"/>
                  </a:lnTo>
                  <a:cubicBezTo>
                    <a:pt x="192966" y="11379"/>
                    <a:pt x="199697" y="18791"/>
                    <a:pt x="199697" y="43850"/>
                  </a:cubicBezTo>
                  <a:lnTo>
                    <a:pt x="199697" y="151499"/>
                  </a:lnTo>
                  <a:lnTo>
                    <a:pt x="76065" y="85"/>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0" name="Freeform: Shape 109">
              <a:extLst>
                <a:ext uri="{FF2B5EF4-FFF2-40B4-BE49-F238E27FC236}">
                  <a16:creationId xmlns:a16="http://schemas.microsoft.com/office/drawing/2014/main" id="{7B980C1D-8B7D-5E3A-D680-B675900EC6B6}"/>
                </a:ext>
              </a:extLst>
            </p:cNvPr>
            <p:cNvSpPr/>
            <p:nvPr>
              <p:custDataLst>
                <p:tags r:id="rId13"/>
              </p:custDataLst>
            </p:nvPr>
          </p:nvSpPr>
          <p:spPr>
            <a:xfrm>
              <a:off x="11207245" y="3161863"/>
              <a:ext cx="119026" cy="171885"/>
            </a:xfrm>
            <a:custGeom>
              <a:avLst/>
              <a:gdLst>
                <a:gd name="connsiteX0" fmla="*/ 111851 w 119026"/>
                <a:gd name="connsiteY0" fmla="*/ 51968 h 171885"/>
                <a:gd name="connsiteX1" fmla="*/ 111851 w 119026"/>
                <a:gd name="connsiteY1" fmla="*/ 791 h 171885"/>
                <a:gd name="connsiteX2" fmla="*/ 104058 w 119026"/>
                <a:gd name="connsiteY2" fmla="*/ 791 h 171885"/>
                <a:gd name="connsiteX3" fmla="*/ 95556 w 119026"/>
                <a:gd name="connsiteY3" fmla="*/ 7850 h 171885"/>
                <a:gd name="connsiteX4" fmla="*/ 84220 w 119026"/>
                <a:gd name="connsiteY4" fmla="*/ 5379 h 171885"/>
                <a:gd name="connsiteX5" fmla="*/ 56589 w 119026"/>
                <a:gd name="connsiteY5" fmla="*/ 85 h 171885"/>
                <a:gd name="connsiteX6" fmla="*/ 972 w 119026"/>
                <a:gd name="connsiteY6" fmla="*/ 51615 h 171885"/>
                <a:gd name="connsiteX7" fmla="*/ 51275 w 119026"/>
                <a:gd name="connsiteY7" fmla="*/ 106322 h 171885"/>
                <a:gd name="connsiteX8" fmla="*/ 85283 w 119026"/>
                <a:gd name="connsiteY8" fmla="*/ 137028 h 171885"/>
                <a:gd name="connsiteX9" fmla="*/ 58714 w 119026"/>
                <a:gd name="connsiteY9" fmla="*/ 159970 h 171885"/>
                <a:gd name="connsiteX10" fmla="*/ 10183 w 119026"/>
                <a:gd name="connsiteY10" fmla="*/ 113381 h 171885"/>
                <a:gd name="connsiteX11" fmla="*/ 264 w 119026"/>
                <a:gd name="connsiteY11" fmla="*/ 113381 h 171885"/>
                <a:gd name="connsiteX12" fmla="*/ 264 w 119026"/>
                <a:gd name="connsiteY12" fmla="*/ 171617 h 171885"/>
                <a:gd name="connsiteX13" fmla="*/ 9120 w 119026"/>
                <a:gd name="connsiteY13" fmla="*/ 171617 h 171885"/>
                <a:gd name="connsiteX14" fmla="*/ 18330 w 119026"/>
                <a:gd name="connsiteY14" fmla="*/ 161735 h 171885"/>
                <a:gd name="connsiteX15" fmla="*/ 26478 w 119026"/>
                <a:gd name="connsiteY15" fmla="*/ 163853 h 171885"/>
                <a:gd name="connsiteX16" fmla="*/ 64737 w 119026"/>
                <a:gd name="connsiteY16" fmla="*/ 171970 h 171885"/>
                <a:gd name="connsiteX17" fmla="*/ 119290 w 119026"/>
                <a:gd name="connsiteY17" fmla="*/ 118322 h 171885"/>
                <a:gd name="connsiteX18" fmla="*/ 70405 w 119026"/>
                <a:gd name="connsiteY18" fmla="*/ 63262 h 171885"/>
                <a:gd name="connsiteX19" fmla="*/ 36397 w 119026"/>
                <a:gd name="connsiteY19" fmla="*/ 32203 h 171885"/>
                <a:gd name="connsiteX20" fmla="*/ 59777 w 119026"/>
                <a:gd name="connsiteY20" fmla="*/ 11732 h 171885"/>
                <a:gd name="connsiteX21" fmla="*/ 86346 w 119026"/>
                <a:gd name="connsiteY21" fmla="*/ 23026 h 171885"/>
                <a:gd name="connsiteX22" fmla="*/ 102995 w 119026"/>
                <a:gd name="connsiteY22" fmla="*/ 51968 h 171885"/>
                <a:gd name="connsiteX23" fmla="*/ 111851 w 119026"/>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026" h="171885">
                  <a:moveTo>
                    <a:pt x="111851" y="51968"/>
                  </a:moveTo>
                  <a:lnTo>
                    <a:pt x="111851" y="791"/>
                  </a:lnTo>
                  <a:lnTo>
                    <a:pt x="104058" y="791"/>
                  </a:lnTo>
                  <a:cubicBezTo>
                    <a:pt x="101932" y="6085"/>
                    <a:pt x="99807" y="7850"/>
                    <a:pt x="95556" y="7850"/>
                  </a:cubicBezTo>
                  <a:cubicBezTo>
                    <a:pt x="93431" y="7850"/>
                    <a:pt x="89888" y="7144"/>
                    <a:pt x="84220" y="5379"/>
                  </a:cubicBezTo>
                  <a:cubicBezTo>
                    <a:pt x="72530" y="1496"/>
                    <a:pt x="64382" y="85"/>
                    <a:pt x="56589" y="85"/>
                  </a:cubicBezTo>
                  <a:cubicBezTo>
                    <a:pt x="24353" y="85"/>
                    <a:pt x="972" y="21967"/>
                    <a:pt x="972" y="51615"/>
                  </a:cubicBezTo>
                  <a:cubicBezTo>
                    <a:pt x="972" y="74910"/>
                    <a:pt x="15497" y="91145"/>
                    <a:pt x="51275" y="106322"/>
                  </a:cubicBezTo>
                  <a:cubicBezTo>
                    <a:pt x="75364" y="116910"/>
                    <a:pt x="85283" y="125734"/>
                    <a:pt x="85283" y="137028"/>
                  </a:cubicBezTo>
                  <a:cubicBezTo>
                    <a:pt x="85283" y="150793"/>
                    <a:pt x="74656" y="159970"/>
                    <a:pt x="58714" y="159970"/>
                  </a:cubicBezTo>
                  <a:cubicBezTo>
                    <a:pt x="33917" y="159970"/>
                    <a:pt x="17622" y="144087"/>
                    <a:pt x="10183" y="113381"/>
                  </a:cubicBezTo>
                  <a:lnTo>
                    <a:pt x="264" y="113381"/>
                  </a:lnTo>
                  <a:lnTo>
                    <a:pt x="264" y="171617"/>
                  </a:lnTo>
                  <a:lnTo>
                    <a:pt x="9120" y="171617"/>
                  </a:lnTo>
                  <a:cubicBezTo>
                    <a:pt x="13017" y="164206"/>
                    <a:pt x="15142" y="161735"/>
                    <a:pt x="18330" y="161735"/>
                  </a:cubicBezTo>
                  <a:cubicBezTo>
                    <a:pt x="20102" y="161735"/>
                    <a:pt x="22936" y="162441"/>
                    <a:pt x="26478" y="163853"/>
                  </a:cubicBezTo>
                  <a:cubicBezTo>
                    <a:pt x="36043" y="168088"/>
                    <a:pt x="54818" y="171970"/>
                    <a:pt x="64737" y="171970"/>
                  </a:cubicBezTo>
                  <a:cubicBezTo>
                    <a:pt x="96973" y="171970"/>
                    <a:pt x="119290" y="150088"/>
                    <a:pt x="119290" y="118322"/>
                  </a:cubicBezTo>
                  <a:cubicBezTo>
                    <a:pt x="119290" y="93263"/>
                    <a:pt x="105475" y="78086"/>
                    <a:pt x="70405" y="63262"/>
                  </a:cubicBezTo>
                  <a:cubicBezTo>
                    <a:pt x="46316" y="53027"/>
                    <a:pt x="36397" y="44203"/>
                    <a:pt x="36397" y="32203"/>
                  </a:cubicBezTo>
                  <a:cubicBezTo>
                    <a:pt x="36397" y="20556"/>
                    <a:pt x="46316" y="11732"/>
                    <a:pt x="59777" y="11732"/>
                  </a:cubicBezTo>
                  <a:cubicBezTo>
                    <a:pt x="68988" y="11732"/>
                    <a:pt x="78552" y="15614"/>
                    <a:pt x="86346" y="23026"/>
                  </a:cubicBezTo>
                  <a:cubicBezTo>
                    <a:pt x="93785" y="30085"/>
                    <a:pt x="97681" y="36438"/>
                    <a:pt x="102995" y="51968"/>
                  </a:cubicBezTo>
                  <a:lnTo>
                    <a:pt x="111851" y="51968"/>
                  </a:lnTo>
                  <a:close/>
                </a:path>
              </a:pathLst>
            </a:custGeom>
            <a:solidFill>
              <a:srgbClr val="FFFF00"/>
            </a:solidFill>
            <a:ln w="356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43" name="Picture 42">
            <a:extLst>
              <a:ext uri="{FF2B5EF4-FFF2-40B4-BE49-F238E27FC236}">
                <a16:creationId xmlns:a16="http://schemas.microsoft.com/office/drawing/2014/main" id="{7331B7FF-2A31-F1C5-3076-04292DC08BC1}"/>
              </a:ext>
            </a:extLst>
          </p:cNvPr>
          <p:cNvPicPr>
            <a:picLocks noChangeAspect="1"/>
          </p:cNvPicPr>
          <p:nvPr/>
        </p:nvPicPr>
        <p:blipFill>
          <a:blip r:embed="rId15"/>
          <a:stretch>
            <a:fillRect/>
          </a:stretch>
        </p:blipFill>
        <p:spPr>
          <a:xfrm>
            <a:off x="1460582" y="997293"/>
            <a:ext cx="10601325" cy="4495800"/>
          </a:xfrm>
          <a:prstGeom prst="rect">
            <a:avLst/>
          </a:prstGeom>
        </p:spPr>
      </p:pic>
      <p:pic>
        <p:nvPicPr>
          <p:cNvPr id="95" name="Picture 94">
            <a:extLst>
              <a:ext uri="{FF2B5EF4-FFF2-40B4-BE49-F238E27FC236}">
                <a16:creationId xmlns:a16="http://schemas.microsoft.com/office/drawing/2014/main" id="{2E9D0688-25E4-F421-A507-1DF30CAA30A3}"/>
              </a:ext>
            </a:extLst>
          </p:cNvPr>
          <p:cNvPicPr>
            <a:picLocks noChangeAspect="1"/>
          </p:cNvPicPr>
          <p:nvPr/>
        </p:nvPicPr>
        <p:blipFill>
          <a:blip r:embed="rId16">
            <a:duotone>
              <a:schemeClr val="accent1">
                <a:shade val="45000"/>
                <a:satMod val="135000"/>
              </a:schemeClr>
              <a:prstClr val="white"/>
            </a:duotone>
          </a:blip>
          <a:stretch>
            <a:fillRect/>
          </a:stretch>
        </p:blipFill>
        <p:spPr>
          <a:xfrm>
            <a:off x="6255006" y="2778468"/>
            <a:ext cx="5286375" cy="2714625"/>
          </a:xfrm>
          <a:prstGeom prst="rect">
            <a:avLst/>
          </a:prstGeom>
        </p:spPr>
      </p:pic>
    </p:spTree>
    <p:extLst>
      <p:ext uri="{BB962C8B-B14F-4D97-AF65-F5344CB8AC3E}">
        <p14:creationId xmlns:p14="http://schemas.microsoft.com/office/powerpoint/2010/main" val="3446362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91A1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4">
              <a:lumMod val="50000"/>
            </a:schemeClr>
          </a:solidFill>
        </p:spPr>
        <p:txBody>
          <a:bodyPr>
            <a:normAutofit/>
          </a:bodyPr>
          <a:lstStyle/>
          <a:p>
            <a:pPr algn="ctr"/>
            <a:r>
              <a:rPr lang="en-US" sz="4000" b="0" i="0" dirty="0">
                <a:solidFill>
                  <a:schemeClr val="bg1"/>
                </a:solidFill>
                <a:effectLst/>
                <a:latin typeface="fkGrotesk"/>
              </a:rPr>
              <a:t>Pseudo Random Numbers</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a:bodyPr>
          <a:lstStyle/>
          <a:p>
            <a:pPr algn="l">
              <a:buFont typeface="Arial" panose="020B0604020202020204" pitchFamily="34" charset="0"/>
              <a:buChar char="•"/>
            </a:pPr>
            <a:r>
              <a:rPr lang="en-US" dirty="0">
                <a:latin typeface="fkGroteskNeue"/>
              </a:rPr>
              <a:t> </a:t>
            </a:r>
            <a:endParaRPr lang="en-US" b="0" i="0" dirty="0">
              <a:effectLst/>
              <a:latin typeface="fkGroteskNeue"/>
            </a:endParaRPr>
          </a:p>
          <a:p>
            <a:pPr lvl="1"/>
            <a:endParaRPr lang="en-US" b="0" i="0" dirty="0">
              <a:effectLst/>
              <a:latin typeface="fkGroteskNeue"/>
            </a:endParaRP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grpSp>
        <p:nvGrpSpPr>
          <p:cNvPr id="24" name="Group 23"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title="IguanaTex Shape Display">
            <a:extLst>
              <a:ext uri="{FF2B5EF4-FFF2-40B4-BE49-F238E27FC236}">
                <a16:creationId xmlns:a16="http://schemas.microsoft.com/office/drawing/2014/main" id="{B9612B7F-E7E9-E9A6-2BA6-8D1FA8DFBEF8}"/>
              </a:ext>
            </a:extLst>
          </p:cNvPr>
          <p:cNvGrpSpPr>
            <a:grpSpLocks noChangeAspect="1"/>
          </p:cNvGrpSpPr>
          <p:nvPr>
            <p:custDataLst>
              <p:tags r:id="rId1"/>
            </p:custDataLst>
          </p:nvPr>
        </p:nvGrpSpPr>
        <p:grpSpPr>
          <a:xfrm>
            <a:off x="1778000" y="317500"/>
            <a:ext cx="2424895" cy="310947"/>
            <a:chOff x="8901376" y="3090214"/>
            <a:chExt cx="2424895" cy="310947"/>
          </a:xfrm>
        </p:grpSpPr>
        <p:sp>
          <p:nvSpPr>
            <p:cNvPr id="12" name="Freeform: Shape 11">
              <a:extLst>
                <a:ext uri="{FF2B5EF4-FFF2-40B4-BE49-F238E27FC236}">
                  <a16:creationId xmlns:a16="http://schemas.microsoft.com/office/drawing/2014/main" id="{330B2A73-1085-0DE5-B8A3-FC1097972D4E}"/>
                </a:ext>
              </a:extLst>
            </p:cNvPr>
            <p:cNvSpPr/>
            <p:nvPr>
              <p:custDataLst>
                <p:tags r:id="rId2"/>
              </p:custDataLst>
            </p:nvPr>
          </p:nvSpPr>
          <p:spPr>
            <a:xfrm>
              <a:off x="8901376" y="3090214"/>
              <a:ext cx="221403" cy="238592"/>
            </a:xfrm>
            <a:custGeom>
              <a:avLst/>
              <a:gdLst>
                <a:gd name="connsiteX0" fmla="*/ 204599 w 221403"/>
                <a:gd name="connsiteY0" fmla="*/ 85 h 238592"/>
                <a:gd name="connsiteX1" fmla="*/ 199 w 221403"/>
                <a:gd name="connsiteY1" fmla="*/ 85 h 238592"/>
                <a:gd name="connsiteX2" fmla="*/ 199 w 221403"/>
                <a:gd name="connsiteY2" fmla="*/ 8908 h 238592"/>
                <a:gd name="connsiteX3" fmla="*/ 31373 w 221403"/>
                <a:gd name="connsiteY3" fmla="*/ 33968 h 238592"/>
                <a:gd name="connsiteX4" fmla="*/ 31373 w 221403"/>
                <a:gd name="connsiteY4" fmla="*/ 204795 h 238592"/>
                <a:gd name="connsiteX5" fmla="*/ 199 w 221403"/>
                <a:gd name="connsiteY5" fmla="*/ 229854 h 238592"/>
                <a:gd name="connsiteX6" fmla="*/ 199 w 221403"/>
                <a:gd name="connsiteY6" fmla="*/ 238678 h 238592"/>
                <a:gd name="connsiteX7" fmla="*/ 207433 w 221403"/>
                <a:gd name="connsiteY7" fmla="*/ 238678 h 238592"/>
                <a:gd name="connsiteX8" fmla="*/ 221603 w 221403"/>
                <a:gd name="connsiteY8" fmla="*/ 165264 h 238592"/>
                <a:gd name="connsiteX9" fmla="*/ 211684 w 221403"/>
                <a:gd name="connsiteY9" fmla="*/ 165264 h 238592"/>
                <a:gd name="connsiteX10" fmla="*/ 180865 w 221403"/>
                <a:gd name="connsiteY10" fmla="*/ 209030 h 238592"/>
                <a:gd name="connsiteX11" fmla="*/ 118163 w 221403"/>
                <a:gd name="connsiteY11" fmla="*/ 227736 h 238592"/>
                <a:gd name="connsiteX12" fmla="*/ 88761 w 221403"/>
                <a:gd name="connsiteY12" fmla="*/ 207971 h 238592"/>
                <a:gd name="connsiteX13" fmla="*/ 88761 w 221403"/>
                <a:gd name="connsiteY13" fmla="*/ 122558 h 238592"/>
                <a:gd name="connsiteX14" fmla="*/ 146149 w 221403"/>
                <a:gd name="connsiteY14" fmla="*/ 177265 h 238592"/>
                <a:gd name="connsiteX15" fmla="*/ 155359 w 221403"/>
                <a:gd name="connsiteY15" fmla="*/ 177265 h 238592"/>
                <a:gd name="connsiteX16" fmla="*/ 155359 w 221403"/>
                <a:gd name="connsiteY16" fmla="*/ 57968 h 238592"/>
                <a:gd name="connsiteX17" fmla="*/ 146149 w 221403"/>
                <a:gd name="connsiteY17" fmla="*/ 57968 h 238592"/>
                <a:gd name="connsiteX18" fmla="*/ 88761 w 221403"/>
                <a:gd name="connsiteY18" fmla="*/ 110557 h 238592"/>
                <a:gd name="connsiteX19" fmla="*/ 88761 w 221403"/>
                <a:gd name="connsiteY19" fmla="*/ 28673 h 238592"/>
                <a:gd name="connsiteX20" fmla="*/ 111787 w 221403"/>
                <a:gd name="connsiteY20" fmla="*/ 12085 h 238592"/>
                <a:gd name="connsiteX21" fmla="*/ 195743 w 221403"/>
                <a:gd name="connsiteY21" fmla="*/ 71027 h 238592"/>
                <a:gd name="connsiteX22" fmla="*/ 204599 w 221403"/>
                <a:gd name="connsiteY22" fmla="*/ 71027 h 238592"/>
                <a:gd name="connsiteX23" fmla="*/ 204599 w 221403"/>
                <a:gd name="connsiteY23"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1403" h="238592">
                  <a:moveTo>
                    <a:pt x="204599" y="85"/>
                  </a:moveTo>
                  <a:lnTo>
                    <a:pt x="199" y="85"/>
                  </a:lnTo>
                  <a:lnTo>
                    <a:pt x="199" y="8908"/>
                  </a:lnTo>
                  <a:cubicBezTo>
                    <a:pt x="24642" y="10320"/>
                    <a:pt x="31373" y="15967"/>
                    <a:pt x="31373" y="33968"/>
                  </a:cubicBezTo>
                  <a:lnTo>
                    <a:pt x="31373" y="204795"/>
                  </a:lnTo>
                  <a:cubicBezTo>
                    <a:pt x="31373" y="223148"/>
                    <a:pt x="26414" y="227030"/>
                    <a:pt x="199" y="229854"/>
                  </a:cubicBezTo>
                  <a:lnTo>
                    <a:pt x="199" y="238678"/>
                  </a:lnTo>
                  <a:lnTo>
                    <a:pt x="207433" y="238678"/>
                  </a:lnTo>
                  <a:lnTo>
                    <a:pt x="221603" y="165264"/>
                  </a:lnTo>
                  <a:lnTo>
                    <a:pt x="211684" y="165264"/>
                  </a:lnTo>
                  <a:cubicBezTo>
                    <a:pt x="200702" y="188912"/>
                    <a:pt x="193617" y="198794"/>
                    <a:pt x="180865" y="209030"/>
                  </a:cubicBezTo>
                  <a:cubicBezTo>
                    <a:pt x="164569" y="222089"/>
                    <a:pt x="145086" y="227736"/>
                    <a:pt x="118163" y="227736"/>
                  </a:cubicBezTo>
                  <a:cubicBezTo>
                    <a:pt x="95491" y="227736"/>
                    <a:pt x="88761" y="223148"/>
                    <a:pt x="88761" y="207971"/>
                  </a:cubicBezTo>
                  <a:lnTo>
                    <a:pt x="88761" y="122558"/>
                  </a:lnTo>
                  <a:cubicBezTo>
                    <a:pt x="127374" y="122558"/>
                    <a:pt x="141898" y="136323"/>
                    <a:pt x="146149" y="177265"/>
                  </a:cubicBezTo>
                  <a:lnTo>
                    <a:pt x="155359" y="177265"/>
                  </a:lnTo>
                  <a:lnTo>
                    <a:pt x="155359" y="57968"/>
                  </a:lnTo>
                  <a:lnTo>
                    <a:pt x="146149" y="57968"/>
                  </a:lnTo>
                  <a:cubicBezTo>
                    <a:pt x="140835" y="98204"/>
                    <a:pt x="127019" y="110910"/>
                    <a:pt x="88761" y="110557"/>
                  </a:cubicBezTo>
                  <a:lnTo>
                    <a:pt x="88761" y="28673"/>
                  </a:lnTo>
                  <a:cubicBezTo>
                    <a:pt x="88761" y="15261"/>
                    <a:pt x="93366" y="12085"/>
                    <a:pt x="111787" y="12085"/>
                  </a:cubicBezTo>
                  <a:cubicBezTo>
                    <a:pt x="169529" y="12085"/>
                    <a:pt x="186887" y="24085"/>
                    <a:pt x="195743" y="71027"/>
                  </a:cubicBezTo>
                  <a:lnTo>
                    <a:pt x="204599" y="71027"/>
                  </a:lnTo>
                  <a:lnTo>
                    <a:pt x="204599" y="85"/>
                  </a:lnTo>
                  <a:close/>
                </a:path>
              </a:pathLst>
            </a:custGeom>
            <a:solidFill>
              <a:srgbClr val="FFFF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375C87A-7D43-2246-CA07-64454464ACE0}"/>
                </a:ext>
              </a:extLst>
            </p:cNvPr>
            <p:cNvSpPr/>
            <p:nvPr>
              <p:custDataLst>
                <p:tags r:id="rId3"/>
              </p:custDataLst>
            </p:nvPr>
          </p:nvSpPr>
          <p:spPr>
            <a:xfrm>
              <a:off x="9137124" y="3166098"/>
              <a:ext cx="167203" cy="162709"/>
            </a:xfrm>
            <a:custGeom>
              <a:avLst/>
              <a:gdLst>
                <a:gd name="connsiteX0" fmla="*/ 167410 w 167203"/>
                <a:gd name="connsiteY0" fmla="*/ 154323 h 162709"/>
                <a:gd name="connsiteX1" fmla="*/ 156783 w 167203"/>
                <a:gd name="connsiteY1" fmla="*/ 147264 h 162709"/>
                <a:gd name="connsiteX2" fmla="*/ 104354 w 167203"/>
                <a:gd name="connsiteY2" fmla="*/ 66792 h 162709"/>
                <a:gd name="connsiteX3" fmla="*/ 140133 w 167203"/>
                <a:gd name="connsiteY3" fmla="*/ 22320 h 162709"/>
                <a:gd name="connsiteX4" fmla="*/ 164930 w 167203"/>
                <a:gd name="connsiteY4" fmla="*/ 8555 h 162709"/>
                <a:gd name="connsiteX5" fmla="*/ 164930 w 167203"/>
                <a:gd name="connsiteY5" fmla="*/ 85 h 162709"/>
                <a:gd name="connsiteX6" fmla="*/ 105417 w 167203"/>
                <a:gd name="connsiteY6" fmla="*/ 85 h 162709"/>
                <a:gd name="connsiteX7" fmla="*/ 105417 w 167203"/>
                <a:gd name="connsiteY7" fmla="*/ 8555 h 162709"/>
                <a:gd name="connsiteX8" fmla="*/ 112502 w 167203"/>
                <a:gd name="connsiteY8" fmla="*/ 9261 h 162709"/>
                <a:gd name="connsiteX9" fmla="*/ 123483 w 167203"/>
                <a:gd name="connsiteY9" fmla="*/ 17026 h 162709"/>
                <a:gd name="connsiteX10" fmla="*/ 110022 w 167203"/>
                <a:gd name="connsiteY10" fmla="*/ 39615 h 162709"/>
                <a:gd name="connsiteX11" fmla="*/ 97269 w 167203"/>
                <a:gd name="connsiteY11" fmla="*/ 55850 h 162709"/>
                <a:gd name="connsiteX12" fmla="*/ 92664 w 167203"/>
                <a:gd name="connsiteY12" fmla="*/ 49850 h 162709"/>
                <a:gd name="connsiteX13" fmla="*/ 72118 w 167203"/>
                <a:gd name="connsiteY13" fmla="*/ 15261 h 162709"/>
                <a:gd name="connsiteX14" fmla="*/ 88767 w 167203"/>
                <a:gd name="connsiteY14" fmla="*/ 8555 h 162709"/>
                <a:gd name="connsiteX15" fmla="*/ 88767 w 167203"/>
                <a:gd name="connsiteY15" fmla="*/ 85 h 162709"/>
                <a:gd name="connsiteX16" fmla="*/ 206 w 167203"/>
                <a:gd name="connsiteY16" fmla="*/ 85 h 162709"/>
                <a:gd name="connsiteX17" fmla="*/ 206 w 167203"/>
                <a:gd name="connsiteY17" fmla="*/ 8555 h 162709"/>
                <a:gd name="connsiteX18" fmla="*/ 18627 w 167203"/>
                <a:gd name="connsiteY18" fmla="*/ 22320 h 162709"/>
                <a:gd name="connsiteX19" fmla="*/ 63970 w 167203"/>
                <a:gd name="connsiteY19" fmla="*/ 91851 h 162709"/>
                <a:gd name="connsiteX20" fmla="*/ 40944 w 167203"/>
                <a:gd name="connsiteY20" fmla="*/ 121499 h 162709"/>
                <a:gd name="connsiteX21" fmla="*/ 915 w 167203"/>
                <a:gd name="connsiteY21" fmla="*/ 154323 h 162709"/>
                <a:gd name="connsiteX22" fmla="*/ 915 w 167203"/>
                <a:gd name="connsiteY22" fmla="*/ 162794 h 162709"/>
                <a:gd name="connsiteX23" fmla="*/ 60782 w 167203"/>
                <a:gd name="connsiteY23" fmla="*/ 162794 h 162709"/>
                <a:gd name="connsiteX24" fmla="*/ 60782 w 167203"/>
                <a:gd name="connsiteY24" fmla="*/ 154323 h 162709"/>
                <a:gd name="connsiteX25" fmla="*/ 43070 w 167203"/>
                <a:gd name="connsiteY25" fmla="*/ 145852 h 162709"/>
                <a:gd name="connsiteX26" fmla="*/ 65741 w 167203"/>
                <a:gd name="connsiteY26" fmla="*/ 109499 h 162709"/>
                <a:gd name="connsiteX27" fmla="*/ 71409 w 167203"/>
                <a:gd name="connsiteY27" fmla="*/ 102440 h 162709"/>
                <a:gd name="connsiteX28" fmla="*/ 86288 w 167203"/>
                <a:gd name="connsiteY28" fmla="*/ 124675 h 162709"/>
                <a:gd name="connsiteX29" fmla="*/ 97978 w 167203"/>
                <a:gd name="connsiteY29" fmla="*/ 147264 h 162709"/>
                <a:gd name="connsiteX30" fmla="*/ 82037 w 167203"/>
                <a:gd name="connsiteY30" fmla="*/ 154323 h 162709"/>
                <a:gd name="connsiteX31" fmla="*/ 82037 w 167203"/>
                <a:gd name="connsiteY31" fmla="*/ 162794 h 162709"/>
                <a:gd name="connsiteX32" fmla="*/ 167410 w 167203"/>
                <a:gd name="connsiteY32" fmla="*/ 162794 h 162709"/>
                <a:gd name="connsiteX33" fmla="*/ 167410 w 167203"/>
                <a:gd name="connsiteY33" fmla="*/ 154323 h 16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7203" h="162709">
                  <a:moveTo>
                    <a:pt x="167410" y="154323"/>
                  </a:moveTo>
                  <a:cubicBezTo>
                    <a:pt x="161742" y="152558"/>
                    <a:pt x="159262" y="151146"/>
                    <a:pt x="156783" y="147264"/>
                  </a:cubicBezTo>
                  <a:lnTo>
                    <a:pt x="104354" y="66792"/>
                  </a:lnTo>
                  <a:lnTo>
                    <a:pt x="140133" y="22320"/>
                  </a:lnTo>
                  <a:cubicBezTo>
                    <a:pt x="146864" y="14203"/>
                    <a:pt x="153949" y="10320"/>
                    <a:pt x="164930" y="8555"/>
                  </a:cubicBezTo>
                  <a:lnTo>
                    <a:pt x="164930" y="85"/>
                  </a:lnTo>
                  <a:lnTo>
                    <a:pt x="105417" y="85"/>
                  </a:lnTo>
                  <a:lnTo>
                    <a:pt x="105417" y="8555"/>
                  </a:lnTo>
                  <a:cubicBezTo>
                    <a:pt x="108605" y="8908"/>
                    <a:pt x="111439" y="9261"/>
                    <a:pt x="112502" y="9261"/>
                  </a:cubicBezTo>
                  <a:cubicBezTo>
                    <a:pt x="120650" y="9614"/>
                    <a:pt x="123483" y="11732"/>
                    <a:pt x="123483" y="17026"/>
                  </a:cubicBezTo>
                  <a:cubicBezTo>
                    <a:pt x="123483" y="22320"/>
                    <a:pt x="119941" y="28321"/>
                    <a:pt x="110022" y="39615"/>
                  </a:cubicBezTo>
                  <a:cubicBezTo>
                    <a:pt x="107897" y="41733"/>
                    <a:pt x="102583" y="48439"/>
                    <a:pt x="97269" y="55850"/>
                  </a:cubicBezTo>
                  <a:cubicBezTo>
                    <a:pt x="95144" y="53380"/>
                    <a:pt x="93727" y="51262"/>
                    <a:pt x="92664" y="49850"/>
                  </a:cubicBezTo>
                  <a:cubicBezTo>
                    <a:pt x="81328" y="35027"/>
                    <a:pt x="72118" y="19850"/>
                    <a:pt x="72118" y="15261"/>
                  </a:cubicBezTo>
                  <a:cubicBezTo>
                    <a:pt x="72118" y="11026"/>
                    <a:pt x="77077" y="8908"/>
                    <a:pt x="88767" y="8555"/>
                  </a:cubicBezTo>
                  <a:lnTo>
                    <a:pt x="88767" y="85"/>
                  </a:lnTo>
                  <a:lnTo>
                    <a:pt x="206" y="85"/>
                  </a:lnTo>
                  <a:lnTo>
                    <a:pt x="206" y="8555"/>
                  </a:lnTo>
                  <a:cubicBezTo>
                    <a:pt x="9416" y="9967"/>
                    <a:pt x="11542" y="11732"/>
                    <a:pt x="18627" y="22320"/>
                  </a:cubicBezTo>
                  <a:lnTo>
                    <a:pt x="63970" y="91851"/>
                  </a:lnTo>
                  <a:cubicBezTo>
                    <a:pt x="53697" y="104910"/>
                    <a:pt x="44132" y="116558"/>
                    <a:pt x="40944" y="121499"/>
                  </a:cubicBezTo>
                  <a:cubicBezTo>
                    <a:pt x="21107" y="147617"/>
                    <a:pt x="14022" y="153617"/>
                    <a:pt x="915" y="154323"/>
                  </a:cubicBezTo>
                  <a:lnTo>
                    <a:pt x="915" y="162794"/>
                  </a:lnTo>
                  <a:lnTo>
                    <a:pt x="60782" y="162794"/>
                  </a:lnTo>
                  <a:lnTo>
                    <a:pt x="60782" y="154323"/>
                  </a:lnTo>
                  <a:cubicBezTo>
                    <a:pt x="48029" y="153617"/>
                    <a:pt x="43070" y="151146"/>
                    <a:pt x="43070" y="145852"/>
                  </a:cubicBezTo>
                  <a:cubicBezTo>
                    <a:pt x="43070" y="140558"/>
                    <a:pt x="52280" y="125734"/>
                    <a:pt x="65741" y="109499"/>
                  </a:cubicBezTo>
                  <a:cubicBezTo>
                    <a:pt x="66450" y="108440"/>
                    <a:pt x="68930" y="105616"/>
                    <a:pt x="71409" y="102440"/>
                  </a:cubicBezTo>
                  <a:cubicBezTo>
                    <a:pt x="78140" y="112675"/>
                    <a:pt x="84162" y="121499"/>
                    <a:pt x="86288" y="124675"/>
                  </a:cubicBezTo>
                  <a:cubicBezTo>
                    <a:pt x="94435" y="136323"/>
                    <a:pt x="97978" y="143029"/>
                    <a:pt x="97978" y="147264"/>
                  </a:cubicBezTo>
                  <a:cubicBezTo>
                    <a:pt x="97978" y="151499"/>
                    <a:pt x="93018" y="153617"/>
                    <a:pt x="82037" y="154323"/>
                  </a:cubicBezTo>
                  <a:lnTo>
                    <a:pt x="82037" y="162794"/>
                  </a:lnTo>
                  <a:lnTo>
                    <a:pt x="167410" y="162794"/>
                  </a:lnTo>
                  <a:lnTo>
                    <a:pt x="167410" y="154323"/>
                  </a:lnTo>
                  <a:close/>
                </a:path>
              </a:pathLst>
            </a:custGeom>
            <a:solidFill>
              <a:srgbClr val="FFFF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D82E231-95CA-C980-BD70-6ACB0A3AD695}"/>
                </a:ext>
              </a:extLst>
            </p:cNvPr>
            <p:cNvSpPr/>
            <p:nvPr>
              <p:custDataLst>
                <p:tags r:id="rId4"/>
              </p:custDataLst>
            </p:nvPr>
          </p:nvSpPr>
          <p:spPr>
            <a:xfrm>
              <a:off x="9319517" y="3161863"/>
              <a:ext cx="164015" cy="171885"/>
            </a:xfrm>
            <a:custGeom>
              <a:avLst/>
              <a:gdLst>
                <a:gd name="connsiteX0" fmla="*/ 158913 w 164015"/>
                <a:gd name="connsiteY0" fmla="*/ 144440 h 171885"/>
                <a:gd name="connsiteX1" fmla="*/ 155371 w 164015"/>
                <a:gd name="connsiteY1" fmla="*/ 147970 h 171885"/>
                <a:gd name="connsiteX2" fmla="*/ 151474 w 164015"/>
                <a:gd name="connsiteY2" fmla="*/ 149382 h 171885"/>
                <a:gd name="connsiteX3" fmla="*/ 144035 w 164015"/>
                <a:gd name="connsiteY3" fmla="*/ 140558 h 171885"/>
                <a:gd name="connsiteX4" fmla="*/ 144035 w 164015"/>
                <a:gd name="connsiteY4" fmla="*/ 48439 h 171885"/>
                <a:gd name="connsiteX5" fmla="*/ 73894 w 164015"/>
                <a:gd name="connsiteY5" fmla="*/ 85 h 171885"/>
                <a:gd name="connsiteX6" fmla="*/ 6942 w 164015"/>
                <a:gd name="connsiteY6" fmla="*/ 44556 h 171885"/>
                <a:gd name="connsiteX7" fmla="*/ 29968 w 164015"/>
                <a:gd name="connsiteY7" fmla="*/ 67851 h 171885"/>
                <a:gd name="connsiteX8" fmla="*/ 54056 w 164015"/>
                <a:gd name="connsiteY8" fmla="*/ 47380 h 171885"/>
                <a:gd name="connsiteX9" fmla="*/ 47680 w 164015"/>
                <a:gd name="connsiteY9" fmla="*/ 32203 h 171885"/>
                <a:gd name="connsiteX10" fmla="*/ 43429 w 164015"/>
                <a:gd name="connsiteY10" fmla="*/ 24438 h 171885"/>
                <a:gd name="connsiteX11" fmla="*/ 65746 w 164015"/>
                <a:gd name="connsiteY11" fmla="*/ 11379 h 171885"/>
                <a:gd name="connsiteX12" fmla="*/ 95503 w 164015"/>
                <a:gd name="connsiteY12" fmla="*/ 42438 h 171885"/>
                <a:gd name="connsiteX13" fmla="*/ 95503 w 164015"/>
                <a:gd name="connsiteY13" fmla="*/ 68204 h 171885"/>
                <a:gd name="connsiteX14" fmla="*/ 22883 w 164015"/>
                <a:gd name="connsiteY14" fmla="*/ 96792 h 171885"/>
                <a:gd name="connsiteX15" fmla="*/ 211 w 164015"/>
                <a:gd name="connsiteY15" fmla="*/ 134558 h 171885"/>
                <a:gd name="connsiteX16" fmla="*/ 39532 w 164015"/>
                <a:gd name="connsiteY16" fmla="*/ 171970 h 171885"/>
                <a:gd name="connsiteX17" fmla="*/ 95503 w 164015"/>
                <a:gd name="connsiteY17" fmla="*/ 147264 h 171885"/>
                <a:gd name="connsiteX18" fmla="*/ 124551 w 164015"/>
                <a:gd name="connsiteY18" fmla="*/ 171970 h 171885"/>
                <a:gd name="connsiteX19" fmla="*/ 164227 w 164015"/>
                <a:gd name="connsiteY19" fmla="*/ 151852 h 171885"/>
                <a:gd name="connsiteX20" fmla="*/ 158913 w 164015"/>
                <a:gd name="connsiteY20" fmla="*/ 144440 h 171885"/>
                <a:gd name="connsiteX21" fmla="*/ 95149 w 164015"/>
                <a:gd name="connsiteY21" fmla="*/ 131734 h 171885"/>
                <a:gd name="connsiteX22" fmla="*/ 69997 w 164015"/>
                <a:gd name="connsiteY22" fmla="*/ 146911 h 171885"/>
                <a:gd name="connsiteX23" fmla="*/ 51931 w 164015"/>
                <a:gd name="connsiteY23" fmla="*/ 123264 h 171885"/>
                <a:gd name="connsiteX24" fmla="*/ 95149 w 164015"/>
                <a:gd name="connsiteY24" fmla="*/ 80557 h 171885"/>
                <a:gd name="connsiteX25" fmla="*/ 95149 w 164015"/>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015" h="171885">
                  <a:moveTo>
                    <a:pt x="158913" y="144440"/>
                  </a:moveTo>
                  <a:lnTo>
                    <a:pt x="155371" y="147970"/>
                  </a:lnTo>
                  <a:cubicBezTo>
                    <a:pt x="154308" y="149029"/>
                    <a:pt x="153245" y="149382"/>
                    <a:pt x="151474" y="149382"/>
                  </a:cubicBezTo>
                  <a:cubicBezTo>
                    <a:pt x="146514" y="149382"/>
                    <a:pt x="144035" y="146205"/>
                    <a:pt x="144035" y="140558"/>
                  </a:cubicBezTo>
                  <a:lnTo>
                    <a:pt x="144035" y="48439"/>
                  </a:lnTo>
                  <a:cubicBezTo>
                    <a:pt x="144035" y="18791"/>
                    <a:pt x="117112" y="85"/>
                    <a:pt x="73894" y="85"/>
                  </a:cubicBezTo>
                  <a:cubicBezTo>
                    <a:pt x="33864" y="85"/>
                    <a:pt x="6942" y="18085"/>
                    <a:pt x="6942" y="44556"/>
                  </a:cubicBezTo>
                  <a:cubicBezTo>
                    <a:pt x="6942" y="59027"/>
                    <a:pt x="15444" y="67851"/>
                    <a:pt x="29968" y="67851"/>
                  </a:cubicBezTo>
                  <a:cubicBezTo>
                    <a:pt x="44138" y="67851"/>
                    <a:pt x="54056" y="59380"/>
                    <a:pt x="54056" y="47380"/>
                  </a:cubicBezTo>
                  <a:cubicBezTo>
                    <a:pt x="54056" y="42438"/>
                    <a:pt x="51931" y="37850"/>
                    <a:pt x="47680" y="32203"/>
                  </a:cubicBezTo>
                  <a:cubicBezTo>
                    <a:pt x="44492" y="28673"/>
                    <a:pt x="43429" y="26556"/>
                    <a:pt x="43429" y="24438"/>
                  </a:cubicBezTo>
                  <a:cubicBezTo>
                    <a:pt x="43429" y="17026"/>
                    <a:pt x="53348" y="11379"/>
                    <a:pt x="65746" y="11379"/>
                  </a:cubicBezTo>
                  <a:cubicBezTo>
                    <a:pt x="86293" y="11379"/>
                    <a:pt x="95503" y="20909"/>
                    <a:pt x="95503" y="42438"/>
                  </a:cubicBezTo>
                  <a:lnTo>
                    <a:pt x="95503" y="68204"/>
                  </a:lnTo>
                  <a:cubicBezTo>
                    <a:pt x="53348" y="80910"/>
                    <a:pt x="35990" y="87969"/>
                    <a:pt x="22883" y="96792"/>
                  </a:cubicBezTo>
                  <a:cubicBezTo>
                    <a:pt x="7650" y="107381"/>
                    <a:pt x="211" y="119381"/>
                    <a:pt x="211" y="134558"/>
                  </a:cubicBezTo>
                  <a:cubicBezTo>
                    <a:pt x="211" y="156088"/>
                    <a:pt x="16861" y="171970"/>
                    <a:pt x="39532" y="171970"/>
                  </a:cubicBezTo>
                  <a:cubicBezTo>
                    <a:pt x="59724" y="171970"/>
                    <a:pt x="76020" y="164911"/>
                    <a:pt x="95503" y="147264"/>
                  </a:cubicBezTo>
                  <a:cubicBezTo>
                    <a:pt x="99400" y="165264"/>
                    <a:pt x="107193" y="171970"/>
                    <a:pt x="124551" y="171970"/>
                  </a:cubicBezTo>
                  <a:cubicBezTo>
                    <a:pt x="139784" y="171970"/>
                    <a:pt x="150765" y="166323"/>
                    <a:pt x="164227" y="151852"/>
                  </a:cubicBezTo>
                  <a:lnTo>
                    <a:pt x="158913" y="144440"/>
                  </a:lnTo>
                  <a:close/>
                  <a:moveTo>
                    <a:pt x="95149" y="131734"/>
                  </a:moveTo>
                  <a:cubicBezTo>
                    <a:pt x="85584" y="142676"/>
                    <a:pt x="78499" y="146911"/>
                    <a:pt x="69997" y="146911"/>
                  </a:cubicBezTo>
                  <a:cubicBezTo>
                    <a:pt x="59370" y="146911"/>
                    <a:pt x="51931" y="137381"/>
                    <a:pt x="51931" y="123264"/>
                  </a:cubicBezTo>
                  <a:cubicBezTo>
                    <a:pt x="51931" y="102793"/>
                    <a:pt x="66809" y="87969"/>
                    <a:pt x="95149" y="80557"/>
                  </a:cubicBezTo>
                  <a:lnTo>
                    <a:pt x="95149" y="131734"/>
                  </a:lnTo>
                  <a:close/>
                </a:path>
              </a:pathLst>
            </a:custGeom>
            <a:solidFill>
              <a:srgbClr val="FFFF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F792746-D383-1551-ED9F-5200B8FAFE73}"/>
                </a:ext>
              </a:extLst>
            </p:cNvPr>
            <p:cNvSpPr/>
            <p:nvPr>
              <p:custDataLst>
                <p:tags r:id="rId5"/>
              </p:custDataLst>
            </p:nvPr>
          </p:nvSpPr>
          <p:spPr>
            <a:xfrm>
              <a:off x="9494115" y="3161863"/>
              <a:ext cx="282687" cy="166944"/>
            </a:xfrm>
            <a:custGeom>
              <a:avLst/>
              <a:gdLst>
                <a:gd name="connsiteX0" fmla="*/ 67877 w 282687"/>
                <a:gd name="connsiteY0" fmla="*/ 4320 h 166944"/>
                <a:gd name="connsiteX1" fmla="*/ 216 w 282687"/>
                <a:gd name="connsiteY1" fmla="*/ 4320 h 166944"/>
                <a:gd name="connsiteX2" fmla="*/ 216 w 282687"/>
                <a:gd name="connsiteY2" fmla="*/ 12791 h 166944"/>
                <a:gd name="connsiteX3" fmla="*/ 19700 w 282687"/>
                <a:gd name="connsiteY3" fmla="*/ 33615 h 166944"/>
                <a:gd name="connsiteX4" fmla="*/ 19700 w 282687"/>
                <a:gd name="connsiteY4" fmla="*/ 137381 h 166944"/>
                <a:gd name="connsiteX5" fmla="*/ 216 w 282687"/>
                <a:gd name="connsiteY5" fmla="*/ 158558 h 166944"/>
                <a:gd name="connsiteX6" fmla="*/ 216 w 282687"/>
                <a:gd name="connsiteY6" fmla="*/ 167029 h 166944"/>
                <a:gd name="connsiteX7" fmla="*/ 85235 w 282687"/>
                <a:gd name="connsiteY7" fmla="*/ 167029 h 166944"/>
                <a:gd name="connsiteX8" fmla="*/ 85235 w 282687"/>
                <a:gd name="connsiteY8" fmla="*/ 158558 h 166944"/>
                <a:gd name="connsiteX9" fmla="*/ 68940 w 282687"/>
                <a:gd name="connsiteY9" fmla="*/ 138440 h 166944"/>
                <a:gd name="connsiteX10" fmla="*/ 68940 w 282687"/>
                <a:gd name="connsiteY10" fmla="*/ 44203 h 166944"/>
                <a:gd name="connsiteX11" fmla="*/ 79213 w 282687"/>
                <a:gd name="connsiteY11" fmla="*/ 31850 h 166944"/>
                <a:gd name="connsiteX12" fmla="*/ 98696 w 282687"/>
                <a:gd name="connsiteY12" fmla="*/ 23732 h 166944"/>
                <a:gd name="connsiteX13" fmla="*/ 117825 w 282687"/>
                <a:gd name="connsiteY13" fmla="*/ 53027 h 166944"/>
                <a:gd name="connsiteX14" fmla="*/ 117825 w 282687"/>
                <a:gd name="connsiteY14" fmla="*/ 138440 h 166944"/>
                <a:gd name="connsiteX15" fmla="*/ 100822 w 282687"/>
                <a:gd name="connsiteY15" fmla="*/ 158558 h 166944"/>
                <a:gd name="connsiteX16" fmla="*/ 100822 w 282687"/>
                <a:gd name="connsiteY16" fmla="*/ 167029 h 166944"/>
                <a:gd name="connsiteX17" fmla="*/ 183715 w 282687"/>
                <a:gd name="connsiteY17" fmla="*/ 167029 h 166944"/>
                <a:gd name="connsiteX18" fmla="*/ 183715 w 282687"/>
                <a:gd name="connsiteY18" fmla="*/ 158558 h 166944"/>
                <a:gd name="connsiteX19" fmla="*/ 167066 w 282687"/>
                <a:gd name="connsiteY19" fmla="*/ 138440 h 166944"/>
                <a:gd name="connsiteX20" fmla="*/ 167066 w 282687"/>
                <a:gd name="connsiteY20" fmla="*/ 44203 h 166944"/>
                <a:gd name="connsiteX21" fmla="*/ 177339 w 282687"/>
                <a:gd name="connsiteY21" fmla="*/ 32203 h 166944"/>
                <a:gd name="connsiteX22" fmla="*/ 197176 w 282687"/>
                <a:gd name="connsiteY22" fmla="*/ 23732 h 166944"/>
                <a:gd name="connsiteX23" fmla="*/ 215951 w 282687"/>
                <a:gd name="connsiteY23" fmla="*/ 53027 h 166944"/>
                <a:gd name="connsiteX24" fmla="*/ 215951 w 282687"/>
                <a:gd name="connsiteY24" fmla="*/ 138440 h 166944"/>
                <a:gd name="connsiteX25" fmla="*/ 198593 w 282687"/>
                <a:gd name="connsiteY25" fmla="*/ 158558 h 166944"/>
                <a:gd name="connsiteX26" fmla="*/ 198593 w 282687"/>
                <a:gd name="connsiteY26" fmla="*/ 167029 h 166944"/>
                <a:gd name="connsiteX27" fmla="*/ 282904 w 282687"/>
                <a:gd name="connsiteY27" fmla="*/ 167029 h 166944"/>
                <a:gd name="connsiteX28" fmla="*/ 282904 w 282687"/>
                <a:gd name="connsiteY28" fmla="*/ 158558 h 166944"/>
                <a:gd name="connsiteX29" fmla="*/ 265192 w 282687"/>
                <a:gd name="connsiteY29" fmla="*/ 138440 h 166944"/>
                <a:gd name="connsiteX30" fmla="*/ 265192 w 282687"/>
                <a:gd name="connsiteY30" fmla="*/ 49850 h 166944"/>
                <a:gd name="connsiteX31" fmla="*/ 217368 w 282687"/>
                <a:gd name="connsiteY31" fmla="*/ 85 h 166944"/>
                <a:gd name="connsiteX32" fmla="*/ 165294 w 282687"/>
                <a:gd name="connsiteY32" fmla="*/ 30791 h 166944"/>
                <a:gd name="connsiteX33" fmla="*/ 119951 w 282687"/>
                <a:gd name="connsiteY33" fmla="*/ 85 h 166944"/>
                <a:gd name="connsiteX34" fmla="*/ 67877 w 282687"/>
                <a:gd name="connsiteY34" fmla="*/ 30791 h 166944"/>
                <a:gd name="connsiteX35" fmla="*/ 67877 w 282687"/>
                <a:gd name="connsiteY35"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82687" h="166944">
                  <a:moveTo>
                    <a:pt x="67877" y="4320"/>
                  </a:moveTo>
                  <a:lnTo>
                    <a:pt x="216" y="4320"/>
                  </a:lnTo>
                  <a:lnTo>
                    <a:pt x="216" y="12791"/>
                  </a:lnTo>
                  <a:cubicBezTo>
                    <a:pt x="15803" y="14909"/>
                    <a:pt x="19700" y="19144"/>
                    <a:pt x="19700" y="33615"/>
                  </a:cubicBezTo>
                  <a:lnTo>
                    <a:pt x="19700" y="137381"/>
                  </a:lnTo>
                  <a:cubicBezTo>
                    <a:pt x="19700" y="151852"/>
                    <a:pt x="15803" y="155735"/>
                    <a:pt x="216" y="158558"/>
                  </a:cubicBezTo>
                  <a:lnTo>
                    <a:pt x="216" y="167029"/>
                  </a:lnTo>
                  <a:lnTo>
                    <a:pt x="85235" y="167029"/>
                  </a:lnTo>
                  <a:lnTo>
                    <a:pt x="85235" y="158558"/>
                  </a:lnTo>
                  <a:cubicBezTo>
                    <a:pt x="72836" y="156794"/>
                    <a:pt x="68940" y="151852"/>
                    <a:pt x="68940" y="138440"/>
                  </a:cubicBezTo>
                  <a:lnTo>
                    <a:pt x="68940" y="44203"/>
                  </a:lnTo>
                  <a:cubicBezTo>
                    <a:pt x="68940" y="42085"/>
                    <a:pt x="74608" y="35379"/>
                    <a:pt x="79213" y="31850"/>
                  </a:cubicBezTo>
                  <a:cubicBezTo>
                    <a:pt x="86652" y="26203"/>
                    <a:pt x="92674" y="23732"/>
                    <a:pt x="98696" y="23732"/>
                  </a:cubicBezTo>
                  <a:cubicBezTo>
                    <a:pt x="112512" y="23732"/>
                    <a:pt x="117825" y="31850"/>
                    <a:pt x="117825" y="53027"/>
                  </a:cubicBezTo>
                  <a:lnTo>
                    <a:pt x="117825" y="138440"/>
                  </a:lnTo>
                  <a:cubicBezTo>
                    <a:pt x="117825" y="152911"/>
                    <a:pt x="113929" y="157499"/>
                    <a:pt x="100822" y="158558"/>
                  </a:cubicBezTo>
                  <a:lnTo>
                    <a:pt x="100822" y="167029"/>
                  </a:lnTo>
                  <a:lnTo>
                    <a:pt x="183715" y="167029"/>
                  </a:lnTo>
                  <a:lnTo>
                    <a:pt x="183715" y="158558"/>
                  </a:lnTo>
                  <a:cubicBezTo>
                    <a:pt x="171317" y="157147"/>
                    <a:pt x="167066" y="151852"/>
                    <a:pt x="167066" y="138440"/>
                  </a:cubicBezTo>
                  <a:lnTo>
                    <a:pt x="167066" y="44203"/>
                  </a:lnTo>
                  <a:cubicBezTo>
                    <a:pt x="167066" y="42438"/>
                    <a:pt x="172734" y="35732"/>
                    <a:pt x="177339" y="32203"/>
                  </a:cubicBezTo>
                  <a:cubicBezTo>
                    <a:pt x="185132" y="26203"/>
                    <a:pt x="191154" y="23732"/>
                    <a:pt x="197176" y="23732"/>
                  </a:cubicBezTo>
                  <a:cubicBezTo>
                    <a:pt x="210638" y="23732"/>
                    <a:pt x="215951" y="32203"/>
                    <a:pt x="215951" y="53027"/>
                  </a:cubicBezTo>
                  <a:lnTo>
                    <a:pt x="215951" y="138440"/>
                  </a:lnTo>
                  <a:cubicBezTo>
                    <a:pt x="215951" y="153264"/>
                    <a:pt x="212055" y="157499"/>
                    <a:pt x="198593" y="158558"/>
                  </a:cubicBezTo>
                  <a:lnTo>
                    <a:pt x="198593" y="167029"/>
                  </a:lnTo>
                  <a:lnTo>
                    <a:pt x="282904" y="167029"/>
                  </a:lnTo>
                  <a:lnTo>
                    <a:pt x="282904" y="158558"/>
                  </a:lnTo>
                  <a:cubicBezTo>
                    <a:pt x="269088" y="157852"/>
                    <a:pt x="265192" y="153617"/>
                    <a:pt x="265192" y="138440"/>
                  </a:cubicBezTo>
                  <a:lnTo>
                    <a:pt x="265192" y="49850"/>
                  </a:lnTo>
                  <a:cubicBezTo>
                    <a:pt x="265192" y="19497"/>
                    <a:pt x="246417" y="85"/>
                    <a:pt x="217368" y="85"/>
                  </a:cubicBezTo>
                  <a:cubicBezTo>
                    <a:pt x="197176" y="85"/>
                    <a:pt x="183715" y="8203"/>
                    <a:pt x="165294" y="30791"/>
                  </a:cubicBezTo>
                  <a:cubicBezTo>
                    <a:pt x="154667" y="8555"/>
                    <a:pt x="142268" y="85"/>
                    <a:pt x="119951" y="85"/>
                  </a:cubicBezTo>
                  <a:cubicBezTo>
                    <a:pt x="97634" y="85"/>
                    <a:pt x="81338" y="9614"/>
                    <a:pt x="67877" y="30791"/>
                  </a:cubicBezTo>
                  <a:lnTo>
                    <a:pt x="67877" y="4320"/>
                  </a:lnTo>
                  <a:close/>
                </a:path>
              </a:pathLst>
            </a:custGeom>
            <a:solidFill>
              <a:srgbClr val="FFFF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8B2B8B1-3602-283B-6ABE-EA9126C29AB1}"/>
                </a:ext>
              </a:extLst>
            </p:cNvPr>
            <p:cNvSpPr/>
            <p:nvPr>
              <p:custDataLst>
                <p:tags r:id="rId6"/>
              </p:custDataLst>
            </p:nvPr>
          </p:nvSpPr>
          <p:spPr>
            <a:xfrm>
              <a:off x="9791370" y="3161863"/>
              <a:ext cx="178893" cy="239298"/>
            </a:xfrm>
            <a:custGeom>
              <a:avLst/>
              <a:gdLst>
                <a:gd name="connsiteX0" fmla="*/ 68594 w 178893"/>
                <a:gd name="connsiteY0" fmla="*/ 4320 h 239298"/>
                <a:gd name="connsiteX1" fmla="*/ 933 w 178893"/>
                <a:gd name="connsiteY1" fmla="*/ 4320 h 239298"/>
                <a:gd name="connsiteX2" fmla="*/ 933 w 178893"/>
                <a:gd name="connsiteY2" fmla="*/ 12791 h 239298"/>
                <a:gd name="connsiteX3" fmla="*/ 20062 w 178893"/>
                <a:gd name="connsiteY3" fmla="*/ 33615 h 239298"/>
                <a:gd name="connsiteX4" fmla="*/ 20062 w 178893"/>
                <a:gd name="connsiteY4" fmla="*/ 210442 h 239298"/>
                <a:gd name="connsiteX5" fmla="*/ 224 w 178893"/>
                <a:gd name="connsiteY5" fmla="*/ 230913 h 239298"/>
                <a:gd name="connsiteX6" fmla="*/ 224 w 178893"/>
                <a:gd name="connsiteY6" fmla="*/ 239383 h 239298"/>
                <a:gd name="connsiteX7" fmla="*/ 96933 w 178893"/>
                <a:gd name="connsiteY7" fmla="*/ 239383 h 239298"/>
                <a:gd name="connsiteX8" fmla="*/ 96933 w 178893"/>
                <a:gd name="connsiteY8" fmla="*/ 231971 h 239298"/>
                <a:gd name="connsiteX9" fmla="*/ 69302 w 178893"/>
                <a:gd name="connsiteY9" fmla="*/ 200206 h 239298"/>
                <a:gd name="connsiteX10" fmla="*/ 69302 w 178893"/>
                <a:gd name="connsiteY10" fmla="*/ 150441 h 239298"/>
                <a:gd name="connsiteX11" fmla="*/ 111103 w 178893"/>
                <a:gd name="connsiteY11" fmla="*/ 171617 h 239298"/>
                <a:gd name="connsiteX12" fmla="*/ 179118 w 178893"/>
                <a:gd name="connsiteY12" fmla="*/ 82675 h 239298"/>
                <a:gd name="connsiteX13" fmla="*/ 113229 w 178893"/>
                <a:gd name="connsiteY13" fmla="*/ 85 h 239298"/>
                <a:gd name="connsiteX14" fmla="*/ 68594 w 178893"/>
                <a:gd name="connsiteY14" fmla="*/ 28673 h 239298"/>
                <a:gd name="connsiteX15" fmla="*/ 68594 w 178893"/>
                <a:gd name="connsiteY15" fmla="*/ 4320 h 239298"/>
                <a:gd name="connsiteX16" fmla="*/ 69302 w 178893"/>
                <a:gd name="connsiteY16" fmla="*/ 44909 h 239298"/>
                <a:gd name="connsiteX17" fmla="*/ 76741 w 178893"/>
                <a:gd name="connsiteY17" fmla="*/ 32203 h 239298"/>
                <a:gd name="connsiteX18" fmla="*/ 99767 w 178893"/>
                <a:gd name="connsiteY18" fmla="*/ 20203 h 239298"/>
                <a:gd name="connsiteX19" fmla="*/ 126690 w 178893"/>
                <a:gd name="connsiteY19" fmla="*/ 87616 h 239298"/>
                <a:gd name="connsiteX20" fmla="*/ 96579 w 178893"/>
                <a:gd name="connsiteY20" fmla="*/ 152205 h 239298"/>
                <a:gd name="connsiteX21" fmla="*/ 69302 w 178893"/>
                <a:gd name="connsiteY21" fmla="*/ 130675 h 239298"/>
                <a:gd name="connsiteX22" fmla="*/ 69302 w 178893"/>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893" h="239298">
                  <a:moveTo>
                    <a:pt x="68594" y="4320"/>
                  </a:moveTo>
                  <a:lnTo>
                    <a:pt x="933" y="4320"/>
                  </a:lnTo>
                  <a:lnTo>
                    <a:pt x="933" y="12791"/>
                  </a:lnTo>
                  <a:cubicBezTo>
                    <a:pt x="16520" y="15261"/>
                    <a:pt x="20062" y="18791"/>
                    <a:pt x="20062" y="33615"/>
                  </a:cubicBezTo>
                  <a:lnTo>
                    <a:pt x="20062" y="210442"/>
                  </a:lnTo>
                  <a:cubicBezTo>
                    <a:pt x="20062" y="224913"/>
                    <a:pt x="17228" y="228089"/>
                    <a:pt x="224" y="230913"/>
                  </a:cubicBezTo>
                  <a:lnTo>
                    <a:pt x="224" y="239383"/>
                  </a:lnTo>
                  <a:lnTo>
                    <a:pt x="96933" y="239383"/>
                  </a:lnTo>
                  <a:lnTo>
                    <a:pt x="96933" y="231971"/>
                  </a:lnTo>
                  <a:cubicBezTo>
                    <a:pt x="75324" y="230913"/>
                    <a:pt x="69302" y="223854"/>
                    <a:pt x="69302" y="200206"/>
                  </a:cubicBezTo>
                  <a:lnTo>
                    <a:pt x="69302" y="150441"/>
                  </a:lnTo>
                  <a:cubicBezTo>
                    <a:pt x="86306" y="167029"/>
                    <a:pt x="95516" y="171617"/>
                    <a:pt x="111103" y="171617"/>
                  </a:cubicBezTo>
                  <a:cubicBezTo>
                    <a:pt x="150779" y="171617"/>
                    <a:pt x="179118" y="134911"/>
                    <a:pt x="179118" y="82675"/>
                  </a:cubicBezTo>
                  <a:cubicBezTo>
                    <a:pt x="179118" y="33615"/>
                    <a:pt x="152550" y="85"/>
                    <a:pt x="113229" y="85"/>
                  </a:cubicBezTo>
                  <a:cubicBezTo>
                    <a:pt x="92328" y="85"/>
                    <a:pt x="79575" y="8203"/>
                    <a:pt x="68594" y="28673"/>
                  </a:cubicBezTo>
                  <a:lnTo>
                    <a:pt x="68594" y="4320"/>
                  </a:lnTo>
                  <a:close/>
                  <a:moveTo>
                    <a:pt x="69302" y="44909"/>
                  </a:moveTo>
                  <a:cubicBezTo>
                    <a:pt x="69302" y="42438"/>
                    <a:pt x="72490" y="36791"/>
                    <a:pt x="76741" y="32203"/>
                  </a:cubicBezTo>
                  <a:cubicBezTo>
                    <a:pt x="83826" y="24438"/>
                    <a:pt x="91974" y="20203"/>
                    <a:pt x="99767" y="20203"/>
                  </a:cubicBezTo>
                  <a:cubicBezTo>
                    <a:pt x="118188" y="20203"/>
                    <a:pt x="126690" y="41380"/>
                    <a:pt x="126690" y="87616"/>
                  </a:cubicBezTo>
                  <a:cubicBezTo>
                    <a:pt x="126690" y="131381"/>
                    <a:pt x="116771" y="152205"/>
                    <a:pt x="96579" y="152205"/>
                  </a:cubicBezTo>
                  <a:cubicBezTo>
                    <a:pt x="84889" y="152205"/>
                    <a:pt x="74616" y="144087"/>
                    <a:pt x="69302" y="130675"/>
                  </a:cubicBezTo>
                  <a:lnTo>
                    <a:pt x="69302" y="44909"/>
                  </a:lnTo>
                  <a:close/>
                </a:path>
              </a:pathLst>
            </a:custGeom>
            <a:solidFill>
              <a:srgbClr val="FFFF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3ADE048-21BA-914A-1D8D-4B7FC47AD89E}"/>
                </a:ext>
              </a:extLst>
            </p:cNvPr>
            <p:cNvSpPr/>
            <p:nvPr>
              <p:custDataLst>
                <p:tags r:id="rId7"/>
              </p:custDataLst>
            </p:nvPr>
          </p:nvSpPr>
          <p:spPr>
            <a:xfrm>
              <a:off x="9988004" y="3090214"/>
              <a:ext cx="84664" cy="238592"/>
            </a:xfrm>
            <a:custGeom>
              <a:avLst/>
              <a:gdLst>
                <a:gd name="connsiteX0" fmla="*/ 67536 w 84664"/>
                <a:gd name="connsiteY0" fmla="*/ 85 h 238592"/>
                <a:gd name="connsiteX1" fmla="*/ 230 w 84664"/>
                <a:gd name="connsiteY1" fmla="*/ 85 h 238592"/>
                <a:gd name="connsiteX2" fmla="*/ 230 w 84664"/>
                <a:gd name="connsiteY2" fmla="*/ 8555 h 238592"/>
                <a:gd name="connsiteX3" fmla="*/ 18296 w 84664"/>
                <a:gd name="connsiteY3" fmla="*/ 29026 h 238592"/>
                <a:gd name="connsiteX4" fmla="*/ 18296 w 84664"/>
                <a:gd name="connsiteY4" fmla="*/ 209030 h 238592"/>
                <a:gd name="connsiteX5" fmla="*/ 230 w 84664"/>
                <a:gd name="connsiteY5" fmla="*/ 230207 h 238592"/>
                <a:gd name="connsiteX6" fmla="*/ 230 w 84664"/>
                <a:gd name="connsiteY6" fmla="*/ 238678 h 238592"/>
                <a:gd name="connsiteX7" fmla="*/ 84895 w 84664"/>
                <a:gd name="connsiteY7" fmla="*/ 238678 h 238592"/>
                <a:gd name="connsiteX8" fmla="*/ 84895 w 84664"/>
                <a:gd name="connsiteY8" fmla="*/ 230207 h 238592"/>
                <a:gd name="connsiteX9" fmla="*/ 67536 w 84664"/>
                <a:gd name="connsiteY9" fmla="*/ 209030 h 238592"/>
                <a:gd name="connsiteX10" fmla="*/ 67536 w 8466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64" h="238592">
                  <a:moveTo>
                    <a:pt x="67536" y="85"/>
                  </a:moveTo>
                  <a:lnTo>
                    <a:pt x="230" y="85"/>
                  </a:lnTo>
                  <a:lnTo>
                    <a:pt x="230" y="8555"/>
                  </a:lnTo>
                  <a:cubicBezTo>
                    <a:pt x="12628" y="9614"/>
                    <a:pt x="18296" y="15967"/>
                    <a:pt x="18296" y="29026"/>
                  </a:cubicBezTo>
                  <a:lnTo>
                    <a:pt x="18296" y="209030"/>
                  </a:lnTo>
                  <a:cubicBezTo>
                    <a:pt x="18296" y="222089"/>
                    <a:pt x="12274" y="229148"/>
                    <a:pt x="230" y="230207"/>
                  </a:cubicBezTo>
                  <a:lnTo>
                    <a:pt x="230" y="238678"/>
                  </a:lnTo>
                  <a:lnTo>
                    <a:pt x="84895" y="238678"/>
                  </a:lnTo>
                  <a:lnTo>
                    <a:pt x="84895" y="230207"/>
                  </a:lnTo>
                  <a:cubicBezTo>
                    <a:pt x="73204" y="229854"/>
                    <a:pt x="67536" y="223148"/>
                    <a:pt x="67536" y="209030"/>
                  </a:cubicBezTo>
                  <a:lnTo>
                    <a:pt x="67536" y="85"/>
                  </a:lnTo>
                  <a:close/>
                </a:path>
              </a:pathLst>
            </a:custGeom>
            <a:solidFill>
              <a:srgbClr val="FFFF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EAE8753-0017-E8B9-6333-959570187C80}"/>
                </a:ext>
              </a:extLst>
            </p:cNvPr>
            <p:cNvSpPr/>
            <p:nvPr>
              <p:custDataLst>
                <p:tags r:id="rId8"/>
              </p:custDataLst>
            </p:nvPr>
          </p:nvSpPr>
          <p:spPr>
            <a:xfrm>
              <a:off x="10090038" y="3161863"/>
              <a:ext cx="142052" cy="171885"/>
            </a:xfrm>
            <a:custGeom>
              <a:avLst/>
              <a:gdLst>
                <a:gd name="connsiteX0" fmla="*/ 133783 w 142052"/>
                <a:gd name="connsiteY0" fmla="*/ 122911 h 171885"/>
                <a:gd name="connsiteX1" fmla="*/ 93399 w 142052"/>
                <a:gd name="connsiteY1" fmla="*/ 146558 h 171885"/>
                <a:gd name="connsiteX2" fmla="*/ 61871 w 142052"/>
                <a:gd name="connsiteY2" fmla="*/ 127852 h 171885"/>
                <a:gd name="connsiteX3" fmla="*/ 51244 w 142052"/>
                <a:gd name="connsiteY3" fmla="*/ 80557 h 171885"/>
                <a:gd name="connsiteX4" fmla="*/ 140514 w 142052"/>
                <a:gd name="connsiteY4" fmla="*/ 80557 h 171885"/>
                <a:gd name="connsiteX5" fmla="*/ 121739 w 142052"/>
                <a:gd name="connsiteY5" fmla="*/ 20909 h 171885"/>
                <a:gd name="connsiteX6" fmla="*/ 74270 w 142052"/>
                <a:gd name="connsiteY6" fmla="*/ 85 h 171885"/>
                <a:gd name="connsiteX7" fmla="*/ 233 w 142052"/>
                <a:gd name="connsiteY7" fmla="*/ 86557 h 171885"/>
                <a:gd name="connsiteX8" fmla="*/ 73207 w 142052"/>
                <a:gd name="connsiteY8" fmla="*/ 171970 h 171885"/>
                <a:gd name="connsiteX9" fmla="*/ 142285 w 142052"/>
                <a:gd name="connsiteY9" fmla="*/ 127852 h 171885"/>
                <a:gd name="connsiteX10" fmla="*/ 133783 w 142052"/>
                <a:gd name="connsiteY10" fmla="*/ 122911 h 171885"/>
                <a:gd name="connsiteX11" fmla="*/ 49473 w 142052"/>
                <a:gd name="connsiteY11" fmla="*/ 67498 h 171885"/>
                <a:gd name="connsiteX12" fmla="*/ 74270 w 142052"/>
                <a:gd name="connsiteY12" fmla="*/ 11026 h 171885"/>
                <a:gd name="connsiteX13" fmla="*/ 93753 w 142052"/>
                <a:gd name="connsiteY13" fmla="*/ 27615 h 171885"/>
                <a:gd name="connsiteX14" fmla="*/ 96942 w 142052"/>
                <a:gd name="connsiteY14" fmla="*/ 62204 h 171885"/>
                <a:gd name="connsiteX15" fmla="*/ 96942 w 142052"/>
                <a:gd name="connsiteY15" fmla="*/ 67498 h 171885"/>
                <a:gd name="connsiteX16" fmla="*/ 49473 w 142052"/>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052" h="171885">
                  <a:moveTo>
                    <a:pt x="133783" y="122911"/>
                  </a:moveTo>
                  <a:cubicBezTo>
                    <a:pt x="119613" y="140205"/>
                    <a:pt x="108632" y="146558"/>
                    <a:pt x="93399" y="146558"/>
                  </a:cubicBezTo>
                  <a:cubicBezTo>
                    <a:pt x="79584" y="146558"/>
                    <a:pt x="69311" y="140205"/>
                    <a:pt x="61871" y="127852"/>
                  </a:cubicBezTo>
                  <a:cubicBezTo>
                    <a:pt x="55495" y="116558"/>
                    <a:pt x="52661" y="104910"/>
                    <a:pt x="51244" y="80557"/>
                  </a:cubicBezTo>
                  <a:lnTo>
                    <a:pt x="140514" y="80557"/>
                  </a:lnTo>
                  <a:cubicBezTo>
                    <a:pt x="138388" y="50909"/>
                    <a:pt x="133075" y="34321"/>
                    <a:pt x="121739" y="20909"/>
                  </a:cubicBezTo>
                  <a:cubicBezTo>
                    <a:pt x="110049" y="7144"/>
                    <a:pt x="93753" y="85"/>
                    <a:pt x="74270" y="85"/>
                  </a:cubicBezTo>
                  <a:cubicBezTo>
                    <a:pt x="29989" y="85"/>
                    <a:pt x="233" y="35027"/>
                    <a:pt x="233" y="86557"/>
                  </a:cubicBezTo>
                  <a:cubicBezTo>
                    <a:pt x="233" y="138087"/>
                    <a:pt x="29281" y="171970"/>
                    <a:pt x="73207" y="171970"/>
                  </a:cubicBezTo>
                  <a:cubicBezTo>
                    <a:pt x="101901" y="171970"/>
                    <a:pt x="119259" y="160676"/>
                    <a:pt x="142285" y="127852"/>
                  </a:cubicBezTo>
                  <a:lnTo>
                    <a:pt x="133783" y="122911"/>
                  </a:lnTo>
                  <a:close/>
                  <a:moveTo>
                    <a:pt x="49473" y="67498"/>
                  </a:moveTo>
                  <a:cubicBezTo>
                    <a:pt x="50536" y="25144"/>
                    <a:pt x="56912" y="11026"/>
                    <a:pt x="74270" y="11026"/>
                  </a:cubicBezTo>
                  <a:cubicBezTo>
                    <a:pt x="84189" y="11026"/>
                    <a:pt x="90919" y="16673"/>
                    <a:pt x="93753" y="27615"/>
                  </a:cubicBezTo>
                  <a:cubicBezTo>
                    <a:pt x="95525" y="34321"/>
                    <a:pt x="96233" y="44203"/>
                    <a:pt x="96942" y="62204"/>
                  </a:cubicBezTo>
                  <a:lnTo>
                    <a:pt x="96942" y="67498"/>
                  </a:lnTo>
                  <a:lnTo>
                    <a:pt x="49473" y="67498"/>
                  </a:lnTo>
                  <a:close/>
                </a:path>
              </a:pathLst>
            </a:custGeom>
            <a:solidFill>
              <a:srgbClr val="FFFF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6647B88-2CA7-0017-3A12-86C11DD265C1}"/>
                </a:ext>
              </a:extLst>
            </p:cNvPr>
            <p:cNvSpPr/>
            <p:nvPr>
              <p:custDataLst>
                <p:tags r:id="rId9"/>
              </p:custDataLst>
            </p:nvPr>
          </p:nvSpPr>
          <p:spPr>
            <a:xfrm>
              <a:off x="10268103" y="3162216"/>
              <a:ext cx="59867" cy="171179"/>
            </a:xfrm>
            <a:custGeom>
              <a:avLst/>
              <a:gdLst>
                <a:gd name="connsiteX0" fmla="*/ 29994 w 59867"/>
                <a:gd name="connsiteY0" fmla="*/ 111616 h 171179"/>
                <a:gd name="connsiteX1" fmla="*/ 237 w 59867"/>
                <a:gd name="connsiteY1" fmla="*/ 141264 h 171179"/>
                <a:gd name="connsiteX2" fmla="*/ 29639 w 59867"/>
                <a:gd name="connsiteY2" fmla="*/ 171264 h 171179"/>
                <a:gd name="connsiteX3" fmla="*/ 60105 w 59867"/>
                <a:gd name="connsiteY3" fmla="*/ 141970 h 171179"/>
                <a:gd name="connsiteX4" fmla="*/ 29994 w 59867"/>
                <a:gd name="connsiteY4" fmla="*/ 111616 h 171179"/>
                <a:gd name="connsiteX5" fmla="*/ 29994 w 59867"/>
                <a:gd name="connsiteY5" fmla="*/ 85 h 171179"/>
                <a:gd name="connsiteX6" fmla="*/ 237 w 59867"/>
                <a:gd name="connsiteY6" fmla="*/ 29379 h 171179"/>
                <a:gd name="connsiteX7" fmla="*/ 29994 w 59867"/>
                <a:gd name="connsiteY7" fmla="*/ 59733 h 171179"/>
                <a:gd name="connsiteX8" fmla="*/ 60105 w 59867"/>
                <a:gd name="connsiteY8" fmla="*/ 30085 h 171179"/>
                <a:gd name="connsiteX9" fmla="*/ 29994 w 59867"/>
                <a:gd name="connsiteY9" fmla="*/ 85 h 1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7" h="171179">
                  <a:moveTo>
                    <a:pt x="29994" y="111616"/>
                  </a:moveTo>
                  <a:cubicBezTo>
                    <a:pt x="13698" y="111616"/>
                    <a:pt x="237" y="125381"/>
                    <a:pt x="237" y="141264"/>
                  </a:cubicBezTo>
                  <a:cubicBezTo>
                    <a:pt x="237" y="158205"/>
                    <a:pt x="12990" y="171264"/>
                    <a:pt x="29639" y="171264"/>
                  </a:cubicBezTo>
                  <a:cubicBezTo>
                    <a:pt x="46643" y="171264"/>
                    <a:pt x="60105" y="158205"/>
                    <a:pt x="60105" y="141970"/>
                  </a:cubicBezTo>
                  <a:cubicBezTo>
                    <a:pt x="60105" y="125381"/>
                    <a:pt x="46643" y="111616"/>
                    <a:pt x="29994" y="111616"/>
                  </a:cubicBezTo>
                  <a:close/>
                  <a:moveTo>
                    <a:pt x="29994" y="85"/>
                  </a:moveTo>
                  <a:cubicBezTo>
                    <a:pt x="13698" y="85"/>
                    <a:pt x="237" y="13497"/>
                    <a:pt x="237" y="29379"/>
                  </a:cubicBezTo>
                  <a:cubicBezTo>
                    <a:pt x="237" y="46674"/>
                    <a:pt x="12990" y="59733"/>
                    <a:pt x="29994" y="59733"/>
                  </a:cubicBezTo>
                  <a:cubicBezTo>
                    <a:pt x="46643" y="59733"/>
                    <a:pt x="60105" y="46321"/>
                    <a:pt x="60105" y="30085"/>
                  </a:cubicBezTo>
                  <a:cubicBezTo>
                    <a:pt x="60105" y="13497"/>
                    <a:pt x="46643" y="85"/>
                    <a:pt x="29994" y="85"/>
                  </a:cubicBezTo>
                  <a:close/>
                </a:path>
              </a:pathLst>
            </a:custGeom>
            <a:solidFill>
              <a:srgbClr val="FFFF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94154D4-E991-1083-156A-457072DC166C}"/>
                </a:ext>
              </a:extLst>
            </p:cNvPr>
            <p:cNvSpPr/>
            <p:nvPr>
              <p:custDataLst>
                <p:tags r:id="rId10"/>
              </p:custDataLst>
            </p:nvPr>
          </p:nvSpPr>
          <p:spPr>
            <a:xfrm>
              <a:off x="10473355" y="3090214"/>
              <a:ext cx="206879" cy="238592"/>
            </a:xfrm>
            <a:custGeom>
              <a:avLst/>
              <a:gdLst>
                <a:gd name="connsiteX0" fmla="*/ 87388 w 206879"/>
                <a:gd name="connsiteY0" fmla="*/ 131734 h 238592"/>
                <a:gd name="connsiteX1" fmla="*/ 162842 w 206879"/>
                <a:gd name="connsiteY1" fmla="*/ 123969 h 238592"/>
                <a:gd name="connsiteX2" fmla="*/ 207123 w 206879"/>
                <a:gd name="connsiteY2" fmla="*/ 64321 h 238592"/>
                <a:gd name="connsiteX3" fmla="*/ 114310 w 206879"/>
                <a:gd name="connsiteY3" fmla="*/ 85 h 238592"/>
                <a:gd name="connsiteX4" fmla="*/ 243 w 206879"/>
                <a:gd name="connsiteY4" fmla="*/ 85 h 238592"/>
                <a:gd name="connsiteX5" fmla="*/ 243 w 206879"/>
                <a:gd name="connsiteY5" fmla="*/ 8908 h 238592"/>
                <a:gd name="connsiteX6" fmla="*/ 30000 w 206879"/>
                <a:gd name="connsiteY6" fmla="*/ 41380 h 238592"/>
                <a:gd name="connsiteX7" fmla="*/ 30000 w 206879"/>
                <a:gd name="connsiteY7" fmla="*/ 197383 h 238592"/>
                <a:gd name="connsiteX8" fmla="*/ 8745 w 206879"/>
                <a:gd name="connsiteY8" fmla="*/ 228442 h 238592"/>
                <a:gd name="connsiteX9" fmla="*/ 243 w 206879"/>
                <a:gd name="connsiteY9" fmla="*/ 229854 h 238592"/>
                <a:gd name="connsiteX10" fmla="*/ 243 w 206879"/>
                <a:gd name="connsiteY10" fmla="*/ 238678 h 238592"/>
                <a:gd name="connsiteX11" fmla="*/ 118561 w 206879"/>
                <a:gd name="connsiteY11" fmla="*/ 238678 h 238592"/>
                <a:gd name="connsiteX12" fmla="*/ 118561 w 206879"/>
                <a:gd name="connsiteY12" fmla="*/ 229854 h 238592"/>
                <a:gd name="connsiteX13" fmla="*/ 87388 w 206879"/>
                <a:gd name="connsiteY13" fmla="*/ 197383 h 238592"/>
                <a:gd name="connsiteX14" fmla="*/ 87388 w 206879"/>
                <a:gd name="connsiteY14" fmla="*/ 131734 h 238592"/>
                <a:gd name="connsiteX15" fmla="*/ 87388 w 206879"/>
                <a:gd name="connsiteY15" fmla="*/ 24791 h 238592"/>
                <a:gd name="connsiteX16" fmla="*/ 105100 w 206879"/>
                <a:gd name="connsiteY16" fmla="*/ 12438 h 238592"/>
                <a:gd name="connsiteX17" fmla="*/ 146193 w 206879"/>
                <a:gd name="connsiteY17" fmla="*/ 66086 h 238592"/>
                <a:gd name="connsiteX18" fmla="*/ 132731 w 206879"/>
                <a:gd name="connsiteY18" fmla="*/ 109852 h 238592"/>
                <a:gd name="connsiteX19" fmla="*/ 87388 w 206879"/>
                <a:gd name="connsiteY19" fmla="*/ 119381 h 238592"/>
                <a:gd name="connsiteX20" fmla="*/ 87388 w 206879"/>
                <a:gd name="connsiteY20" fmla="*/ 24791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879" h="238592">
                  <a:moveTo>
                    <a:pt x="87388" y="131734"/>
                  </a:moveTo>
                  <a:cubicBezTo>
                    <a:pt x="135211" y="131381"/>
                    <a:pt x="147255" y="130322"/>
                    <a:pt x="162842" y="123969"/>
                  </a:cubicBezTo>
                  <a:cubicBezTo>
                    <a:pt x="191536" y="113028"/>
                    <a:pt x="207123" y="91498"/>
                    <a:pt x="207123" y="64321"/>
                  </a:cubicBezTo>
                  <a:cubicBezTo>
                    <a:pt x="207123" y="23379"/>
                    <a:pt x="173469" y="85"/>
                    <a:pt x="114310" y="85"/>
                  </a:cubicBezTo>
                  <a:lnTo>
                    <a:pt x="243" y="85"/>
                  </a:lnTo>
                  <a:lnTo>
                    <a:pt x="243" y="8908"/>
                  </a:lnTo>
                  <a:cubicBezTo>
                    <a:pt x="25041" y="11026"/>
                    <a:pt x="30000" y="16673"/>
                    <a:pt x="30000" y="41380"/>
                  </a:cubicBezTo>
                  <a:lnTo>
                    <a:pt x="30000" y="197383"/>
                  </a:lnTo>
                  <a:cubicBezTo>
                    <a:pt x="30000" y="219265"/>
                    <a:pt x="25395" y="226324"/>
                    <a:pt x="8745" y="228442"/>
                  </a:cubicBezTo>
                  <a:cubicBezTo>
                    <a:pt x="7683" y="228442"/>
                    <a:pt x="4140" y="229148"/>
                    <a:pt x="243" y="229854"/>
                  </a:cubicBezTo>
                  <a:lnTo>
                    <a:pt x="243" y="238678"/>
                  </a:lnTo>
                  <a:lnTo>
                    <a:pt x="118561" y="238678"/>
                  </a:lnTo>
                  <a:lnTo>
                    <a:pt x="118561" y="229854"/>
                  </a:lnTo>
                  <a:cubicBezTo>
                    <a:pt x="90576" y="226324"/>
                    <a:pt x="87388" y="223148"/>
                    <a:pt x="87388" y="197383"/>
                  </a:cubicBezTo>
                  <a:lnTo>
                    <a:pt x="87388" y="131734"/>
                  </a:lnTo>
                  <a:close/>
                  <a:moveTo>
                    <a:pt x="87388" y="24791"/>
                  </a:moveTo>
                  <a:cubicBezTo>
                    <a:pt x="87388" y="16673"/>
                    <a:pt x="93410" y="12438"/>
                    <a:pt x="105100" y="12438"/>
                  </a:cubicBezTo>
                  <a:cubicBezTo>
                    <a:pt x="134502" y="12438"/>
                    <a:pt x="146193" y="27968"/>
                    <a:pt x="146193" y="66086"/>
                  </a:cubicBezTo>
                  <a:cubicBezTo>
                    <a:pt x="146193" y="88322"/>
                    <a:pt x="141942" y="101734"/>
                    <a:pt x="132731" y="109852"/>
                  </a:cubicBezTo>
                  <a:cubicBezTo>
                    <a:pt x="124229" y="116910"/>
                    <a:pt x="112539" y="119381"/>
                    <a:pt x="87388" y="119381"/>
                  </a:cubicBezTo>
                  <a:lnTo>
                    <a:pt x="87388" y="24791"/>
                  </a:lnTo>
                  <a:close/>
                </a:path>
              </a:pathLst>
            </a:custGeom>
            <a:solidFill>
              <a:srgbClr val="FFFF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A4BC76D-FCC3-135D-97A2-49AC8AEC11B1}"/>
                </a:ext>
              </a:extLst>
            </p:cNvPr>
            <p:cNvSpPr/>
            <p:nvPr>
              <p:custDataLst>
                <p:tags r:id="rId11"/>
              </p:custDataLst>
            </p:nvPr>
          </p:nvSpPr>
          <p:spPr>
            <a:xfrm>
              <a:off x="10694152" y="3090214"/>
              <a:ext cx="244075" cy="238592"/>
            </a:xfrm>
            <a:custGeom>
              <a:avLst/>
              <a:gdLst>
                <a:gd name="connsiteX0" fmla="*/ 244325 w 244075"/>
                <a:gd name="connsiteY0" fmla="*/ 229854 h 238592"/>
                <a:gd name="connsiteX1" fmla="*/ 229801 w 244075"/>
                <a:gd name="connsiteY1" fmla="*/ 223148 h 238592"/>
                <a:gd name="connsiteX2" fmla="*/ 158597 w 244075"/>
                <a:gd name="connsiteY2" fmla="*/ 122558 h 238592"/>
                <a:gd name="connsiteX3" fmla="*/ 198273 w 244075"/>
                <a:gd name="connsiteY3" fmla="*/ 102440 h 238592"/>
                <a:gd name="connsiteX4" fmla="*/ 214214 w 244075"/>
                <a:gd name="connsiteY4" fmla="*/ 62909 h 238592"/>
                <a:gd name="connsiteX5" fmla="*/ 114317 w 244075"/>
                <a:gd name="connsiteY5" fmla="*/ 85 h 238592"/>
                <a:gd name="connsiteX6" fmla="*/ 250 w 244075"/>
                <a:gd name="connsiteY6" fmla="*/ 85 h 238592"/>
                <a:gd name="connsiteX7" fmla="*/ 250 w 244075"/>
                <a:gd name="connsiteY7" fmla="*/ 8908 h 238592"/>
                <a:gd name="connsiteX8" fmla="*/ 31423 w 244075"/>
                <a:gd name="connsiteY8" fmla="*/ 41380 h 238592"/>
                <a:gd name="connsiteX9" fmla="*/ 31423 w 244075"/>
                <a:gd name="connsiteY9" fmla="*/ 197383 h 238592"/>
                <a:gd name="connsiteX10" fmla="*/ 250 w 244075"/>
                <a:gd name="connsiteY10" fmla="*/ 229854 h 238592"/>
                <a:gd name="connsiteX11" fmla="*/ 250 w 244075"/>
                <a:gd name="connsiteY11" fmla="*/ 238678 h 238592"/>
                <a:gd name="connsiteX12" fmla="*/ 119985 w 244075"/>
                <a:gd name="connsiteY12" fmla="*/ 238678 h 238592"/>
                <a:gd name="connsiteX13" fmla="*/ 119985 w 244075"/>
                <a:gd name="connsiteY13" fmla="*/ 229854 h 238592"/>
                <a:gd name="connsiteX14" fmla="*/ 88811 w 244075"/>
                <a:gd name="connsiteY14" fmla="*/ 197383 h 238592"/>
                <a:gd name="connsiteX15" fmla="*/ 88811 w 244075"/>
                <a:gd name="connsiteY15" fmla="*/ 128205 h 238592"/>
                <a:gd name="connsiteX16" fmla="*/ 98376 w 244075"/>
                <a:gd name="connsiteY16" fmla="*/ 128205 h 238592"/>
                <a:gd name="connsiteX17" fmla="*/ 171704 w 244075"/>
                <a:gd name="connsiteY17" fmla="*/ 238678 h 238592"/>
                <a:gd name="connsiteX18" fmla="*/ 244325 w 244075"/>
                <a:gd name="connsiteY18" fmla="*/ 238678 h 238592"/>
                <a:gd name="connsiteX19" fmla="*/ 244325 w 244075"/>
                <a:gd name="connsiteY19" fmla="*/ 229854 h 238592"/>
                <a:gd name="connsiteX20" fmla="*/ 88811 w 244075"/>
                <a:gd name="connsiteY20" fmla="*/ 26909 h 238592"/>
                <a:gd name="connsiteX21" fmla="*/ 91291 w 244075"/>
                <a:gd name="connsiteY21" fmla="*/ 17379 h 238592"/>
                <a:gd name="connsiteX22" fmla="*/ 107940 w 244075"/>
                <a:gd name="connsiteY22" fmla="*/ 12085 h 238592"/>
                <a:gd name="connsiteX23" fmla="*/ 153638 w 244075"/>
                <a:gd name="connsiteY23" fmla="*/ 64321 h 238592"/>
                <a:gd name="connsiteX24" fmla="*/ 136988 w 244075"/>
                <a:gd name="connsiteY24" fmla="*/ 108087 h 238592"/>
                <a:gd name="connsiteX25" fmla="*/ 88811 w 244075"/>
                <a:gd name="connsiteY25" fmla="*/ 116910 h 238592"/>
                <a:gd name="connsiteX26" fmla="*/ 88811 w 244075"/>
                <a:gd name="connsiteY26" fmla="*/ 26909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4075" h="238592">
                  <a:moveTo>
                    <a:pt x="244325" y="229854"/>
                  </a:moveTo>
                  <a:cubicBezTo>
                    <a:pt x="237948" y="229854"/>
                    <a:pt x="233343" y="227736"/>
                    <a:pt x="229801" y="223148"/>
                  </a:cubicBezTo>
                  <a:lnTo>
                    <a:pt x="158597" y="122558"/>
                  </a:lnTo>
                  <a:cubicBezTo>
                    <a:pt x="179498" y="115852"/>
                    <a:pt x="188354" y="111263"/>
                    <a:pt x="198273" y="102440"/>
                  </a:cubicBezTo>
                  <a:cubicBezTo>
                    <a:pt x="208546" y="92910"/>
                    <a:pt x="214214" y="78792"/>
                    <a:pt x="214214" y="62909"/>
                  </a:cubicBezTo>
                  <a:cubicBezTo>
                    <a:pt x="214214" y="22320"/>
                    <a:pt x="179143" y="85"/>
                    <a:pt x="114317" y="85"/>
                  </a:cubicBezTo>
                  <a:lnTo>
                    <a:pt x="250" y="85"/>
                  </a:lnTo>
                  <a:lnTo>
                    <a:pt x="250" y="8908"/>
                  </a:lnTo>
                  <a:cubicBezTo>
                    <a:pt x="26464" y="10673"/>
                    <a:pt x="31423" y="15967"/>
                    <a:pt x="31423" y="41380"/>
                  </a:cubicBezTo>
                  <a:lnTo>
                    <a:pt x="31423" y="197383"/>
                  </a:lnTo>
                  <a:cubicBezTo>
                    <a:pt x="31423" y="223148"/>
                    <a:pt x="27881" y="226677"/>
                    <a:pt x="250" y="229854"/>
                  </a:cubicBezTo>
                  <a:lnTo>
                    <a:pt x="250" y="238678"/>
                  </a:lnTo>
                  <a:lnTo>
                    <a:pt x="119985" y="238678"/>
                  </a:lnTo>
                  <a:lnTo>
                    <a:pt x="119985" y="229854"/>
                  </a:lnTo>
                  <a:cubicBezTo>
                    <a:pt x="92353" y="226324"/>
                    <a:pt x="88811" y="222442"/>
                    <a:pt x="88811" y="197383"/>
                  </a:cubicBezTo>
                  <a:lnTo>
                    <a:pt x="88811" y="128205"/>
                  </a:lnTo>
                  <a:lnTo>
                    <a:pt x="98376" y="128205"/>
                  </a:lnTo>
                  <a:lnTo>
                    <a:pt x="171704" y="238678"/>
                  </a:lnTo>
                  <a:lnTo>
                    <a:pt x="244325" y="238678"/>
                  </a:lnTo>
                  <a:lnTo>
                    <a:pt x="244325" y="229854"/>
                  </a:lnTo>
                  <a:close/>
                  <a:moveTo>
                    <a:pt x="88811" y="26909"/>
                  </a:moveTo>
                  <a:cubicBezTo>
                    <a:pt x="88811" y="24791"/>
                    <a:pt x="90228" y="19497"/>
                    <a:pt x="91291" y="17379"/>
                  </a:cubicBezTo>
                  <a:cubicBezTo>
                    <a:pt x="93416" y="13850"/>
                    <a:pt x="99084" y="12085"/>
                    <a:pt x="107940" y="12085"/>
                  </a:cubicBezTo>
                  <a:cubicBezTo>
                    <a:pt x="140531" y="12085"/>
                    <a:pt x="153638" y="27262"/>
                    <a:pt x="153638" y="64321"/>
                  </a:cubicBezTo>
                  <a:cubicBezTo>
                    <a:pt x="153638" y="86910"/>
                    <a:pt x="148324" y="100675"/>
                    <a:pt x="136988" y="108087"/>
                  </a:cubicBezTo>
                  <a:cubicBezTo>
                    <a:pt x="127778" y="114087"/>
                    <a:pt x="115734" y="116558"/>
                    <a:pt x="88811" y="116910"/>
                  </a:cubicBezTo>
                  <a:lnTo>
                    <a:pt x="88811" y="26909"/>
                  </a:lnTo>
                  <a:close/>
                </a:path>
              </a:pathLst>
            </a:custGeom>
            <a:solidFill>
              <a:srgbClr val="FFFF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21E9086-DD83-D044-DCCE-61C69752D6F5}"/>
                </a:ext>
              </a:extLst>
            </p:cNvPr>
            <p:cNvSpPr/>
            <p:nvPr>
              <p:custDataLst>
                <p:tags r:id="rId12"/>
              </p:custDataLst>
            </p:nvPr>
          </p:nvSpPr>
          <p:spPr>
            <a:xfrm>
              <a:off x="10947333" y="3090214"/>
              <a:ext cx="242658" cy="244945"/>
            </a:xfrm>
            <a:custGeom>
              <a:avLst/>
              <a:gdLst>
                <a:gd name="connsiteX0" fmla="*/ 76065 w 242658"/>
                <a:gd name="connsiteY0" fmla="*/ 85 h 244945"/>
                <a:gd name="connsiteX1" fmla="*/ 1319 w 242658"/>
                <a:gd name="connsiteY1" fmla="*/ 85 h 244945"/>
                <a:gd name="connsiteX2" fmla="*/ 1319 w 242658"/>
                <a:gd name="connsiteY2" fmla="*/ 8908 h 244945"/>
                <a:gd name="connsiteX3" fmla="*/ 31430 w 242658"/>
                <a:gd name="connsiteY3" fmla="*/ 34321 h 244945"/>
                <a:gd name="connsiteX4" fmla="*/ 31430 w 242658"/>
                <a:gd name="connsiteY4" fmla="*/ 201618 h 244945"/>
                <a:gd name="connsiteX5" fmla="*/ 257 w 242658"/>
                <a:gd name="connsiteY5" fmla="*/ 229854 h 244945"/>
                <a:gd name="connsiteX6" fmla="*/ 257 w 242658"/>
                <a:gd name="connsiteY6" fmla="*/ 238678 h 244945"/>
                <a:gd name="connsiteX7" fmla="*/ 80670 w 242658"/>
                <a:gd name="connsiteY7" fmla="*/ 238678 h 244945"/>
                <a:gd name="connsiteX8" fmla="*/ 80670 w 242658"/>
                <a:gd name="connsiteY8" fmla="*/ 229854 h 244945"/>
                <a:gd name="connsiteX9" fmla="*/ 47017 w 242658"/>
                <a:gd name="connsiteY9" fmla="*/ 194912 h 244945"/>
                <a:gd name="connsiteX10" fmla="*/ 47017 w 242658"/>
                <a:gd name="connsiteY10" fmla="*/ 53027 h 244945"/>
                <a:gd name="connsiteX11" fmla="*/ 205365 w 242658"/>
                <a:gd name="connsiteY11" fmla="*/ 245031 h 244945"/>
                <a:gd name="connsiteX12" fmla="*/ 215284 w 242658"/>
                <a:gd name="connsiteY12" fmla="*/ 245031 h 244945"/>
                <a:gd name="connsiteX13" fmla="*/ 215284 w 242658"/>
                <a:gd name="connsiteY13" fmla="*/ 37144 h 244945"/>
                <a:gd name="connsiteX14" fmla="*/ 242915 w 242658"/>
                <a:gd name="connsiteY14" fmla="*/ 8908 h 244945"/>
                <a:gd name="connsiteX15" fmla="*/ 242915 w 242658"/>
                <a:gd name="connsiteY15" fmla="*/ 85 h 244945"/>
                <a:gd name="connsiteX16" fmla="*/ 166752 w 242658"/>
                <a:gd name="connsiteY16" fmla="*/ 85 h 244945"/>
                <a:gd name="connsiteX17" fmla="*/ 166752 w 242658"/>
                <a:gd name="connsiteY17" fmla="*/ 8908 h 244945"/>
                <a:gd name="connsiteX18" fmla="*/ 199697 w 242658"/>
                <a:gd name="connsiteY18" fmla="*/ 43850 h 244945"/>
                <a:gd name="connsiteX19" fmla="*/ 199697 w 242658"/>
                <a:gd name="connsiteY19" fmla="*/ 151499 h 244945"/>
                <a:gd name="connsiteX20" fmla="*/ 76065 w 242658"/>
                <a:gd name="connsiteY20" fmla="*/ 85 h 24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2658" h="244945">
                  <a:moveTo>
                    <a:pt x="76065" y="85"/>
                  </a:moveTo>
                  <a:lnTo>
                    <a:pt x="1319" y="85"/>
                  </a:lnTo>
                  <a:lnTo>
                    <a:pt x="1319" y="8908"/>
                  </a:lnTo>
                  <a:cubicBezTo>
                    <a:pt x="8404" y="8908"/>
                    <a:pt x="14427" y="14203"/>
                    <a:pt x="31430" y="34321"/>
                  </a:cubicBezTo>
                  <a:lnTo>
                    <a:pt x="31430" y="201618"/>
                  </a:lnTo>
                  <a:cubicBezTo>
                    <a:pt x="31430" y="221736"/>
                    <a:pt x="26117" y="226677"/>
                    <a:pt x="257" y="229854"/>
                  </a:cubicBezTo>
                  <a:lnTo>
                    <a:pt x="257" y="238678"/>
                  </a:lnTo>
                  <a:lnTo>
                    <a:pt x="80670" y="238678"/>
                  </a:lnTo>
                  <a:lnTo>
                    <a:pt x="80670" y="229854"/>
                  </a:lnTo>
                  <a:cubicBezTo>
                    <a:pt x="53394" y="226677"/>
                    <a:pt x="47017" y="219971"/>
                    <a:pt x="47017" y="194912"/>
                  </a:cubicBezTo>
                  <a:lnTo>
                    <a:pt x="47017" y="53027"/>
                  </a:lnTo>
                  <a:lnTo>
                    <a:pt x="205365" y="245031"/>
                  </a:lnTo>
                  <a:lnTo>
                    <a:pt x="215284" y="245031"/>
                  </a:lnTo>
                  <a:lnTo>
                    <a:pt x="215284" y="37144"/>
                  </a:lnTo>
                  <a:cubicBezTo>
                    <a:pt x="215284" y="17026"/>
                    <a:pt x="219889" y="12438"/>
                    <a:pt x="242915" y="8908"/>
                  </a:cubicBezTo>
                  <a:lnTo>
                    <a:pt x="242915" y="85"/>
                  </a:lnTo>
                  <a:lnTo>
                    <a:pt x="166752" y="85"/>
                  </a:lnTo>
                  <a:lnTo>
                    <a:pt x="166752" y="8908"/>
                  </a:lnTo>
                  <a:cubicBezTo>
                    <a:pt x="192966" y="11379"/>
                    <a:pt x="199697" y="18791"/>
                    <a:pt x="199697" y="43850"/>
                  </a:cubicBezTo>
                  <a:lnTo>
                    <a:pt x="199697" y="151499"/>
                  </a:lnTo>
                  <a:lnTo>
                    <a:pt x="76065" y="85"/>
                  </a:lnTo>
                  <a:close/>
                </a:path>
              </a:pathLst>
            </a:custGeom>
            <a:solidFill>
              <a:srgbClr val="FFFF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64D0F14-01CC-07DA-EC85-8C3E98A8C1CA}"/>
                </a:ext>
              </a:extLst>
            </p:cNvPr>
            <p:cNvSpPr/>
            <p:nvPr>
              <p:custDataLst>
                <p:tags r:id="rId13"/>
              </p:custDataLst>
            </p:nvPr>
          </p:nvSpPr>
          <p:spPr>
            <a:xfrm>
              <a:off x="11207245" y="3161863"/>
              <a:ext cx="119026" cy="171885"/>
            </a:xfrm>
            <a:custGeom>
              <a:avLst/>
              <a:gdLst>
                <a:gd name="connsiteX0" fmla="*/ 111851 w 119026"/>
                <a:gd name="connsiteY0" fmla="*/ 51968 h 171885"/>
                <a:gd name="connsiteX1" fmla="*/ 111851 w 119026"/>
                <a:gd name="connsiteY1" fmla="*/ 791 h 171885"/>
                <a:gd name="connsiteX2" fmla="*/ 104058 w 119026"/>
                <a:gd name="connsiteY2" fmla="*/ 791 h 171885"/>
                <a:gd name="connsiteX3" fmla="*/ 95556 w 119026"/>
                <a:gd name="connsiteY3" fmla="*/ 7850 h 171885"/>
                <a:gd name="connsiteX4" fmla="*/ 84220 w 119026"/>
                <a:gd name="connsiteY4" fmla="*/ 5379 h 171885"/>
                <a:gd name="connsiteX5" fmla="*/ 56589 w 119026"/>
                <a:gd name="connsiteY5" fmla="*/ 85 h 171885"/>
                <a:gd name="connsiteX6" fmla="*/ 972 w 119026"/>
                <a:gd name="connsiteY6" fmla="*/ 51615 h 171885"/>
                <a:gd name="connsiteX7" fmla="*/ 51275 w 119026"/>
                <a:gd name="connsiteY7" fmla="*/ 106322 h 171885"/>
                <a:gd name="connsiteX8" fmla="*/ 85283 w 119026"/>
                <a:gd name="connsiteY8" fmla="*/ 137028 h 171885"/>
                <a:gd name="connsiteX9" fmla="*/ 58714 w 119026"/>
                <a:gd name="connsiteY9" fmla="*/ 159970 h 171885"/>
                <a:gd name="connsiteX10" fmla="*/ 10183 w 119026"/>
                <a:gd name="connsiteY10" fmla="*/ 113381 h 171885"/>
                <a:gd name="connsiteX11" fmla="*/ 264 w 119026"/>
                <a:gd name="connsiteY11" fmla="*/ 113381 h 171885"/>
                <a:gd name="connsiteX12" fmla="*/ 264 w 119026"/>
                <a:gd name="connsiteY12" fmla="*/ 171617 h 171885"/>
                <a:gd name="connsiteX13" fmla="*/ 9120 w 119026"/>
                <a:gd name="connsiteY13" fmla="*/ 171617 h 171885"/>
                <a:gd name="connsiteX14" fmla="*/ 18330 w 119026"/>
                <a:gd name="connsiteY14" fmla="*/ 161735 h 171885"/>
                <a:gd name="connsiteX15" fmla="*/ 26478 w 119026"/>
                <a:gd name="connsiteY15" fmla="*/ 163853 h 171885"/>
                <a:gd name="connsiteX16" fmla="*/ 64737 w 119026"/>
                <a:gd name="connsiteY16" fmla="*/ 171970 h 171885"/>
                <a:gd name="connsiteX17" fmla="*/ 119290 w 119026"/>
                <a:gd name="connsiteY17" fmla="*/ 118322 h 171885"/>
                <a:gd name="connsiteX18" fmla="*/ 70405 w 119026"/>
                <a:gd name="connsiteY18" fmla="*/ 63262 h 171885"/>
                <a:gd name="connsiteX19" fmla="*/ 36397 w 119026"/>
                <a:gd name="connsiteY19" fmla="*/ 32203 h 171885"/>
                <a:gd name="connsiteX20" fmla="*/ 59777 w 119026"/>
                <a:gd name="connsiteY20" fmla="*/ 11732 h 171885"/>
                <a:gd name="connsiteX21" fmla="*/ 86346 w 119026"/>
                <a:gd name="connsiteY21" fmla="*/ 23026 h 171885"/>
                <a:gd name="connsiteX22" fmla="*/ 102995 w 119026"/>
                <a:gd name="connsiteY22" fmla="*/ 51968 h 171885"/>
                <a:gd name="connsiteX23" fmla="*/ 111851 w 119026"/>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026" h="171885">
                  <a:moveTo>
                    <a:pt x="111851" y="51968"/>
                  </a:moveTo>
                  <a:lnTo>
                    <a:pt x="111851" y="791"/>
                  </a:lnTo>
                  <a:lnTo>
                    <a:pt x="104058" y="791"/>
                  </a:lnTo>
                  <a:cubicBezTo>
                    <a:pt x="101932" y="6085"/>
                    <a:pt x="99807" y="7850"/>
                    <a:pt x="95556" y="7850"/>
                  </a:cubicBezTo>
                  <a:cubicBezTo>
                    <a:pt x="93431" y="7850"/>
                    <a:pt x="89888" y="7144"/>
                    <a:pt x="84220" y="5379"/>
                  </a:cubicBezTo>
                  <a:cubicBezTo>
                    <a:pt x="72530" y="1496"/>
                    <a:pt x="64382" y="85"/>
                    <a:pt x="56589" y="85"/>
                  </a:cubicBezTo>
                  <a:cubicBezTo>
                    <a:pt x="24353" y="85"/>
                    <a:pt x="972" y="21967"/>
                    <a:pt x="972" y="51615"/>
                  </a:cubicBezTo>
                  <a:cubicBezTo>
                    <a:pt x="972" y="74910"/>
                    <a:pt x="15497" y="91145"/>
                    <a:pt x="51275" y="106322"/>
                  </a:cubicBezTo>
                  <a:cubicBezTo>
                    <a:pt x="75364" y="116910"/>
                    <a:pt x="85283" y="125734"/>
                    <a:pt x="85283" y="137028"/>
                  </a:cubicBezTo>
                  <a:cubicBezTo>
                    <a:pt x="85283" y="150793"/>
                    <a:pt x="74656" y="159970"/>
                    <a:pt x="58714" y="159970"/>
                  </a:cubicBezTo>
                  <a:cubicBezTo>
                    <a:pt x="33917" y="159970"/>
                    <a:pt x="17622" y="144087"/>
                    <a:pt x="10183" y="113381"/>
                  </a:cubicBezTo>
                  <a:lnTo>
                    <a:pt x="264" y="113381"/>
                  </a:lnTo>
                  <a:lnTo>
                    <a:pt x="264" y="171617"/>
                  </a:lnTo>
                  <a:lnTo>
                    <a:pt x="9120" y="171617"/>
                  </a:lnTo>
                  <a:cubicBezTo>
                    <a:pt x="13017" y="164206"/>
                    <a:pt x="15142" y="161735"/>
                    <a:pt x="18330" y="161735"/>
                  </a:cubicBezTo>
                  <a:cubicBezTo>
                    <a:pt x="20102" y="161735"/>
                    <a:pt x="22936" y="162441"/>
                    <a:pt x="26478" y="163853"/>
                  </a:cubicBezTo>
                  <a:cubicBezTo>
                    <a:pt x="36043" y="168088"/>
                    <a:pt x="54818" y="171970"/>
                    <a:pt x="64737" y="171970"/>
                  </a:cubicBezTo>
                  <a:cubicBezTo>
                    <a:pt x="96973" y="171970"/>
                    <a:pt x="119290" y="150088"/>
                    <a:pt x="119290" y="118322"/>
                  </a:cubicBezTo>
                  <a:cubicBezTo>
                    <a:pt x="119290" y="93263"/>
                    <a:pt x="105475" y="78086"/>
                    <a:pt x="70405" y="63262"/>
                  </a:cubicBezTo>
                  <a:cubicBezTo>
                    <a:pt x="46316" y="53027"/>
                    <a:pt x="36397" y="44203"/>
                    <a:pt x="36397" y="32203"/>
                  </a:cubicBezTo>
                  <a:cubicBezTo>
                    <a:pt x="36397" y="20556"/>
                    <a:pt x="46316" y="11732"/>
                    <a:pt x="59777" y="11732"/>
                  </a:cubicBezTo>
                  <a:cubicBezTo>
                    <a:pt x="68988" y="11732"/>
                    <a:pt x="78552" y="15614"/>
                    <a:pt x="86346" y="23026"/>
                  </a:cubicBezTo>
                  <a:cubicBezTo>
                    <a:pt x="93785" y="30085"/>
                    <a:pt x="97681" y="36438"/>
                    <a:pt x="102995" y="51968"/>
                  </a:cubicBezTo>
                  <a:lnTo>
                    <a:pt x="111851" y="51968"/>
                  </a:lnTo>
                  <a:close/>
                </a:path>
              </a:pathLst>
            </a:custGeom>
            <a:solidFill>
              <a:srgbClr val="FFFF00"/>
            </a:solidFill>
            <a:ln w="35620" cap="flat">
              <a:noFill/>
              <a:prstDash val="solid"/>
              <a:miter/>
            </a:ln>
          </p:spPr>
          <p:txBody>
            <a:bodyPr rtlCol="0" anchor="ctr"/>
            <a:lstStyle/>
            <a:p>
              <a:endParaRPr lang="en-US"/>
            </a:p>
          </p:txBody>
        </p:sp>
      </p:grpSp>
      <p:grpSp>
        <p:nvGrpSpPr>
          <p:cNvPr id="8" name="Group 7">
            <a:extLst>
              <a:ext uri="{FF2B5EF4-FFF2-40B4-BE49-F238E27FC236}">
                <a16:creationId xmlns:a16="http://schemas.microsoft.com/office/drawing/2014/main" id="{FA801385-102E-598D-8717-D095B0567A28}"/>
              </a:ext>
            </a:extLst>
          </p:cNvPr>
          <p:cNvGrpSpPr/>
          <p:nvPr/>
        </p:nvGrpSpPr>
        <p:grpSpPr>
          <a:xfrm>
            <a:off x="1418609" y="1566863"/>
            <a:ext cx="10459066" cy="3668649"/>
            <a:chOff x="1418609" y="1566863"/>
            <a:chExt cx="10459066" cy="3668649"/>
          </a:xfrm>
        </p:grpSpPr>
        <p:pic>
          <p:nvPicPr>
            <p:cNvPr id="5" name="Picture 4">
              <a:extLst>
                <a:ext uri="{FF2B5EF4-FFF2-40B4-BE49-F238E27FC236}">
                  <a16:creationId xmlns:a16="http://schemas.microsoft.com/office/drawing/2014/main" id="{73AAEB83-1F8E-8E28-F2A3-F8986C1DCB0B}"/>
                </a:ext>
              </a:extLst>
            </p:cNvPr>
            <p:cNvPicPr>
              <a:picLocks noChangeAspect="1"/>
            </p:cNvPicPr>
            <p:nvPr/>
          </p:nvPicPr>
          <p:blipFill>
            <a:blip r:embed="rId15"/>
            <a:stretch>
              <a:fillRect/>
            </a:stretch>
          </p:blipFill>
          <p:spPr>
            <a:xfrm>
              <a:off x="1418609" y="1566863"/>
              <a:ext cx="10459066" cy="3368612"/>
            </a:xfrm>
            <a:prstGeom prst="rect">
              <a:avLst/>
            </a:prstGeom>
          </p:spPr>
        </p:pic>
        <p:pic>
          <p:nvPicPr>
            <p:cNvPr id="7" name="Picture 6">
              <a:extLst>
                <a:ext uri="{FF2B5EF4-FFF2-40B4-BE49-F238E27FC236}">
                  <a16:creationId xmlns:a16="http://schemas.microsoft.com/office/drawing/2014/main" id="{D02E24F6-64C4-3E6A-91D9-471779201702}"/>
                </a:ext>
              </a:extLst>
            </p:cNvPr>
            <p:cNvPicPr>
              <a:picLocks noChangeAspect="1"/>
            </p:cNvPicPr>
            <p:nvPr/>
          </p:nvPicPr>
          <p:blipFill>
            <a:blip r:embed="rId16"/>
            <a:stretch>
              <a:fillRect/>
            </a:stretch>
          </p:blipFill>
          <p:spPr>
            <a:xfrm>
              <a:off x="9559105" y="4635437"/>
              <a:ext cx="1962150" cy="600075"/>
            </a:xfrm>
            <a:prstGeom prst="rect">
              <a:avLst/>
            </a:prstGeom>
          </p:spPr>
        </p:pic>
      </p:grpSp>
    </p:spTree>
    <p:extLst>
      <p:ext uri="{BB962C8B-B14F-4D97-AF65-F5344CB8AC3E}">
        <p14:creationId xmlns:p14="http://schemas.microsoft.com/office/powerpoint/2010/main" val="4159733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91A1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4">
              <a:lumMod val="50000"/>
            </a:schemeClr>
          </a:solidFill>
        </p:spPr>
        <p:txBody>
          <a:bodyPr>
            <a:normAutofit/>
          </a:bodyPr>
          <a:lstStyle/>
          <a:p>
            <a:pPr algn="ctr"/>
            <a:r>
              <a:rPr lang="en-US" sz="4000" b="0" i="0" dirty="0">
                <a:solidFill>
                  <a:schemeClr val="bg1"/>
                </a:solidFill>
                <a:effectLst/>
                <a:latin typeface="fkGrotesk"/>
              </a:rPr>
              <a:t>Pseudo Random Numbers</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a:bodyPr>
          <a:lstStyle/>
          <a:p>
            <a:pPr algn="l">
              <a:buFont typeface="Arial" panose="020B0604020202020204" pitchFamily="34" charset="0"/>
              <a:buChar char="•"/>
            </a:pPr>
            <a:r>
              <a:rPr lang="en-US" dirty="0">
                <a:latin typeface="fkGroteskNeue"/>
              </a:rPr>
              <a:t> </a:t>
            </a:r>
            <a:endParaRPr lang="en-US" b="0" i="0" dirty="0">
              <a:effectLst/>
              <a:latin typeface="fkGroteskNeue"/>
            </a:endParaRPr>
          </a:p>
          <a:p>
            <a:pPr lvl="1"/>
            <a:endParaRPr lang="en-US" b="0" i="0" dirty="0">
              <a:effectLst/>
              <a:latin typeface="fkGroteskNeue"/>
            </a:endParaRP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pic>
        <p:nvPicPr>
          <p:cNvPr id="6" name="Picture 5">
            <a:extLst>
              <a:ext uri="{FF2B5EF4-FFF2-40B4-BE49-F238E27FC236}">
                <a16:creationId xmlns:a16="http://schemas.microsoft.com/office/drawing/2014/main" id="{683B885C-4F14-0CCC-8ACF-FB76CF854F67}"/>
              </a:ext>
            </a:extLst>
          </p:cNvPr>
          <p:cNvPicPr>
            <a:picLocks noChangeAspect="1"/>
          </p:cNvPicPr>
          <p:nvPr/>
        </p:nvPicPr>
        <p:blipFill>
          <a:blip r:embed="rId15"/>
          <a:stretch>
            <a:fillRect/>
          </a:stretch>
        </p:blipFill>
        <p:spPr>
          <a:xfrm>
            <a:off x="1522705" y="218921"/>
            <a:ext cx="9105900" cy="6467475"/>
          </a:xfrm>
          <a:prstGeom prst="rect">
            <a:avLst/>
          </a:prstGeom>
        </p:spPr>
      </p:pic>
      <p:grpSp>
        <p:nvGrpSpPr>
          <p:cNvPr id="24" name="Group 23"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title="IguanaTex Shape Display">
            <a:extLst>
              <a:ext uri="{FF2B5EF4-FFF2-40B4-BE49-F238E27FC236}">
                <a16:creationId xmlns:a16="http://schemas.microsoft.com/office/drawing/2014/main" id="{7131AAA2-5B42-9092-D5A5-D696C4E05675}"/>
              </a:ext>
            </a:extLst>
          </p:cNvPr>
          <p:cNvGrpSpPr>
            <a:grpSpLocks noChangeAspect="1"/>
          </p:cNvGrpSpPr>
          <p:nvPr>
            <p:custDataLst>
              <p:tags r:id="rId1"/>
            </p:custDataLst>
          </p:nvPr>
        </p:nvGrpSpPr>
        <p:grpSpPr>
          <a:xfrm>
            <a:off x="8591754" y="523977"/>
            <a:ext cx="2424895" cy="310947"/>
            <a:chOff x="8901376" y="3090214"/>
            <a:chExt cx="2424895" cy="310947"/>
          </a:xfrm>
        </p:grpSpPr>
        <p:sp>
          <p:nvSpPr>
            <p:cNvPr id="12" name="Freeform: Shape 11">
              <a:extLst>
                <a:ext uri="{FF2B5EF4-FFF2-40B4-BE49-F238E27FC236}">
                  <a16:creationId xmlns:a16="http://schemas.microsoft.com/office/drawing/2014/main" id="{3088EF28-6771-60C3-028D-16317EB23CFA}"/>
                </a:ext>
              </a:extLst>
            </p:cNvPr>
            <p:cNvSpPr/>
            <p:nvPr>
              <p:custDataLst>
                <p:tags r:id="rId2"/>
              </p:custDataLst>
            </p:nvPr>
          </p:nvSpPr>
          <p:spPr>
            <a:xfrm>
              <a:off x="8901376" y="3090214"/>
              <a:ext cx="221403" cy="238592"/>
            </a:xfrm>
            <a:custGeom>
              <a:avLst/>
              <a:gdLst>
                <a:gd name="connsiteX0" fmla="*/ 204599 w 221403"/>
                <a:gd name="connsiteY0" fmla="*/ 85 h 238592"/>
                <a:gd name="connsiteX1" fmla="*/ 199 w 221403"/>
                <a:gd name="connsiteY1" fmla="*/ 85 h 238592"/>
                <a:gd name="connsiteX2" fmla="*/ 199 w 221403"/>
                <a:gd name="connsiteY2" fmla="*/ 8908 h 238592"/>
                <a:gd name="connsiteX3" fmla="*/ 31373 w 221403"/>
                <a:gd name="connsiteY3" fmla="*/ 33968 h 238592"/>
                <a:gd name="connsiteX4" fmla="*/ 31373 w 221403"/>
                <a:gd name="connsiteY4" fmla="*/ 204795 h 238592"/>
                <a:gd name="connsiteX5" fmla="*/ 199 w 221403"/>
                <a:gd name="connsiteY5" fmla="*/ 229854 h 238592"/>
                <a:gd name="connsiteX6" fmla="*/ 199 w 221403"/>
                <a:gd name="connsiteY6" fmla="*/ 238678 h 238592"/>
                <a:gd name="connsiteX7" fmla="*/ 207433 w 221403"/>
                <a:gd name="connsiteY7" fmla="*/ 238678 h 238592"/>
                <a:gd name="connsiteX8" fmla="*/ 221603 w 221403"/>
                <a:gd name="connsiteY8" fmla="*/ 165264 h 238592"/>
                <a:gd name="connsiteX9" fmla="*/ 211684 w 221403"/>
                <a:gd name="connsiteY9" fmla="*/ 165264 h 238592"/>
                <a:gd name="connsiteX10" fmla="*/ 180865 w 221403"/>
                <a:gd name="connsiteY10" fmla="*/ 209030 h 238592"/>
                <a:gd name="connsiteX11" fmla="*/ 118163 w 221403"/>
                <a:gd name="connsiteY11" fmla="*/ 227736 h 238592"/>
                <a:gd name="connsiteX12" fmla="*/ 88761 w 221403"/>
                <a:gd name="connsiteY12" fmla="*/ 207971 h 238592"/>
                <a:gd name="connsiteX13" fmla="*/ 88761 w 221403"/>
                <a:gd name="connsiteY13" fmla="*/ 122558 h 238592"/>
                <a:gd name="connsiteX14" fmla="*/ 146149 w 221403"/>
                <a:gd name="connsiteY14" fmla="*/ 177265 h 238592"/>
                <a:gd name="connsiteX15" fmla="*/ 155359 w 221403"/>
                <a:gd name="connsiteY15" fmla="*/ 177265 h 238592"/>
                <a:gd name="connsiteX16" fmla="*/ 155359 w 221403"/>
                <a:gd name="connsiteY16" fmla="*/ 57968 h 238592"/>
                <a:gd name="connsiteX17" fmla="*/ 146149 w 221403"/>
                <a:gd name="connsiteY17" fmla="*/ 57968 h 238592"/>
                <a:gd name="connsiteX18" fmla="*/ 88761 w 221403"/>
                <a:gd name="connsiteY18" fmla="*/ 110557 h 238592"/>
                <a:gd name="connsiteX19" fmla="*/ 88761 w 221403"/>
                <a:gd name="connsiteY19" fmla="*/ 28673 h 238592"/>
                <a:gd name="connsiteX20" fmla="*/ 111787 w 221403"/>
                <a:gd name="connsiteY20" fmla="*/ 12085 h 238592"/>
                <a:gd name="connsiteX21" fmla="*/ 195743 w 221403"/>
                <a:gd name="connsiteY21" fmla="*/ 71027 h 238592"/>
                <a:gd name="connsiteX22" fmla="*/ 204599 w 221403"/>
                <a:gd name="connsiteY22" fmla="*/ 71027 h 238592"/>
                <a:gd name="connsiteX23" fmla="*/ 204599 w 221403"/>
                <a:gd name="connsiteY23"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1403" h="238592">
                  <a:moveTo>
                    <a:pt x="204599" y="85"/>
                  </a:moveTo>
                  <a:lnTo>
                    <a:pt x="199" y="85"/>
                  </a:lnTo>
                  <a:lnTo>
                    <a:pt x="199" y="8908"/>
                  </a:lnTo>
                  <a:cubicBezTo>
                    <a:pt x="24642" y="10320"/>
                    <a:pt x="31373" y="15967"/>
                    <a:pt x="31373" y="33968"/>
                  </a:cubicBezTo>
                  <a:lnTo>
                    <a:pt x="31373" y="204795"/>
                  </a:lnTo>
                  <a:cubicBezTo>
                    <a:pt x="31373" y="223148"/>
                    <a:pt x="26414" y="227030"/>
                    <a:pt x="199" y="229854"/>
                  </a:cubicBezTo>
                  <a:lnTo>
                    <a:pt x="199" y="238678"/>
                  </a:lnTo>
                  <a:lnTo>
                    <a:pt x="207433" y="238678"/>
                  </a:lnTo>
                  <a:lnTo>
                    <a:pt x="221603" y="165264"/>
                  </a:lnTo>
                  <a:lnTo>
                    <a:pt x="211684" y="165264"/>
                  </a:lnTo>
                  <a:cubicBezTo>
                    <a:pt x="200702" y="188912"/>
                    <a:pt x="193617" y="198794"/>
                    <a:pt x="180865" y="209030"/>
                  </a:cubicBezTo>
                  <a:cubicBezTo>
                    <a:pt x="164569" y="222089"/>
                    <a:pt x="145086" y="227736"/>
                    <a:pt x="118163" y="227736"/>
                  </a:cubicBezTo>
                  <a:cubicBezTo>
                    <a:pt x="95491" y="227736"/>
                    <a:pt x="88761" y="223148"/>
                    <a:pt x="88761" y="207971"/>
                  </a:cubicBezTo>
                  <a:lnTo>
                    <a:pt x="88761" y="122558"/>
                  </a:lnTo>
                  <a:cubicBezTo>
                    <a:pt x="127374" y="122558"/>
                    <a:pt x="141898" y="136323"/>
                    <a:pt x="146149" y="177265"/>
                  </a:cubicBezTo>
                  <a:lnTo>
                    <a:pt x="155359" y="177265"/>
                  </a:lnTo>
                  <a:lnTo>
                    <a:pt x="155359" y="57968"/>
                  </a:lnTo>
                  <a:lnTo>
                    <a:pt x="146149" y="57968"/>
                  </a:lnTo>
                  <a:cubicBezTo>
                    <a:pt x="140835" y="98204"/>
                    <a:pt x="127019" y="110910"/>
                    <a:pt x="88761" y="110557"/>
                  </a:cubicBezTo>
                  <a:lnTo>
                    <a:pt x="88761" y="28673"/>
                  </a:lnTo>
                  <a:cubicBezTo>
                    <a:pt x="88761" y="15261"/>
                    <a:pt x="93366" y="12085"/>
                    <a:pt x="111787" y="12085"/>
                  </a:cubicBezTo>
                  <a:cubicBezTo>
                    <a:pt x="169529" y="12085"/>
                    <a:pt x="186887" y="24085"/>
                    <a:pt x="195743" y="71027"/>
                  </a:cubicBezTo>
                  <a:lnTo>
                    <a:pt x="204599" y="71027"/>
                  </a:lnTo>
                  <a:lnTo>
                    <a:pt x="204599" y="85"/>
                  </a:lnTo>
                  <a:close/>
                </a:path>
              </a:pathLst>
            </a:custGeom>
            <a:solidFill>
              <a:srgbClr val="FFFF00"/>
            </a:solidFill>
            <a:ln w="3562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8CE4F20-A098-D37F-9251-C75ABA98A482}"/>
                </a:ext>
              </a:extLst>
            </p:cNvPr>
            <p:cNvSpPr/>
            <p:nvPr>
              <p:custDataLst>
                <p:tags r:id="rId3"/>
              </p:custDataLst>
            </p:nvPr>
          </p:nvSpPr>
          <p:spPr>
            <a:xfrm>
              <a:off x="9137124" y="3166098"/>
              <a:ext cx="167203" cy="162709"/>
            </a:xfrm>
            <a:custGeom>
              <a:avLst/>
              <a:gdLst>
                <a:gd name="connsiteX0" fmla="*/ 167410 w 167203"/>
                <a:gd name="connsiteY0" fmla="*/ 154323 h 162709"/>
                <a:gd name="connsiteX1" fmla="*/ 156783 w 167203"/>
                <a:gd name="connsiteY1" fmla="*/ 147264 h 162709"/>
                <a:gd name="connsiteX2" fmla="*/ 104354 w 167203"/>
                <a:gd name="connsiteY2" fmla="*/ 66792 h 162709"/>
                <a:gd name="connsiteX3" fmla="*/ 140133 w 167203"/>
                <a:gd name="connsiteY3" fmla="*/ 22320 h 162709"/>
                <a:gd name="connsiteX4" fmla="*/ 164930 w 167203"/>
                <a:gd name="connsiteY4" fmla="*/ 8555 h 162709"/>
                <a:gd name="connsiteX5" fmla="*/ 164930 w 167203"/>
                <a:gd name="connsiteY5" fmla="*/ 85 h 162709"/>
                <a:gd name="connsiteX6" fmla="*/ 105417 w 167203"/>
                <a:gd name="connsiteY6" fmla="*/ 85 h 162709"/>
                <a:gd name="connsiteX7" fmla="*/ 105417 w 167203"/>
                <a:gd name="connsiteY7" fmla="*/ 8555 h 162709"/>
                <a:gd name="connsiteX8" fmla="*/ 112502 w 167203"/>
                <a:gd name="connsiteY8" fmla="*/ 9261 h 162709"/>
                <a:gd name="connsiteX9" fmla="*/ 123483 w 167203"/>
                <a:gd name="connsiteY9" fmla="*/ 17026 h 162709"/>
                <a:gd name="connsiteX10" fmla="*/ 110022 w 167203"/>
                <a:gd name="connsiteY10" fmla="*/ 39615 h 162709"/>
                <a:gd name="connsiteX11" fmla="*/ 97269 w 167203"/>
                <a:gd name="connsiteY11" fmla="*/ 55850 h 162709"/>
                <a:gd name="connsiteX12" fmla="*/ 92664 w 167203"/>
                <a:gd name="connsiteY12" fmla="*/ 49850 h 162709"/>
                <a:gd name="connsiteX13" fmla="*/ 72118 w 167203"/>
                <a:gd name="connsiteY13" fmla="*/ 15261 h 162709"/>
                <a:gd name="connsiteX14" fmla="*/ 88767 w 167203"/>
                <a:gd name="connsiteY14" fmla="*/ 8555 h 162709"/>
                <a:gd name="connsiteX15" fmla="*/ 88767 w 167203"/>
                <a:gd name="connsiteY15" fmla="*/ 85 h 162709"/>
                <a:gd name="connsiteX16" fmla="*/ 206 w 167203"/>
                <a:gd name="connsiteY16" fmla="*/ 85 h 162709"/>
                <a:gd name="connsiteX17" fmla="*/ 206 w 167203"/>
                <a:gd name="connsiteY17" fmla="*/ 8555 h 162709"/>
                <a:gd name="connsiteX18" fmla="*/ 18627 w 167203"/>
                <a:gd name="connsiteY18" fmla="*/ 22320 h 162709"/>
                <a:gd name="connsiteX19" fmla="*/ 63970 w 167203"/>
                <a:gd name="connsiteY19" fmla="*/ 91851 h 162709"/>
                <a:gd name="connsiteX20" fmla="*/ 40944 w 167203"/>
                <a:gd name="connsiteY20" fmla="*/ 121499 h 162709"/>
                <a:gd name="connsiteX21" fmla="*/ 915 w 167203"/>
                <a:gd name="connsiteY21" fmla="*/ 154323 h 162709"/>
                <a:gd name="connsiteX22" fmla="*/ 915 w 167203"/>
                <a:gd name="connsiteY22" fmla="*/ 162794 h 162709"/>
                <a:gd name="connsiteX23" fmla="*/ 60782 w 167203"/>
                <a:gd name="connsiteY23" fmla="*/ 162794 h 162709"/>
                <a:gd name="connsiteX24" fmla="*/ 60782 w 167203"/>
                <a:gd name="connsiteY24" fmla="*/ 154323 h 162709"/>
                <a:gd name="connsiteX25" fmla="*/ 43070 w 167203"/>
                <a:gd name="connsiteY25" fmla="*/ 145852 h 162709"/>
                <a:gd name="connsiteX26" fmla="*/ 65741 w 167203"/>
                <a:gd name="connsiteY26" fmla="*/ 109499 h 162709"/>
                <a:gd name="connsiteX27" fmla="*/ 71409 w 167203"/>
                <a:gd name="connsiteY27" fmla="*/ 102440 h 162709"/>
                <a:gd name="connsiteX28" fmla="*/ 86288 w 167203"/>
                <a:gd name="connsiteY28" fmla="*/ 124675 h 162709"/>
                <a:gd name="connsiteX29" fmla="*/ 97978 w 167203"/>
                <a:gd name="connsiteY29" fmla="*/ 147264 h 162709"/>
                <a:gd name="connsiteX30" fmla="*/ 82037 w 167203"/>
                <a:gd name="connsiteY30" fmla="*/ 154323 h 162709"/>
                <a:gd name="connsiteX31" fmla="*/ 82037 w 167203"/>
                <a:gd name="connsiteY31" fmla="*/ 162794 h 162709"/>
                <a:gd name="connsiteX32" fmla="*/ 167410 w 167203"/>
                <a:gd name="connsiteY32" fmla="*/ 162794 h 162709"/>
                <a:gd name="connsiteX33" fmla="*/ 167410 w 167203"/>
                <a:gd name="connsiteY33" fmla="*/ 154323 h 16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7203" h="162709">
                  <a:moveTo>
                    <a:pt x="167410" y="154323"/>
                  </a:moveTo>
                  <a:cubicBezTo>
                    <a:pt x="161742" y="152558"/>
                    <a:pt x="159262" y="151146"/>
                    <a:pt x="156783" y="147264"/>
                  </a:cubicBezTo>
                  <a:lnTo>
                    <a:pt x="104354" y="66792"/>
                  </a:lnTo>
                  <a:lnTo>
                    <a:pt x="140133" y="22320"/>
                  </a:lnTo>
                  <a:cubicBezTo>
                    <a:pt x="146864" y="14203"/>
                    <a:pt x="153949" y="10320"/>
                    <a:pt x="164930" y="8555"/>
                  </a:cubicBezTo>
                  <a:lnTo>
                    <a:pt x="164930" y="85"/>
                  </a:lnTo>
                  <a:lnTo>
                    <a:pt x="105417" y="85"/>
                  </a:lnTo>
                  <a:lnTo>
                    <a:pt x="105417" y="8555"/>
                  </a:lnTo>
                  <a:cubicBezTo>
                    <a:pt x="108605" y="8908"/>
                    <a:pt x="111439" y="9261"/>
                    <a:pt x="112502" y="9261"/>
                  </a:cubicBezTo>
                  <a:cubicBezTo>
                    <a:pt x="120650" y="9614"/>
                    <a:pt x="123483" y="11732"/>
                    <a:pt x="123483" y="17026"/>
                  </a:cubicBezTo>
                  <a:cubicBezTo>
                    <a:pt x="123483" y="22320"/>
                    <a:pt x="119941" y="28321"/>
                    <a:pt x="110022" y="39615"/>
                  </a:cubicBezTo>
                  <a:cubicBezTo>
                    <a:pt x="107897" y="41733"/>
                    <a:pt x="102583" y="48439"/>
                    <a:pt x="97269" y="55850"/>
                  </a:cubicBezTo>
                  <a:cubicBezTo>
                    <a:pt x="95144" y="53380"/>
                    <a:pt x="93727" y="51262"/>
                    <a:pt x="92664" y="49850"/>
                  </a:cubicBezTo>
                  <a:cubicBezTo>
                    <a:pt x="81328" y="35027"/>
                    <a:pt x="72118" y="19850"/>
                    <a:pt x="72118" y="15261"/>
                  </a:cubicBezTo>
                  <a:cubicBezTo>
                    <a:pt x="72118" y="11026"/>
                    <a:pt x="77077" y="8908"/>
                    <a:pt x="88767" y="8555"/>
                  </a:cubicBezTo>
                  <a:lnTo>
                    <a:pt x="88767" y="85"/>
                  </a:lnTo>
                  <a:lnTo>
                    <a:pt x="206" y="85"/>
                  </a:lnTo>
                  <a:lnTo>
                    <a:pt x="206" y="8555"/>
                  </a:lnTo>
                  <a:cubicBezTo>
                    <a:pt x="9416" y="9967"/>
                    <a:pt x="11542" y="11732"/>
                    <a:pt x="18627" y="22320"/>
                  </a:cubicBezTo>
                  <a:lnTo>
                    <a:pt x="63970" y="91851"/>
                  </a:lnTo>
                  <a:cubicBezTo>
                    <a:pt x="53697" y="104910"/>
                    <a:pt x="44132" y="116558"/>
                    <a:pt x="40944" y="121499"/>
                  </a:cubicBezTo>
                  <a:cubicBezTo>
                    <a:pt x="21107" y="147617"/>
                    <a:pt x="14022" y="153617"/>
                    <a:pt x="915" y="154323"/>
                  </a:cubicBezTo>
                  <a:lnTo>
                    <a:pt x="915" y="162794"/>
                  </a:lnTo>
                  <a:lnTo>
                    <a:pt x="60782" y="162794"/>
                  </a:lnTo>
                  <a:lnTo>
                    <a:pt x="60782" y="154323"/>
                  </a:lnTo>
                  <a:cubicBezTo>
                    <a:pt x="48029" y="153617"/>
                    <a:pt x="43070" y="151146"/>
                    <a:pt x="43070" y="145852"/>
                  </a:cubicBezTo>
                  <a:cubicBezTo>
                    <a:pt x="43070" y="140558"/>
                    <a:pt x="52280" y="125734"/>
                    <a:pt x="65741" y="109499"/>
                  </a:cubicBezTo>
                  <a:cubicBezTo>
                    <a:pt x="66450" y="108440"/>
                    <a:pt x="68930" y="105616"/>
                    <a:pt x="71409" y="102440"/>
                  </a:cubicBezTo>
                  <a:cubicBezTo>
                    <a:pt x="78140" y="112675"/>
                    <a:pt x="84162" y="121499"/>
                    <a:pt x="86288" y="124675"/>
                  </a:cubicBezTo>
                  <a:cubicBezTo>
                    <a:pt x="94435" y="136323"/>
                    <a:pt x="97978" y="143029"/>
                    <a:pt x="97978" y="147264"/>
                  </a:cubicBezTo>
                  <a:cubicBezTo>
                    <a:pt x="97978" y="151499"/>
                    <a:pt x="93018" y="153617"/>
                    <a:pt x="82037" y="154323"/>
                  </a:cubicBezTo>
                  <a:lnTo>
                    <a:pt x="82037" y="162794"/>
                  </a:lnTo>
                  <a:lnTo>
                    <a:pt x="167410" y="162794"/>
                  </a:lnTo>
                  <a:lnTo>
                    <a:pt x="167410" y="154323"/>
                  </a:lnTo>
                  <a:close/>
                </a:path>
              </a:pathLst>
            </a:custGeom>
            <a:solidFill>
              <a:srgbClr val="FFFF00"/>
            </a:solidFill>
            <a:ln w="3562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FB1E1AC-517F-AF41-788A-2B250618ACB7}"/>
                </a:ext>
              </a:extLst>
            </p:cNvPr>
            <p:cNvSpPr/>
            <p:nvPr>
              <p:custDataLst>
                <p:tags r:id="rId4"/>
              </p:custDataLst>
            </p:nvPr>
          </p:nvSpPr>
          <p:spPr>
            <a:xfrm>
              <a:off x="9319517" y="3161863"/>
              <a:ext cx="164015" cy="171885"/>
            </a:xfrm>
            <a:custGeom>
              <a:avLst/>
              <a:gdLst>
                <a:gd name="connsiteX0" fmla="*/ 158913 w 164015"/>
                <a:gd name="connsiteY0" fmla="*/ 144440 h 171885"/>
                <a:gd name="connsiteX1" fmla="*/ 155371 w 164015"/>
                <a:gd name="connsiteY1" fmla="*/ 147970 h 171885"/>
                <a:gd name="connsiteX2" fmla="*/ 151474 w 164015"/>
                <a:gd name="connsiteY2" fmla="*/ 149382 h 171885"/>
                <a:gd name="connsiteX3" fmla="*/ 144035 w 164015"/>
                <a:gd name="connsiteY3" fmla="*/ 140558 h 171885"/>
                <a:gd name="connsiteX4" fmla="*/ 144035 w 164015"/>
                <a:gd name="connsiteY4" fmla="*/ 48439 h 171885"/>
                <a:gd name="connsiteX5" fmla="*/ 73894 w 164015"/>
                <a:gd name="connsiteY5" fmla="*/ 85 h 171885"/>
                <a:gd name="connsiteX6" fmla="*/ 6942 w 164015"/>
                <a:gd name="connsiteY6" fmla="*/ 44556 h 171885"/>
                <a:gd name="connsiteX7" fmla="*/ 29968 w 164015"/>
                <a:gd name="connsiteY7" fmla="*/ 67851 h 171885"/>
                <a:gd name="connsiteX8" fmla="*/ 54056 w 164015"/>
                <a:gd name="connsiteY8" fmla="*/ 47380 h 171885"/>
                <a:gd name="connsiteX9" fmla="*/ 47680 w 164015"/>
                <a:gd name="connsiteY9" fmla="*/ 32203 h 171885"/>
                <a:gd name="connsiteX10" fmla="*/ 43429 w 164015"/>
                <a:gd name="connsiteY10" fmla="*/ 24438 h 171885"/>
                <a:gd name="connsiteX11" fmla="*/ 65746 w 164015"/>
                <a:gd name="connsiteY11" fmla="*/ 11379 h 171885"/>
                <a:gd name="connsiteX12" fmla="*/ 95503 w 164015"/>
                <a:gd name="connsiteY12" fmla="*/ 42438 h 171885"/>
                <a:gd name="connsiteX13" fmla="*/ 95503 w 164015"/>
                <a:gd name="connsiteY13" fmla="*/ 68204 h 171885"/>
                <a:gd name="connsiteX14" fmla="*/ 22883 w 164015"/>
                <a:gd name="connsiteY14" fmla="*/ 96792 h 171885"/>
                <a:gd name="connsiteX15" fmla="*/ 211 w 164015"/>
                <a:gd name="connsiteY15" fmla="*/ 134558 h 171885"/>
                <a:gd name="connsiteX16" fmla="*/ 39532 w 164015"/>
                <a:gd name="connsiteY16" fmla="*/ 171970 h 171885"/>
                <a:gd name="connsiteX17" fmla="*/ 95503 w 164015"/>
                <a:gd name="connsiteY17" fmla="*/ 147264 h 171885"/>
                <a:gd name="connsiteX18" fmla="*/ 124551 w 164015"/>
                <a:gd name="connsiteY18" fmla="*/ 171970 h 171885"/>
                <a:gd name="connsiteX19" fmla="*/ 164227 w 164015"/>
                <a:gd name="connsiteY19" fmla="*/ 151852 h 171885"/>
                <a:gd name="connsiteX20" fmla="*/ 158913 w 164015"/>
                <a:gd name="connsiteY20" fmla="*/ 144440 h 171885"/>
                <a:gd name="connsiteX21" fmla="*/ 95149 w 164015"/>
                <a:gd name="connsiteY21" fmla="*/ 131734 h 171885"/>
                <a:gd name="connsiteX22" fmla="*/ 69997 w 164015"/>
                <a:gd name="connsiteY22" fmla="*/ 146911 h 171885"/>
                <a:gd name="connsiteX23" fmla="*/ 51931 w 164015"/>
                <a:gd name="connsiteY23" fmla="*/ 123264 h 171885"/>
                <a:gd name="connsiteX24" fmla="*/ 95149 w 164015"/>
                <a:gd name="connsiteY24" fmla="*/ 80557 h 171885"/>
                <a:gd name="connsiteX25" fmla="*/ 95149 w 164015"/>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015" h="171885">
                  <a:moveTo>
                    <a:pt x="158913" y="144440"/>
                  </a:moveTo>
                  <a:lnTo>
                    <a:pt x="155371" y="147970"/>
                  </a:lnTo>
                  <a:cubicBezTo>
                    <a:pt x="154308" y="149029"/>
                    <a:pt x="153245" y="149382"/>
                    <a:pt x="151474" y="149382"/>
                  </a:cubicBezTo>
                  <a:cubicBezTo>
                    <a:pt x="146514" y="149382"/>
                    <a:pt x="144035" y="146205"/>
                    <a:pt x="144035" y="140558"/>
                  </a:cubicBezTo>
                  <a:lnTo>
                    <a:pt x="144035" y="48439"/>
                  </a:lnTo>
                  <a:cubicBezTo>
                    <a:pt x="144035" y="18791"/>
                    <a:pt x="117112" y="85"/>
                    <a:pt x="73894" y="85"/>
                  </a:cubicBezTo>
                  <a:cubicBezTo>
                    <a:pt x="33864" y="85"/>
                    <a:pt x="6942" y="18085"/>
                    <a:pt x="6942" y="44556"/>
                  </a:cubicBezTo>
                  <a:cubicBezTo>
                    <a:pt x="6942" y="59027"/>
                    <a:pt x="15444" y="67851"/>
                    <a:pt x="29968" y="67851"/>
                  </a:cubicBezTo>
                  <a:cubicBezTo>
                    <a:pt x="44138" y="67851"/>
                    <a:pt x="54056" y="59380"/>
                    <a:pt x="54056" y="47380"/>
                  </a:cubicBezTo>
                  <a:cubicBezTo>
                    <a:pt x="54056" y="42438"/>
                    <a:pt x="51931" y="37850"/>
                    <a:pt x="47680" y="32203"/>
                  </a:cubicBezTo>
                  <a:cubicBezTo>
                    <a:pt x="44492" y="28673"/>
                    <a:pt x="43429" y="26556"/>
                    <a:pt x="43429" y="24438"/>
                  </a:cubicBezTo>
                  <a:cubicBezTo>
                    <a:pt x="43429" y="17026"/>
                    <a:pt x="53348" y="11379"/>
                    <a:pt x="65746" y="11379"/>
                  </a:cubicBezTo>
                  <a:cubicBezTo>
                    <a:pt x="86293" y="11379"/>
                    <a:pt x="95503" y="20909"/>
                    <a:pt x="95503" y="42438"/>
                  </a:cubicBezTo>
                  <a:lnTo>
                    <a:pt x="95503" y="68204"/>
                  </a:lnTo>
                  <a:cubicBezTo>
                    <a:pt x="53348" y="80910"/>
                    <a:pt x="35990" y="87969"/>
                    <a:pt x="22883" y="96792"/>
                  </a:cubicBezTo>
                  <a:cubicBezTo>
                    <a:pt x="7650" y="107381"/>
                    <a:pt x="211" y="119381"/>
                    <a:pt x="211" y="134558"/>
                  </a:cubicBezTo>
                  <a:cubicBezTo>
                    <a:pt x="211" y="156088"/>
                    <a:pt x="16861" y="171970"/>
                    <a:pt x="39532" y="171970"/>
                  </a:cubicBezTo>
                  <a:cubicBezTo>
                    <a:pt x="59724" y="171970"/>
                    <a:pt x="76020" y="164911"/>
                    <a:pt x="95503" y="147264"/>
                  </a:cubicBezTo>
                  <a:cubicBezTo>
                    <a:pt x="99400" y="165264"/>
                    <a:pt x="107193" y="171970"/>
                    <a:pt x="124551" y="171970"/>
                  </a:cubicBezTo>
                  <a:cubicBezTo>
                    <a:pt x="139784" y="171970"/>
                    <a:pt x="150765" y="166323"/>
                    <a:pt x="164227" y="151852"/>
                  </a:cubicBezTo>
                  <a:lnTo>
                    <a:pt x="158913" y="144440"/>
                  </a:lnTo>
                  <a:close/>
                  <a:moveTo>
                    <a:pt x="95149" y="131734"/>
                  </a:moveTo>
                  <a:cubicBezTo>
                    <a:pt x="85584" y="142676"/>
                    <a:pt x="78499" y="146911"/>
                    <a:pt x="69997" y="146911"/>
                  </a:cubicBezTo>
                  <a:cubicBezTo>
                    <a:pt x="59370" y="146911"/>
                    <a:pt x="51931" y="137381"/>
                    <a:pt x="51931" y="123264"/>
                  </a:cubicBezTo>
                  <a:cubicBezTo>
                    <a:pt x="51931" y="102793"/>
                    <a:pt x="66809" y="87969"/>
                    <a:pt x="95149" y="80557"/>
                  </a:cubicBezTo>
                  <a:lnTo>
                    <a:pt x="95149" y="131734"/>
                  </a:lnTo>
                  <a:close/>
                </a:path>
              </a:pathLst>
            </a:custGeom>
            <a:solidFill>
              <a:srgbClr val="FFFF00"/>
            </a:solidFill>
            <a:ln w="356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DA5489F-5195-2C96-D716-CF0F902B69F5}"/>
                </a:ext>
              </a:extLst>
            </p:cNvPr>
            <p:cNvSpPr/>
            <p:nvPr>
              <p:custDataLst>
                <p:tags r:id="rId5"/>
              </p:custDataLst>
            </p:nvPr>
          </p:nvSpPr>
          <p:spPr>
            <a:xfrm>
              <a:off x="9494115" y="3161863"/>
              <a:ext cx="282687" cy="166944"/>
            </a:xfrm>
            <a:custGeom>
              <a:avLst/>
              <a:gdLst>
                <a:gd name="connsiteX0" fmla="*/ 67877 w 282687"/>
                <a:gd name="connsiteY0" fmla="*/ 4320 h 166944"/>
                <a:gd name="connsiteX1" fmla="*/ 216 w 282687"/>
                <a:gd name="connsiteY1" fmla="*/ 4320 h 166944"/>
                <a:gd name="connsiteX2" fmla="*/ 216 w 282687"/>
                <a:gd name="connsiteY2" fmla="*/ 12791 h 166944"/>
                <a:gd name="connsiteX3" fmla="*/ 19700 w 282687"/>
                <a:gd name="connsiteY3" fmla="*/ 33615 h 166944"/>
                <a:gd name="connsiteX4" fmla="*/ 19700 w 282687"/>
                <a:gd name="connsiteY4" fmla="*/ 137381 h 166944"/>
                <a:gd name="connsiteX5" fmla="*/ 216 w 282687"/>
                <a:gd name="connsiteY5" fmla="*/ 158558 h 166944"/>
                <a:gd name="connsiteX6" fmla="*/ 216 w 282687"/>
                <a:gd name="connsiteY6" fmla="*/ 167029 h 166944"/>
                <a:gd name="connsiteX7" fmla="*/ 85235 w 282687"/>
                <a:gd name="connsiteY7" fmla="*/ 167029 h 166944"/>
                <a:gd name="connsiteX8" fmla="*/ 85235 w 282687"/>
                <a:gd name="connsiteY8" fmla="*/ 158558 h 166944"/>
                <a:gd name="connsiteX9" fmla="*/ 68940 w 282687"/>
                <a:gd name="connsiteY9" fmla="*/ 138440 h 166944"/>
                <a:gd name="connsiteX10" fmla="*/ 68940 w 282687"/>
                <a:gd name="connsiteY10" fmla="*/ 44203 h 166944"/>
                <a:gd name="connsiteX11" fmla="*/ 79213 w 282687"/>
                <a:gd name="connsiteY11" fmla="*/ 31850 h 166944"/>
                <a:gd name="connsiteX12" fmla="*/ 98696 w 282687"/>
                <a:gd name="connsiteY12" fmla="*/ 23732 h 166944"/>
                <a:gd name="connsiteX13" fmla="*/ 117825 w 282687"/>
                <a:gd name="connsiteY13" fmla="*/ 53027 h 166944"/>
                <a:gd name="connsiteX14" fmla="*/ 117825 w 282687"/>
                <a:gd name="connsiteY14" fmla="*/ 138440 h 166944"/>
                <a:gd name="connsiteX15" fmla="*/ 100822 w 282687"/>
                <a:gd name="connsiteY15" fmla="*/ 158558 h 166944"/>
                <a:gd name="connsiteX16" fmla="*/ 100822 w 282687"/>
                <a:gd name="connsiteY16" fmla="*/ 167029 h 166944"/>
                <a:gd name="connsiteX17" fmla="*/ 183715 w 282687"/>
                <a:gd name="connsiteY17" fmla="*/ 167029 h 166944"/>
                <a:gd name="connsiteX18" fmla="*/ 183715 w 282687"/>
                <a:gd name="connsiteY18" fmla="*/ 158558 h 166944"/>
                <a:gd name="connsiteX19" fmla="*/ 167066 w 282687"/>
                <a:gd name="connsiteY19" fmla="*/ 138440 h 166944"/>
                <a:gd name="connsiteX20" fmla="*/ 167066 w 282687"/>
                <a:gd name="connsiteY20" fmla="*/ 44203 h 166944"/>
                <a:gd name="connsiteX21" fmla="*/ 177339 w 282687"/>
                <a:gd name="connsiteY21" fmla="*/ 32203 h 166944"/>
                <a:gd name="connsiteX22" fmla="*/ 197176 w 282687"/>
                <a:gd name="connsiteY22" fmla="*/ 23732 h 166944"/>
                <a:gd name="connsiteX23" fmla="*/ 215951 w 282687"/>
                <a:gd name="connsiteY23" fmla="*/ 53027 h 166944"/>
                <a:gd name="connsiteX24" fmla="*/ 215951 w 282687"/>
                <a:gd name="connsiteY24" fmla="*/ 138440 h 166944"/>
                <a:gd name="connsiteX25" fmla="*/ 198593 w 282687"/>
                <a:gd name="connsiteY25" fmla="*/ 158558 h 166944"/>
                <a:gd name="connsiteX26" fmla="*/ 198593 w 282687"/>
                <a:gd name="connsiteY26" fmla="*/ 167029 h 166944"/>
                <a:gd name="connsiteX27" fmla="*/ 282904 w 282687"/>
                <a:gd name="connsiteY27" fmla="*/ 167029 h 166944"/>
                <a:gd name="connsiteX28" fmla="*/ 282904 w 282687"/>
                <a:gd name="connsiteY28" fmla="*/ 158558 h 166944"/>
                <a:gd name="connsiteX29" fmla="*/ 265192 w 282687"/>
                <a:gd name="connsiteY29" fmla="*/ 138440 h 166944"/>
                <a:gd name="connsiteX30" fmla="*/ 265192 w 282687"/>
                <a:gd name="connsiteY30" fmla="*/ 49850 h 166944"/>
                <a:gd name="connsiteX31" fmla="*/ 217368 w 282687"/>
                <a:gd name="connsiteY31" fmla="*/ 85 h 166944"/>
                <a:gd name="connsiteX32" fmla="*/ 165294 w 282687"/>
                <a:gd name="connsiteY32" fmla="*/ 30791 h 166944"/>
                <a:gd name="connsiteX33" fmla="*/ 119951 w 282687"/>
                <a:gd name="connsiteY33" fmla="*/ 85 h 166944"/>
                <a:gd name="connsiteX34" fmla="*/ 67877 w 282687"/>
                <a:gd name="connsiteY34" fmla="*/ 30791 h 166944"/>
                <a:gd name="connsiteX35" fmla="*/ 67877 w 282687"/>
                <a:gd name="connsiteY35"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82687" h="166944">
                  <a:moveTo>
                    <a:pt x="67877" y="4320"/>
                  </a:moveTo>
                  <a:lnTo>
                    <a:pt x="216" y="4320"/>
                  </a:lnTo>
                  <a:lnTo>
                    <a:pt x="216" y="12791"/>
                  </a:lnTo>
                  <a:cubicBezTo>
                    <a:pt x="15803" y="14909"/>
                    <a:pt x="19700" y="19144"/>
                    <a:pt x="19700" y="33615"/>
                  </a:cubicBezTo>
                  <a:lnTo>
                    <a:pt x="19700" y="137381"/>
                  </a:lnTo>
                  <a:cubicBezTo>
                    <a:pt x="19700" y="151852"/>
                    <a:pt x="15803" y="155735"/>
                    <a:pt x="216" y="158558"/>
                  </a:cubicBezTo>
                  <a:lnTo>
                    <a:pt x="216" y="167029"/>
                  </a:lnTo>
                  <a:lnTo>
                    <a:pt x="85235" y="167029"/>
                  </a:lnTo>
                  <a:lnTo>
                    <a:pt x="85235" y="158558"/>
                  </a:lnTo>
                  <a:cubicBezTo>
                    <a:pt x="72836" y="156794"/>
                    <a:pt x="68940" y="151852"/>
                    <a:pt x="68940" y="138440"/>
                  </a:cubicBezTo>
                  <a:lnTo>
                    <a:pt x="68940" y="44203"/>
                  </a:lnTo>
                  <a:cubicBezTo>
                    <a:pt x="68940" y="42085"/>
                    <a:pt x="74608" y="35379"/>
                    <a:pt x="79213" y="31850"/>
                  </a:cubicBezTo>
                  <a:cubicBezTo>
                    <a:pt x="86652" y="26203"/>
                    <a:pt x="92674" y="23732"/>
                    <a:pt x="98696" y="23732"/>
                  </a:cubicBezTo>
                  <a:cubicBezTo>
                    <a:pt x="112512" y="23732"/>
                    <a:pt x="117825" y="31850"/>
                    <a:pt x="117825" y="53027"/>
                  </a:cubicBezTo>
                  <a:lnTo>
                    <a:pt x="117825" y="138440"/>
                  </a:lnTo>
                  <a:cubicBezTo>
                    <a:pt x="117825" y="152911"/>
                    <a:pt x="113929" y="157499"/>
                    <a:pt x="100822" y="158558"/>
                  </a:cubicBezTo>
                  <a:lnTo>
                    <a:pt x="100822" y="167029"/>
                  </a:lnTo>
                  <a:lnTo>
                    <a:pt x="183715" y="167029"/>
                  </a:lnTo>
                  <a:lnTo>
                    <a:pt x="183715" y="158558"/>
                  </a:lnTo>
                  <a:cubicBezTo>
                    <a:pt x="171317" y="157147"/>
                    <a:pt x="167066" y="151852"/>
                    <a:pt x="167066" y="138440"/>
                  </a:cubicBezTo>
                  <a:lnTo>
                    <a:pt x="167066" y="44203"/>
                  </a:lnTo>
                  <a:cubicBezTo>
                    <a:pt x="167066" y="42438"/>
                    <a:pt x="172734" y="35732"/>
                    <a:pt x="177339" y="32203"/>
                  </a:cubicBezTo>
                  <a:cubicBezTo>
                    <a:pt x="185132" y="26203"/>
                    <a:pt x="191154" y="23732"/>
                    <a:pt x="197176" y="23732"/>
                  </a:cubicBezTo>
                  <a:cubicBezTo>
                    <a:pt x="210638" y="23732"/>
                    <a:pt x="215951" y="32203"/>
                    <a:pt x="215951" y="53027"/>
                  </a:cubicBezTo>
                  <a:lnTo>
                    <a:pt x="215951" y="138440"/>
                  </a:lnTo>
                  <a:cubicBezTo>
                    <a:pt x="215951" y="153264"/>
                    <a:pt x="212055" y="157499"/>
                    <a:pt x="198593" y="158558"/>
                  </a:cubicBezTo>
                  <a:lnTo>
                    <a:pt x="198593" y="167029"/>
                  </a:lnTo>
                  <a:lnTo>
                    <a:pt x="282904" y="167029"/>
                  </a:lnTo>
                  <a:lnTo>
                    <a:pt x="282904" y="158558"/>
                  </a:lnTo>
                  <a:cubicBezTo>
                    <a:pt x="269088" y="157852"/>
                    <a:pt x="265192" y="153617"/>
                    <a:pt x="265192" y="138440"/>
                  </a:cubicBezTo>
                  <a:lnTo>
                    <a:pt x="265192" y="49850"/>
                  </a:lnTo>
                  <a:cubicBezTo>
                    <a:pt x="265192" y="19497"/>
                    <a:pt x="246417" y="85"/>
                    <a:pt x="217368" y="85"/>
                  </a:cubicBezTo>
                  <a:cubicBezTo>
                    <a:pt x="197176" y="85"/>
                    <a:pt x="183715" y="8203"/>
                    <a:pt x="165294" y="30791"/>
                  </a:cubicBezTo>
                  <a:cubicBezTo>
                    <a:pt x="154667" y="8555"/>
                    <a:pt x="142268" y="85"/>
                    <a:pt x="119951" y="85"/>
                  </a:cubicBezTo>
                  <a:cubicBezTo>
                    <a:pt x="97634" y="85"/>
                    <a:pt x="81338" y="9614"/>
                    <a:pt x="67877" y="30791"/>
                  </a:cubicBezTo>
                  <a:lnTo>
                    <a:pt x="67877" y="4320"/>
                  </a:lnTo>
                  <a:close/>
                </a:path>
              </a:pathLst>
            </a:custGeom>
            <a:solidFill>
              <a:srgbClr val="FFFF00"/>
            </a:solidFill>
            <a:ln w="3562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388704-9607-8848-B7D0-50C9F187DF37}"/>
                </a:ext>
              </a:extLst>
            </p:cNvPr>
            <p:cNvSpPr/>
            <p:nvPr>
              <p:custDataLst>
                <p:tags r:id="rId6"/>
              </p:custDataLst>
            </p:nvPr>
          </p:nvSpPr>
          <p:spPr>
            <a:xfrm>
              <a:off x="9791370" y="3161863"/>
              <a:ext cx="178893" cy="239298"/>
            </a:xfrm>
            <a:custGeom>
              <a:avLst/>
              <a:gdLst>
                <a:gd name="connsiteX0" fmla="*/ 68594 w 178893"/>
                <a:gd name="connsiteY0" fmla="*/ 4320 h 239298"/>
                <a:gd name="connsiteX1" fmla="*/ 933 w 178893"/>
                <a:gd name="connsiteY1" fmla="*/ 4320 h 239298"/>
                <a:gd name="connsiteX2" fmla="*/ 933 w 178893"/>
                <a:gd name="connsiteY2" fmla="*/ 12791 h 239298"/>
                <a:gd name="connsiteX3" fmla="*/ 20062 w 178893"/>
                <a:gd name="connsiteY3" fmla="*/ 33615 h 239298"/>
                <a:gd name="connsiteX4" fmla="*/ 20062 w 178893"/>
                <a:gd name="connsiteY4" fmla="*/ 210442 h 239298"/>
                <a:gd name="connsiteX5" fmla="*/ 224 w 178893"/>
                <a:gd name="connsiteY5" fmla="*/ 230913 h 239298"/>
                <a:gd name="connsiteX6" fmla="*/ 224 w 178893"/>
                <a:gd name="connsiteY6" fmla="*/ 239383 h 239298"/>
                <a:gd name="connsiteX7" fmla="*/ 96933 w 178893"/>
                <a:gd name="connsiteY7" fmla="*/ 239383 h 239298"/>
                <a:gd name="connsiteX8" fmla="*/ 96933 w 178893"/>
                <a:gd name="connsiteY8" fmla="*/ 231971 h 239298"/>
                <a:gd name="connsiteX9" fmla="*/ 69302 w 178893"/>
                <a:gd name="connsiteY9" fmla="*/ 200206 h 239298"/>
                <a:gd name="connsiteX10" fmla="*/ 69302 w 178893"/>
                <a:gd name="connsiteY10" fmla="*/ 150441 h 239298"/>
                <a:gd name="connsiteX11" fmla="*/ 111103 w 178893"/>
                <a:gd name="connsiteY11" fmla="*/ 171617 h 239298"/>
                <a:gd name="connsiteX12" fmla="*/ 179118 w 178893"/>
                <a:gd name="connsiteY12" fmla="*/ 82675 h 239298"/>
                <a:gd name="connsiteX13" fmla="*/ 113229 w 178893"/>
                <a:gd name="connsiteY13" fmla="*/ 85 h 239298"/>
                <a:gd name="connsiteX14" fmla="*/ 68594 w 178893"/>
                <a:gd name="connsiteY14" fmla="*/ 28673 h 239298"/>
                <a:gd name="connsiteX15" fmla="*/ 68594 w 178893"/>
                <a:gd name="connsiteY15" fmla="*/ 4320 h 239298"/>
                <a:gd name="connsiteX16" fmla="*/ 69302 w 178893"/>
                <a:gd name="connsiteY16" fmla="*/ 44909 h 239298"/>
                <a:gd name="connsiteX17" fmla="*/ 76741 w 178893"/>
                <a:gd name="connsiteY17" fmla="*/ 32203 h 239298"/>
                <a:gd name="connsiteX18" fmla="*/ 99767 w 178893"/>
                <a:gd name="connsiteY18" fmla="*/ 20203 h 239298"/>
                <a:gd name="connsiteX19" fmla="*/ 126690 w 178893"/>
                <a:gd name="connsiteY19" fmla="*/ 87616 h 239298"/>
                <a:gd name="connsiteX20" fmla="*/ 96579 w 178893"/>
                <a:gd name="connsiteY20" fmla="*/ 152205 h 239298"/>
                <a:gd name="connsiteX21" fmla="*/ 69302 w 178893"/>
                <a:gd name="connsiteY21" fmla="*/ 130675 h 239298"/>
                <a:gd name="connsiteX22" fmla="*/ 69302 w 178893"/>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8893" h="239298">
                  <a:moveTo>
                    <a:pt x="68594" y="4320"/>
                  </a:moveTo>
                  <a:lnTo>
                    <a:pt x="933" y="4320"/>
                  </a:lnTo>
                  <a:lnTo>
                    <a:pt x="933" y="12791"/>
                  </a:lnTo>
                  <a:cubicBezTo>
                    <a:pt x="16520" y="15261"/>
                    <a:pt x="20062" y="18791"/>
                    <a:pt x="20062" y="33615"/>
                  </a:cubicBezTo>
                  <a:lnTo>
                    <a:pt x="20062" y="210442"/>
                  </a:lnTo>
                  <a:cubicBezTo>
                    <a:pt x="20062" y="224913"/>
                    <a:pt x="17228" y="228089"/>
                    <a:pt x="224" y="230913"/>
                  </a:cubicBezTo>
                  <a:lnTo>
                    <a:pt x="224" y="239383"/>
                  </a:lnTo>
                  <a:lnTo>
                    <a:pt x="96933" y="239383"/>
                  </a:lnTo>
                  <a:lnTo>
                    <a:pt x="96933" y="231971"/>
                  </a:lnTo>
                  <a:cubicBezTo>
                    <a:pt x="75324" y="230913"/>
                    <a:pt x="69302" y="223854"/>
                    <a:pt x="69302" y="200206"/>
                  </a:cubicBezTo>
                  <a:lnTo>
                    <a:pt x="69302" y="150441"/>
                  </a:lnTo>
                  <a:cubicBezTo>
                    <a:pt x="86306" y="167029"/>
                    <a:pt x="95516" y="171617"/>
                    <a:pt x="111103" y="171617"/>
                  </a:cubicBezTo>
                  <a:cubicBezTo>
                    <a:pt x="150779" y="171617"/>
                    <a:pt x="179118" y="134911"/>
                    <a:pt x="179118" y="82675"/>
                  </a:cubicBezTo>
                  <a:cubicBezTo>
                    <a:pt x="179118" y="33615"/>
                    <a:pt x="152550" y="85"/>
                    <a:pt x="113229" y="85"/>
                  </a:cubicBezTo>
                  <a:cubicBezTo>
                    <a:pt x="92328" y="85"/>
                    <a:pt x="79575" y="8203"/>
                    <a:pt x="68594" y="28673"/>
                  </a:cubicBezTo>
                  <a:lnTo>
                    <a:pt x="68594" y="4320"/>
                  </a:lnTo>
                  <a:close/>
                  <a:moveTo>
                    <a:pt x="69302" y="44909"/>
                  </a:moveTo>
                  <a:cubicBezTo>
                    <a:pt x="69302" y="42438"/>
                    <a:pt x="72490" y="36791"/>
                    <a:pt x="76741" y="32203"/>
                  </a:cubicBezTo>
                  <a:cubicBezTo>
                    <a:pt x="83826" y="24438"/>
                    <a:pt x="91974" y="20203"/>
                    <a:pt x="99767" y="20203"/>
                  </a:cubicBezTo>
                  <a:cubicBezTo>
                    <a:pt x="118188" y="20203"/>
                    <a:pt x="126690" y="41380"/>
                    <a:pt x="126690" y="87616"/>
                  </a:cubicBezTo>
                  <a:cubicBezTo>
                    <a:pt x="126690" y="131381"/>
                    <a:pt x="116771" y="152205"/>
                    <a:pt x="96579" y="152205"/>
                  </a:cubicBezTo>
                  <a:cubicBezTo>
                    <a:pt x="84889" y="152205"/>
                    <a:pt x="74616" y="144087"/>
                    <a:pt x="69302" y="130675"/>
                  </a:cubicBezTo>
                  <a:lnTo>
                    <a:pt x="69302" y="44909"/>
                  </a:lnTo>
                  <a:close/>
                </a:path>
              </a:pathLst>
            </a:custGeom>
            <a:solidFill>
              <a:srgbClr val="FFFF00"/>
            </a:solidFill>
            <a:ln w="356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C6BFCCE-D306-01C5-B4ED-8F5DA1B5A836}"/>
                </a:ext>
              </a:extLst>
            </p:cNvPr>
            <p:cNvSpPr/>
            <p:nvPr>
              <p:custDataLst>
                <p:tags r:id="rId7"/>
              </p:custDataLst>
            </p:nvPr>
          </p:nvSpPr>
          <p:spPr>
            <a:xfrm>
              <a:off x="9988004" y="3090214"/>
              <a:ext cx="84664" cy="238592"/>
            </a:xfrm>
            <a:custGeom>
              <a:avLst/>
              <a:gdLst>
                <a:gd name="connsiteX0" fmla="*/ 67536 w 84664"/>
                <a:gd name="connsiteY0" fmla="*/ 85 h 238592"/>
                <a:gd name="connsiteX1" fmla="*/ 230 w 84664"/>
                <a:gd name="connsiteY1" fmla="*/ 85 h 238592"/>
                <a:gd name="connsiteX2" fmla="*/ 230 w 84664"/>
                <a:gd name="connsiteY2" fmla="*/ 8555 h 238592"/>
                <a:gd name="connsiteX3" fmla="*/ 18296 w 84664"/>
                <a:gd name="connsiteY3" fmla="*/ 29026 h 238592"/>
                <a:gd name="connsiteX4" fmla="*/ 18296 w 84664"/>
                <a:gd name="connsiteY4" fmla="*/ 209030 h 238592"/>
                <a:gd name="connsiteX5" fmla="*/ 230 w 84664"/>
                <a:gd name="connsiteY5" fmla="*/ 230207 h 238592"/>
                <a:gd name="connsiteX6" fmla="*/ 230 w 84664"/>
                <a:gd name="connsiteY6" fmla="*/ 238678 h 238592"/>
                <a:gd name="connsiteX7" fmla="*/ 84895 w 84664"/>
                <a:gd name="connsiteY7" fmla="*/ 238678 h 238592"/>
                <a:gd name="connsiteX8" fmla="*/ 84895 w 84664"/>
                <a:gd name="connsiteY8" fmla="*/ 230207 h 238592"/>
                <a:gd name="connsiteX9" fmla="*/ 67536 w 84664"/>
                <a:gd name="connsiteY9" fmla="*/ 209030 h 238592"/>
                <a:gd name="connsiteX10" fmla="*/ 67536 w 84664"/>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64" h="238592">
                  <a:moveTo>
                    <a:pt x="67536" y="85"/>
                  </a:moveTo>
                  <a:lnTo>
                    <a:pt x="230" y="85"/>
                  </a:lnTo>
                  <a:lnTo>
                    <a:pt x="230" y="8555"/>
                  </a:lnTo>
                  <a:cubicBezTo>
                    <a:pt x="12628" y="9614"/>
                    <a:pt x="18296" y="15967"/>
                    <a:pt x="18296" y="29026"/>
                  </a:cubicBezTo>
                  <a:lnTo>
                    <a:pt x="18296" y="209030"/>
                  </a:lnTo>
                  <a:cubicBezTo>
                    <a:pt x="18296" y="222089"/>
                    <a:pt x="12274" y="229148"/>
                    <a:pt x="230" y="230207"/>
                  </a:cubicBezTo>
                  <a:lnTo>
                    <a:pt x="230" y="238678"/>
                  </a:lnTo>
                  <a:lnTo>
                    <a:pt x="84895" y="238678"/>
                  </a:lnTo>
                  <a:lnTo>
                    <a:pt x="84895" y="230207"/>
                  </a:lnTo>
                  <a:cubicBezTo>
                    <a:pt x="73204" y="229854"/>
                    <a:pt x="67536" y="223148"/>
                    <a:pt x="67536" y="209030"/>
                  </a:cubicBezTo>
                  <a:lnTo>
                    <a:pt x="67536" y="85"/>
                  </a:lnTo>
                  <a:close/>
                </a:path>
              </a:pathLst>
            </a:custGeom>
            <a:solidFill>
              <a:srgbClr val="FFFF00"/>
            </a:solidFill>
            <a:ln w="3562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E831F51B-03F9-FA20-9E18-D6B1D261008F}"/>
                </a:ext>
              </a:extLst>
            </p:cNvPr>
            <p:cNvSpPr/>
            <p:nvPr>
              <p:custDataLst>
                <p:tags r:id="rId8"/>
              </p:custDataLst>
            </p:nvPr>
          </p:nvSpPr>
          <p:spPr>
            <a:xfrm>
              <a:off x="10090038" y="3161863"/>
              <a:ext cx="142052" cy="171885"/>
            </a:xfrm>
            <a:custGeom>
              <a:avLst/>
              <a:gdLst>
                <a:gd name="connsiteX0" fmla="*/ 133783 w 142052"/>
                <a:gd name="connsiteY0" fmla="*/ 122911 h 171885"/>
                <a:gd name="connsiteX1" fmla="*/ 93399 w 142052"/>
                <a:gd name="connsiteY1" fmla="*/ 146558 h 171885"/>
                <a:gd name="connsiteX2" fmla="*/ 61871 w 142052"/>
                <a:gd name="connsiteY2" fmla="*/ 127852 h 171885"/>
                <a:gd name="connsiteX3" fmla="*/ 51244 w 142052"/>
                <a:gd name="connsiteY3" fmla="*/ 80557 h 171885"/>
                <a:gd name="connsiteX4" fmla="*/ 140514 w 142052"/>
                <a:gd name="connsiteY4" fmla="*/ 80557 h 171885"/>
                <a:gd name="connsiteX5" fmla="*/ 121739 w 142052"/>
                <a:gd name="connsiteY5" fmla="*/ 20909 h 171885"/>
                <a:gd name="connsiteX6" fmla="*/ 74270 w 142052"/>
                <a:gd name="connsiteY6" fmla="*/ 85 h 171885"/>
                <a:gd name="connsiteX7" fmla="*/ 233 w 142052"/>
                <a:gd name="connsiteY7" fmla="*/ 86557 h 171885"/>
                <a:gd name="connsiteX8" fmla="*/ 73207 w 142052"/>
                <a:gd name="connsiteY8" fmla="*/ 171970 h 171885"/>
                <a:gd name="connsiteX9" fmla="*/ 142285 w 142052"/>
                <a:gd name="connsiteY9" fmla="*/ 127852 h 171885"/>
                <a:gd name="connsiteX10" fmla="*/ 133783 w 142052"/>
                <a:gd name="connsiteY10" fmla="*/ 122911 h 171885"/>
                <a:gd name="connsiteX11" fmla="*/ 49473 w 142052"/>
                <a:gd name="connsiteY11" fmla="*/ 67498 h 171885"/>
                <a:gd name="connsiteX12" fmla="*/ 74270 w 142052"/>
                <a:gd name="connsiteY12" fmla="*/ 11026 h 171885"/>
                <a:gd name="connsiteX13" fmla="*/ 93753 w 142052"/>
                <a:gd name="connsiteY13" fmla="*/ 27615 h 171885"/>
                <a:gd name="connsiteX14" fmla="*/ 96942 w 142052"/>
                <a:gd name="connsiteY14" fmla="*/ 62204 h 171885"/>
                <a:gd name="connsiteX15" fmla="*/ 96942 w 142052"/>
                <a:gd name="connsiteY15" fmla="*/ 67498 h 171885"/>
                <a:gd name="connsiteX16" fmla="*/ 49473 w 142052"/>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052" h="171885">
                  <a:moveTo>
                    <a:pt x="133783" y="122911"/>
                  </a:moveTo>
                  <a:cubicBezTo>
                    <a:pt x="119613" y="140205"/>
                    <a:pt x="108632" y="146558"/>
                    <a:pt x="93399" y="146558"/>
                  </a:cubicBezTo>
                  <a:cubicBezTo>
                    <a:pt x="79584" y="146558"/>
                    <a:pt x="69311" y="140205"/>
                    <a:pt x="61871" y="127852"/>
                  </a:cubicBezTo>
                  <a:cubicBezTo>
                    <a:pt x="55495" y="116558"/>
                    <a:pt x="52661" y="104910"/>
                    <a:pt x="51244" y="80557"/>
                  </a:cubicBezTo>
                  <a:lnTo>
                    <a:pt x="140514" y="80557"/>
                  </a:lnTo>
                  <a:cubicBezTo>
                    <a:pt x="138388" y="50909"/>
                    <a:pt x="133075" y="34321"/>
                    <a:pt x="121739" y="20909"/>
                  </a:cubicBezTo>
                  <a:cubicBezTo>
                    <a:pt x="110049" y="7144"/>
                    <a:pt x="93753" y="85"/>
                    <a:pt x="74270" y="85"/>
                  </a:cubicBezTo>
                  <a:cubicBezTo>
                    <a:pt x="29989" y="85"/>
                    <a:pt x="233" y="35027"/>
                    <a:pt x="233" y="86557"/>
                  </a:cubicBezTo>
                  <a:cubicBezTo>
                    <a:pt x="233" y="138087"/>
                    <a:pt x="29281" y="171970"/>
                    <a:pt x="73207" y="171970"/>
                  </a:cubicBezTo>
                  <a:cubicBezTo>
                    <a:pt x="101901" y="171970"/>
                    <a:pt x="119259" y="160676"/>
                    <a:pt x="142285" y="127852"/>
                  </a:cubicBezTo>
                  <a:lnTo>
                    <a:pt x="133783" y="122911"/>
                  </a:lnTo>
                  <a:close/>
                  <a:moveTo>
                    <a:pt x="49473" y="67498"/>
                  </a:moveTo>
                  <a:cubicBezTo>
                    <a:pt x="50536" y="25144"/>
                    <a:pt x="56912" y="11026"/>
                    <a:pt x="74270" y="11026"/>
                  </a:cubicBezTo>
                  <a:cubicBezTo>
                    <a:pt x="84189" y="11026"/>
                    <a:pt x="90919" y="16673"/>
                    <a:pt x="93753" y="27615"/>
                  </a:cubicBezTo>
                  <a:cubicBezTo>
                    <a:pt x="95525" y="34321"/>
                    <a:pt x="96233" y="44203"/>
                    <a:pt x="96942" y="62204"/>
                  </a:cubicBezTo>
                  <a:lnTo>
                    <a:pt x="96942" y="67498"/>
                  </a:lnTo>
                  <a:lnTo>
                    <a:pt x="49473" y="67498"/>
                  </a:lnTo>
                  <a:close/>
                </a:path>
              </a:pathLst>
            </a:custGeom>
            <a:solidFill>
              <a:srgbClr val="FFFF00"/>
            </a:solidFill>
            <a:ln w="3562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F0A6EB-AE87-9EE4-960D-8F4729DD5C44}"/>
                </a:ext>
              </a:extLst>
            </p:cNvPr>
            <p:cNvSpPr/>
            <p:nvPr>
              <p:custDataLst>
                <p:tags r:id="rId9"/>
              </p:custDataLst>
            </p:nvPr>
          </p:nvSpPr>
          <p:spPr>
            <a:xfrm>
              <a:off x="10268103" y="3162216"/>
              <a:ext cx="59867" cy="171179"/>
            </a:xfrm>
            <a:custGeom>
              <a:avLst/>
              <a:gdLst>
                <a:gd name="connsiteX0" fmla="*/ 29994 w 59867"/>
                <a:gd name="connsiteY0" fmla="*/ 111616 h 171179"/>
                <a:gd name="connsiteX1" fmla="*/ 237 w 59867"/>
                <a:gd name="connsiteY1" fmla="*/ 141264 h 171179"/>
                <a:gd name="connsiteX2" fmla="*/ 29639 w 59867"/>
                <a:gd name="connsiteY2" fmla="*/ 171264 h 171179"/>
                <a:gd name="connsiteX3" fmla="*/ 60105 w 59867"/>
                <a:gd name="connsiteY3" fmla="*/ 141970 h 171179"/>
                <a:gd name="connsiteX4" fmla="*/ 29994 w 59867"/>
                <a:gd name="connsiteY4" fmla="*/ 111616 h 171179"/>
                <a:gd name="connsiteX5" fmla="*/ 29994 w 59867"/>
                <a:gd name="connsiteY5" fmla="*/ 85 h 171179"/>
                <a:gd name="connsiteX6" fmla="*/ 237 w 59867"/>
                <a:gd name="connsiteY6" fmla="*/ 29379 h 171179"/>
                <a:gd name="connsiteX7" fmla="*/ 29994 w 59867"/>
                <a:gd name="connsiteY7" fmla="*/ 59733 h 171179"/>
                <a:gd name="connsiteX8" fmla="*/ 60105 w 59867"/>
                <a:gd name="connsiteY8" fmla="*/ 30085 h 171179"/>
                <a:gd name="connsiteX9" fmla="*/ 29994 w 59867"/>
                <a:gd name="connsiteY9" fmla="*/ 85 h 1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7" h="171179">
                  <a:moveTo>
                    <a:pt x="29994" y="111616"/>
                  </a:moveTo>
                  <a:cubicBezTo>
                    <a:pt x="13698" y="111616"/>
                    <a:pt x="237" y="125381"/>
                    <a:pt x="237" y="141264"/>
                  </a:cubicBezTo>
                  <a:cubicBezTo>
                    <a:pt x="237" y="158205"/>
                    <a:pt x="12990" y="171264"/>
                    <a:pt x="29639" y="171264"/>
                  </a:cubicBezTo>
                  <a:cubicBezTo>
                    <a:pt x="46643" y="171264"/>
                    <a:pt x="60105" y="158205"/>
                    <a:pt x="60105" y="141970"/>
                  </a:cubicBezTo>
                  <a:cubicBezTo>
                    <a:pt x="60105" y="125381"/>
                    <a:pt x="46643" y="111616"/>
                    <a:pt x="29994" y="111616"/>
                  </a:cubicBezTo>
                  <a:close/>
                  <a:moveTo>
                    <a:pt x="29994" y="85"/>
                  </a:moveTo>
                  <a:cubicBezTo>
                    <a:pt x="13698" y="85"/>
                    <a:pt x="237" y="13497"/>
                    <a:pt x="237" y="29379"/>
                  </a:cubicBezTo>
                  <a:cubicBezTo>
                    <a:pt x="237" y="46674"/>
                    <a:pt x="12990" y="59733"/>
                    <a:pt x="29994" y="59733"/>
                  </a:cubicBezTo>
                  <a:cubicBezTo>
                    <a:pt x="46643" y="59733"/>
                    <a:pt x="60105" y="46321"/>
                    <a:pt x="60105" y="30085"/>
                  </a:cubicBezTo>
                  <a:cubicBezTo>
                    <a:pt x="60105" y="13497"/>
                    <a:pt x="46643" y="85"/>
                    <a:pt x="29994" y="85"/>
                  </a:cubicBezTo>
                  <a:close/>
                </a:path>
              </a:pathLst>
            </a:custGeom>
            <a:solidFill>
              <a:srgbClr val="FFFF00"/>
            </a:solidFill>
            <a:ln w="356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00B0D0E-2017-4901-4840-6EF8C2876BF7}"/>
                </a:ext>
              </a:extLst>
            </p:cNvPr>
            <p:cNvSpPr/>
            <p:nvPr>
              <p:custDataLst>
                <p:tags r:id="rId10"/>
              </p:custDataLst>
            </p:nvPr>
          </p:nvSpPr>
          <p:spPr>
            <a:xfrm>
              <a:off x="10473355" y="3090214"/>
              <a:ext cx="206879" cy="238592"/>
            </a:xfrm>
            <a:custGeom>
              <a:avLst/>
              <a:gdLst>
                <a:gd name="connsiteX0" fmla="*/ 87388 w 206879"/>
                <a:gd name="connsiteY0" fmla="*/ 131734 h 238592"/>
                <a:gd name="connsiteX1" fmla="*/ 162842 w 206879"/>
                <a:gd name="connsiteY1" fmla="*/ 123969 h 238592"/>
                <a:gd name="connsiteX2" fmla="*/ 207123 w 206879"/>
                <a:gd name="connsiteY2" fmla="*/ 64321 h 238592"/>
                <a:gd name="connsiteX3" fmla="*/ 114310 w 206879"/>
                <a:gd name="connsiteY3" fmla="*/ 85 h 238592"/>
                <a:gd name="connsiteX4" fmla="*/ 243 w 206879"/>
                <a:gd name="connsiteY4" fmla="*/ 85 h 238592"/>
                <a:gd name="connsiteX5" fmla="*/ 243 w 206879"/>
                <a:gd name="connsiteY5" fmla="*/ 8908 h 238592"/>
                <a:gd name="connsiteX6" fmla="*/ 30000 w 206879"/>
                <a:gd name="connsiteY6" fmla="*/ 41380 h 238592"/>
                <a:gd name="connsiteX7" fmla="*/ 30000 w 206879"/>
                <a:gd name="connsiteY7" fmla="*/ 197383 h 238592"/>
                <a:gd name="connsiteX8" fmla="*/ 8745 w 206879"/>
                <a:gd name="connsiteY8" fmla="*/ 228442 h 238592"/>
                <a:gd name="connsiteX9" fmla="*/ 243 w 206879"/>
                <a:gd name="connsiteY9" fmla="*/ 229854 h 238592"/>
                <a:gd name="connsiteX10" fmla="*/ 243 w 206879"/>
                <a:gd name="connsiteY10" fmla="*/ 238678 h 238592"/>
                <a:gd name="connsiteX11" fmla="*/ 118561 w 206879"/>
                <a:gd name="connsiteY11" fmla="*/ 238678 h 238592"/>
                <a:gd name="connsiteX12" fmla="*/ 118561 w 206879"/>
                <a:gd name="connsiteY12" fmla="*/ 229854 h 238592"/>
                <a:gd name="connsiteX13" fmla="*/ 87388 w 206879"/>
                <a:gd name="connsiteY13" fmla="*/ 197383 h 238592"/>
                <a:gd name="connsiteX14" fmla="*/ 87388 w 206879"/>
                <a:gd name="connsiteY14" fmla="*/ 131734 h 238592"/>
                <a:gd name="connsiteX15" fmla="*/ 87388 w 206879"/>
                <a:gd name="connsiteY15" fmla="*/ 24791 h 238592"/>
                <a:gd name="connsiteX16" fmla="*/ 105100 w 206879"/>
                <a:gd name="connsiteY16" fmla="*/ 12438 h 238592"/>
                <a:gd name="connsiteX17" fmla="*/ 146193 w 206879"/>
                <a:gd name="connsiteY17" fmla="*/ 66086 h 238592"/>
                <a:gd name="connsiteX18" fmla="*/ 132731 w 206879"/>
                <a:gd name="connsiteY18" fmla="*/ 109852 h 238592"/>
                <a:gd name="connsiteX19" fmla="*/ 87388 w 206879"/>
                <a:gd name="connsiteY19" fmla="*/ 119381 h 238592"/>
                <a:gd name="connsiteX20" fmla="*/ 87388 w 206879"/>
                <a:gd name="connsiteY20" fmla="*/ 24791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879" h="238592">
                  <a:moveTo>
                    <a:pt x="87388" y="131734"/>
                  </a:moveTo>
                  <a:cubicBezTo>
                    <a:pt x="135211" y="131381"/>
                    <a:pt x="147255" y="130322"/>
                    <a:pt x="162842" y="123969"/>
                  </a:cubicBezTo>
                  <a:cubicBezTo>
                    <a:pt x="191536" y="113028"/>
                    <a:pt x="207123" y="91498"/>
                    <a:pt x="207123" y="64321"/>
                  </a:cubicBezTo>
                  <a:cubicBezTo>
                    <a:pt x="207123" y="23379"/>
                    <a:pt x="173469" y="85"/>
                    <a:pt x="114310" y="85"/>
                  </a:cubicBezTo>
                  <a:lnTo>
                    <a:pt x="243" y="85"/>
                  </a:lnTo>
                  <a:lnTo>
                    <a:pt x="243" y="8908"/>
                  </a:lnTo>
                  <a:cubicBezTo>
                    <a:pt x="25041" y="11026"/>
                    <a:pt x="30000" y="16673"/>
                    <a:pt x="30000" y="41380"/>
                  </a:cubicBezTo>
                  <a:lnTo>
                    <a:pt x="30000" y="197383"/>
                  </a:lnTo>
                  <a:cubicBezTo>
                    <a:pt x="30000" y="219265"/>
                    <a:pt x="25395" y="226324"/>
                    <a:pt x="8745" y="228442"/>
                  </a:cubicBezTo>
                  <a:cubicBezTo>
                    <a:pt x="7683" y="228442"/>
                    <a:pt x="4140" y="229148"/>
                    <a:pt x="243" y="229854"/>
                  </a:cubicBezTo>
                  <a:lnTo>
                    <a:pt x="243" y="238678"/>
                  </a:lnTo>
                  <a:lnTo>
                    <a:pt x="118561" y="238678"/>
                  </a:lnTo>
                  <a:lnTo>
                    <a:pt x="118561" y="229854"/>
                  </a:lnTo>
                  <a:cubicBezTo>
                    <a:pt x="90576" y="226324"/>
                    <a:pt x="87388" y="223148"/>
                    <a:pt x="87388" y="197383"/>
                  </a:cubicBezTo>
                  <a:lnTo>
                    <a:pt x="87388" y="131734"/>
                  </a:lnTo>
                  <a:close/>
                  <a:moveTo>
                    <a:pt x="87388" y="24791"/>
                  </a:moveTo>
                  <a:cubicBezTo>
                    <a:pt x="87388" y="16673"/>
                    <a:pt x="93410" y="12438"/>
                    <a:pt x="105100" y="12438"/>
                  </a:cubicBezTo>
                  <a:cubicBezTo>
                    <a:pt x="134502" y="12438"/>
                    <a:pt x="146193" y="27968"/>
                    <a:pt x="146193" y="66086"/>
                  </a:cubicBezTo>
                  <a:cubicBezTo>
                    <a:pt x="146193" y="88322"/>
                    <a:pt x="141942" y="101734"/>
                    <a:pt x="132731" y="109852"/>
                  </a:cubicBezTo>
                  <a:cubicBezTo>
                    <a:pt x="124229" y="116910"/>
                    <a:pt x="112539" y="119381"/>
                    <a:pt x="87388" y="119381"/>
                  </a:cubicBezTo>
                  <a:lnTo>
                    <a:pt x="87388" y="24791"/>
                  </a:lnTo>
                  <a:close/>
                </a:path>
              </a:pathLst>
            </a:custGeom>
            <a:solidFill>
              <a:srgbClr val="FFFF00"/>
            </a:solidFill>
            <a:ln w="356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3AE4263-2F85-3FFD-3D59-2204BB6C9E4C}"/>
                </a:ext>
              </a:extLst>
            </p:cNvPr>
            <p:cNvSpPr/>
            <p:nvPr>
              <p:custDataLst>
                <p:tags r:id="rId11"/>
              </p:custDataLst>
            </p:nvPr>
          </p:nvSpPr>
          <p:spPr>
            <a:xfrm>
              <a:off x="10694152" y="3090214"/>
              <a:ext cx="244075" cy="238592"/>
            </a:xfrm>
            <a:custGeom>
              <a:avLst/>
              <a:gdLst>
                <a:gd name="connsiteX0" fmla="*/ 244325 w 244075"/>
                <a:gd name="connsiteY0" fmla="*/ 229854 h 238592"/>
                <a:gd name="connsiteX1" fmla="*/ 229801 w 244075"/>
                <a:gd name="connsiteY1" fmla="*/ 223148 h 238592"/>
                <a:gd name="connsiteX2" fmla="*/ 158597 w 244075"/>
                <a:gd name="connsiteY2" fmla="*/ 122558 h 238592"/>
                <a:gd name="connsiteX3" fmla="*/ 198273 w 244075"/>
                <a:gd name="connsiteY3" fmla="*/ 102440 h 238592"/>
                <a:gd name="connsiteX4" fmla="*/ 214214 w 244075"/>
                <a:gd name="connsiteY4" fmla="*/ 62909 h 238592"/>
                <a:gd name="connsiteX5" fmla="*/ 114317 w 244075"/>
                <a:gd name="connsiteY5" fmla="*/ 85 h 238592"/>
                <a:gd name="connsiteX6" fmla="*/ 250 w 244075"/>
                <a:gd name="connsiteY6" fmla="*/ 85 h 238592"/>
                <a:gd name="connsiteX7" fmla="*/ 250 w 244075"/>
                <a:gd name="connsiteY7" fmla="*/ 8908 h 238592"/>
                <a:gd name="connsiteX8" fmla="*/ 31423 w 244075"/>
                <a:gd name="connsiteY8" fmla="*/ 41380 h 238592"/>
                <a:gd name="connsiteX9" fmla="*/ 31423 w 244075"/>
                <a:gd name="connsiteY9" fmla="*/ 197383 h 238592"/>
                <a:gd name="connsiteX10" fmla="*/ 250 w 244075"/>
                <a:gd name="connsiteY10" fmla="*/ 229854 h 238592"/>
                <a:gd name="connsiteX11" fmla="*/ 250 w 244075"/>
                <a:gd name="connsiteY11" fmla="*/ 238678 h 238592"/>
                <a:gd name="connsiteX12" fmla="*/ 119985 w 244075"/>
                <a:gd name="connsiteY12" fmla="*/ 238678 h 238592"/>
                <a:gd name="connsiteX13" fmla="*/ 119985 w 244075"/>
                <a:gd name="connsiteY13" fmla="*/ 229854 h 238592"/>
                <a:gd name="connsiteX14" fmla="*/ 88811 w 244075"/>
                <a:gd name="connsiteY14" fmla="*/ 197383 h 238592"/>
                <a:gd name="connsiteX15" fmla="*/ 88811 w 244075"/>
                <a:gd name="connsiteY15" fmla="*/ 128205 h 238592"/>
                <a:gd name="connsiteX16" fmla="*/ 98376 w 244075"/>
                <a:gd name="connsiteY16" fmla="*/ 128205 h 238592"/>
                <a:gd name="connsiteX17" fmla="*/ 171704 w 244075"/>
                <a:gd name="connsiteY17" fmla="*/ 238678 h 238592"/>
                <a:gd name="connsiteX18" fmla="*/ 244325 w 244075"/>
                <a:gd name="connsiteY18" fmla="*/ 238678 h 238592"/>
                <a:gd name="connsiteX19" fmla="*/ 244325 w 244075"/>
                <a:gd name="connsiteY19" fmla="*/ 229854 h 238592"/>
                <a:gd name="connsiteX20" fmla="*/ 88811 w 244075"/>
                <a:gd name="connsiteY20" fmla="*/ 26909 h 238592"/>
                <a:gd name="connsiteX21" fmla="*/ 91291 w 244075"/>
                <a:gd name="connsiteY21" fmla="*/ 17379 h 238592"/>
                <a:gd name="connsiteX22" fmla="*/ 107940 w 244075"/>
                <a:gd name="connsiteY22" fmla="*/ 12085 h 238592"/>
                <a:gd name="connsiteX23" fmla="*/ 153638 w 244075"/>
                <a:gd name="connsiteY23" fmla="*/ 64321 h 238592"/>
                <a:gd name="connsiteX24" fmla="*/ 136988 w 244075"/>
                <a:gd name="connsiteY24" fmla="*/ 108087 h 238592"/>
                <a:gd name="connsiteX25" fmla="*/ 88811 w 244075"/>
                <a:gd name="connsiteY25" fmla="*/ 116910 h 238592"/>
                <a:gd name="connsiteX26" fmla="*/ 88811 w 244075"/>
                <a:gd name="connsiteY26" fmla="*/ 26909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4075" h="238592">
                  <a:moveTo>
                    <a:pt x="244325" y="229854"/>
                  </a:moveTo>
                  <a:cubicBezTo>
                    <a:pt x="237948" y="229854"/>
                    <a:pt x="233343" y="227736"/>
                    <a:pt x="229801" y="223148"/>
                  </a:cubicBezTo>
                  <a:lnTo>
                    <a:pt x="158597" y="122558"/>
                  </a:lnTo>
                  <a:cubicBezTo>
                    <a:pt x="179498" y="115852"/>
                    <a:pt x="188354" y="111263"/>
                    <a:pt x="198273" y="102440"/>
                  </a:cubicBezTo>
                  <a:cubicBezTo>
                    <a:pt x="208546" y="92910"/>
                    <a:pt x="214214" y="78792"/>
                    <a:pt x="214214" y="62909"/>
                  </a:cubicBezTo>
                  <a:cubicBezTo>
                    <a:pt x="214214" y="22320"/>
                    <a:pt x="179143" y="85"/>
                    <a:pt x="114317" y="85"/>
                  </a:cubicBezTo>
                  <a:lnTo>
                    <a:pt x="250" y="85"/>
                  </a:lnTo>
                  <a:lnTo>
                    <a:pt x="250" y="8908"/>
                  </a:lnTo>
                  <a:cubicBezTo>
                    <a:pt x="26464" y="10673"/>
                    <a:pt x="31423" y="15967"/>
                    <a:pt x="31423" y="41380"/>
                  </a:cubicBezTo>
                  <a:lnTo>
                    <a:pt x="31423" y="197383"/>
                  </a:lnTo>
                  <a:cubicBezTo>
                    <a:pt x="31423" y="223148"/>
                    <a:pt x="27881" y="226677"/>
                    <a:pt x="250" y="229854"/>
                  </a:cubicBezTo>
                  <a:lnTo>
                    <a:pt x="250" y="238678"/>
                  </a:lnTo>
                  <a:lnTo>
                    <a:pt x="119985" y="238678"/>
                  </a:lnTo>
                  <a:lnTo>
                    <a:pt x="119985" y="229854"/>
                  </a:lnTo>
                  <a:cubicBezTo>
                    <a:pt x="92353" y="226324"/>
                    <a:pt x="88811" y="222442"/>
                    <a:pt x="88811" y="197383"/>
                  </a:cubicBezTo>
                  <a:lnTo>
                    <a:pt x="88811" y="128205"/>
                  </a:lnTo>
                  <a:lnTo>
                    <a:pt x="98376" y="128205"/>
                  </a:lnTo>
                  <a:lnTo>
                    <a:pt x="171704" y="238678"/>
                  </a:lnTo>
                  <a:lnTo>
                    <a:pt x="244325" y="238678"/>
                  </a:lnTo>
                  <a:lnTo>
                    <a:pt x="244325" y="229854"/>
                  </a:lnTo>
                  <a:close/>
                  <a:moveTo>
                    <a:pt x="88811" y="26909"/>
                  </a:moveTo>
                  <a:cubicBezTo>
                    <a:pt x="88811" y="24791"/>
                    <a:pt x="90228" y="19497"/>
                    <a:pt x="91291" y="17379"/>
                  </a:cubicBezTo>
                  <a:cubicBezTo>
                    <a:pt x="93416" y="13850"/>
                    <a:pt x="99084" y="12085"/>
                    <a:pt x="107940" y="12085"/>
                  </a:cubicBezTo>
                  <a:cubicBezTo>
                    <a:pt x="140531" y="12085"/>
                    <a:pt x="153638" y="27262"/>
                    <a:pt x="153638" y="64321"/>
                  </a:cubicBezTo>
                  <a:cubicBezTo>
                    <a:pt x="153638" y="86910"/>
                    <a:pt x="148324" y="100675"/>
                    <a:pt x="136988" y="108087"/>
                  </a:cubicBezTo>
                  <a:cubicBezTo>
                    <a:pt x="127778" y="114087"/>
                    <a:pt x="115734" y="116558"/>
                    <a:pt x="88811" y="116910"/>
                  </a:cubicBezTo>
                  <a:lnTo>
                    <a:pt x="88811" y="26909"/>
                  </a:lnTo>
                  <a:close/>
                </a:path>
              </a:pathLst>
            </a:custGeom>
            <a:solidFill>
              <a:srgbClr val="FFFF00"/>
            </a:solidFill>
            <a:ln w="3562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C7EC21E-8CF8-CC9D-CF89-E6CAD3E506E0}"/>
                </a:ext>
              </a:extLst>
            </p:cNvPr>
            <p:cNvSpPr/>
            <p:nvPr>
              <p:custDataLst>
                <p:tags r:id="rId12"/>
              </p:custDataLst>
            </p:nvPr>
          </p:nvSpPr>
          <p:spPr>
            <a:xfrm>
              <a:off x="10947333" y="3090214"/>
              <a:ext cx="242658" cy="244945"/>
            </a:xfrm>
            <a:custGeom>
              <a:avLst/>
              <a:gdLst>
                <a:gd name="connsiteX0" fmla="*/ 76065 w 242658"/>
                <a:gd name="connsiteY0" fmla="*/ 85 h 244945"/>
                <a:gd name="connsiteX1" fmla="*/ 1319 w 242658"/>
                <a:gd name="connsiteY1" fmla="*/ 85 h 244945"/>
                <a:gd name="connsiteX2" fmla="*/ 1319 w 242658"/>
                <a:gd name="connsiteY2" fmla="*/ 8908 h 244945"/>
                <a:gd name="connsiteX3" fmla="*/ 31430 w 242658"/>
                <a:gd name="connsiteY3" fmla="*/ 34321 h 244945"/>
                <a:gd name="connsiteX4" fmla="*/ 31430 w 242658"/>
                <a:gd name="connsiteY4" fmla="*/ 201618 h 244945"/>
                <a:gd name="connsiteX5" fmla="*/ 257 w 242658"/>
                <a:gd name="connsiteY5" fmla="*/ 229854 h 244945"/>
                <a:gd name="connsiteX6" fmla="*/ 257 w 242658"/>
                <a:gd name="connsiteY6" fmla="*/ 238678 h 244945"/>
                <a:gd name="connsiteX7" fmla="*/ 80670 w 242658"/>
                <a:gd name="connsiteY7" fmla="*/ 238678 h 244945"/>
                <a:gd name="connsiteX8" fmla="*/ 80670 w 242658"/>
                <a:gd name="connsiteY8" fmla="*/ 229854 h 244945"/>
                <a:gd name="connsiteX9" fmla="*/ 47017 w 242658"/>
                <a:gd name="connsiteY9" fmla="*/ 194912 h 244945"/>
                <a:gd name="connsiteX10" fmla="*/ 47017 w 242658"/>
                <a:gd name="connsiteY10" fmla="*/ 53027 h 244945"/>
                <a:gd name="connsiteX11" fmla="*/ 205365 w 242658"/>
                <a:gd name="connsiteY11" fmla="*/ 245031 h 244945"/>
                <a:gd name="connsiteX12" fmla="*/ 215284 w 242658"/>
                <a:gd name="connsiteY12" fmla="*/ 245031 h 244945"/>
                <a:gd name="connsiteX13" fmla="*/ 215284 w 242658"/>
                <a:gd name="connsiteY13" fmla="*/ 37144 h 244945"/>
                <a:gd name="connsiteX14" fmla="*/ 242915 w 242658"/>
                <a:gd name="connsiteY14" fmla="*/ 8908 h 244945"/>
                <a:gd name="connsiteX15" fmla="*/ 242915 w 242658"/>
                <a:gd name="connsiteY15" fmla="*/ 85 h 244945"/>
                <a:gd name="connsiteX16" fmla="*/ 166752 w 242658"/>
                <a:gd name="connsiteY16" fmla="*/ 85 h 244945"/>
                <a:gd name="connsiteX17" fmla="*/ 166752 w 242658"/>
                <a:gd name="connsiteY17" fmla="*/ 8908 h 244945"/>
                <a:gd name="connsiteX18" fmla="*/ 199697 w 242658"/>
                <a:gd name="connsiteY18" fmla="*/ 43850 h 244945"/>
                <a:gd name="connsiteX19" fmla="*/ 199697 w 242658"/>
                <a:gd name="connsiteY19" fmla="*/ 151499 h 244945"/>
                <a:gd name="connsiteX20" fmla="*/ 76065 w 242658"/>
                <a:gd name="connsiteY20" fmla="*/ 85 h 24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2658" h="244945">
                  <a:moveTo>
                    <a:pt x="76065" y="85"/>
                  </a:moveTo>
                  <a:lnTo>
                    <a:pt x="1319" y="85"/>
                  </a:lnTo>
                  <a:lnTo>
                    <a:pt x="1319" y="8908"/>
                  </a:lnTo>
                  <a:cubicBezTo>
                    <a:pt x="8404" y="8908"/>
                    <a:pt x="14427" y="14203"/>
                    <a:pt x="31430" y="34321"/>
                  </a:cubicBezTo>
                  <a:lnTo>
                    <a:pt x="31430" y="201618"/>
                  </a:lnTo>
                  <a:cubicBezTo>
                    <a:pt x="31430" y="221736"/>
                    <a:pt x="26117" y="226677"/>
                    <a:pt x="257" y="229854"/>
                  </a:cubicBezTo>
                  <a:lnTo>
                    <a:pt x="257" y="238678"/>
                  </a:lnTo>
                  <a:lnTo>
                    <a:pt x="80670" y="238678"/>
                  </a:lnTo>
                  <a:lnTo>
                    <a:pt x="80670" y="229854"/>
                  </a:lnTo>
                  <a:cubicBezTo>
                    <a:pt x="53394" y="226677"/>
                    <a:pt x="47017" y="219971"/>
                    <a:pt x="47017" y="194912"/>
                  </a:cubicBezTo>
                  <a:lnTo>
                    <a:pt x="47017" y="53027"/>
                  </a:lnTo>
                  <a:lnTo>
                    <a:pt x="205365" y="245031"/>
                  </a:lnTo>
                  <a:lnTo>
                    <a:pt x="215284" y="245031"/>
                  </a:lnTo>
                  <a:lnTo>
                    <a:pt x="215284" y="37144"/>
                  </a:lnTo>
                  <a:cubicBezTo>
                    <a:pt x="215284" y="17026"/>
                    <a:pt x="219889" y="12438"/>
                    <a:pt x="242915" y="8908"/>
                  </a:cubicBezTo>
                  <a:lnTo>
                    <a:pt x="242915" y="85"/>
                  </a:lnTo>
                  <a:lnTo>
                    <a:pt x="166752" y="85"/>
                  </a:lnTo>
                  <a:lnTo>
                    <a:pt x="166752" y="8908"/>
                  </a:lnTo>
                  <a:cubicBezTo>
                    <a:pt x="192966" y="11379"/>
                    <a:pt x="199697" y="18791"/>
                    <a:pt x="199697" y="43850"/>
                  </a:cubicBezTo>
                  <a:lnTo>
                    <a:pt x="199697" y="151499"/>
                  </a:lnTo>
                  <a:lnTo>
                    <a:pt x="76065" y="85"/>
                  </a:lnTo>
                  <a:close/>
                </a:path>
              </a:pathLst>
            </a:custGeom>
            <a:solidFill>
              <a:srgbClr val="FFFF00"/>
            </a:solidFill>
            <a:ln w="3562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634F726-0678-ACFA-ED2A-25F25643B497}"/>
                </a:ext>
              </a:extLst>
            </p:cNvPr>
            <p:cNvSpPr/>
            <p:nvPr>
              <p:custDataLst>
                <p:tags r:id="rId13"/>
              </p:custDataLst>
            </p:nvPr>
          </p:nvSpPr>
          <p:spPr>
            <a:xfrm>
              <a:off x="11207245" y="3161863"/>
              <a:ext cx="119026" cy="171885"/>
            </a:xfrm>
            <a:custGeom>
              <a:avLst/>
              <a:gdLst>
                <a:gd name="connsiteX0" fmla="*/ 111851 w 119026"/>
                <a:gd name="connsiteY0" fmla="*/ 51968 h 171885"/>
                <a:gd name="connsiteX1" fmla="*/ 111851 w 119026"/>
                <a:gd name="connsiteY1" fmla="*/ 791 h 171885"/>
                <a:gd name="connsiteX2" fmla="*/ 104058 w 119026"/>
                <a:gd name="connsiteY2" fmla="*/ 791 h 171885"/>
                <a:gd name="connsiteX3" fmla="*/ 95556 w 119026"/>
                <a:gd name="connsiteY3" fmla="*/ 7850 h 171885"/>
                <a:gd name="connsiteX4" fmla="*/ 84220 w 119026"/>
                <a:gd name="connsiteY4" fmla="*/ 5379 h 171885"/>
                <a:gd name="connsiteX5" fmla="*/ 56589 w 119026"/>
                <a:gd name="connsiteY5" fmla="*/ 85 h 171885"/>
                <a:gd name="connsiteX6" fmla="*/ 972 w 119026"/>
                <a:gd name="connsiteY6" fmla="*/ 51615 h 171885"/>
                <a:gd name="connsiteX7" fmla="*/ 51275 w 119026"/>
                <a:gd name="connsiteY7" fmla="*/ 106322 h 171885"/>
                <a:gd name="connsiteX8" fmla="*/ 85283 w 119026"/>
                <a:gd name="connsiteY8" fmla="*/ 137028 h 171885"/>
                <a:gd name="connsiteX9" fmla="*/ 58714 w 119026"/>
                <a:gd name="connsiteY9" fmla="*/ 159970 h 171885"/>
                <a:gd name="connsiteX10" fmla="*/ 10183 w 119026"/>
                <a:gd name="connsiteY10" fmla="*/ 113381 h 171885"/>
                <a:gd name="connsiteX11" fmla="*/ 264 w 119026"/>
                <a:gd name="connsiteY11" fmla="*/ 113381 h 171885"/>
                <a:gd name="connsiteX12" fmla="*/ 264 w 119026"/>
                <a:gd name="connsiteY12" fmla="*/ 171617 h 171885"/>
                <a:gd name="connsiteX13" fmla="*/ 9120 w 119026"/>
                <a:gd name="connsiteY13" fmla="*/ 171617 h 171885"/>
                <a:gd name="connsiteX14" fmla="*/ 18330 w 119026"/>
                <a:gd name="connsiteY14" fmla="*/ 161735 h 171885"/>
                <a:gd name="connsiteX15" fmla="*/ 26478 w 119026"/>
                <a:gd name="connsiteY15" fmla="*/ 163853 h 171885"/>
                <a:gd name="connsiteX16" fmla="*/ 64737 w 119026"/>
                <a:gd name="connsiteY16" fmla="*/ 171970 h 171885"/>
                <a:gd name="connsiteX17" fmla="*/ 119290 w 119026"/>
                <a:gd name="connsiteY17" fmla="*/ 118322 h 171885"/>
                <a:gd name="connsiteX18" fmla="*/ 70405 w 119026"/>
                <a:gd name="connsiteY18" fmla="*/ 63262 h 171885"/>
                <a:gd name="connsiteX19" fmla="*/ 36397 w 119026"/>
                <a:gd name="connsiteY19" fmla="*/ 32203 h 171885"/>
                <a:gd name="connsiteX20" fmla="*/ 59777 w 119026"/>
                <a:gd name="connsiteY20" fmla="*/ 11732 h 171885"/>
                <a:gd name="connsiteX21" fmla="*/ 86346 w 119026"/>
                <a:gd name="connsiteY21" fmla="*/ 23026 h 171885"/>
                <a:gd name="connsiteX22" fmla="*/ 102995 w 119026"/>
                <a:gd name="connsiteY22" fmla="*/ 51968 h 171885"/>
                <a:gd name="connsiteX23" fmla="*/ 111851 w 119026"/>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026" h="171885">
                  <a:moveTo>
                    <a:pt x="111851" y="51968"/>
                  </a:moveTo>
                  <a:lnTo>
                    <a:pt x="111851" y="791"/>
                  </a:lnTo>
                  <a:lnTo>
                    <a:pt x="104058" y="791"/>
                  </a:lnTo>
                  <a:cubicBezTo>
                    <a:pt x="101932" y="6085"/>
                    <a:pt x="99807" y="7850"/>
                    <a:pt x="95556" y="7850"/>
                  </a:cubicBezTo>
                  <a:cubicBezTo>
                    <a:pt x="93431" y="7850"/>
                    <a:pt x="89888" y="7144"/>
                    <a:pt x="84220" y="5379"/>
                  </a:cubicBezTo>
                  <a:cubicBezTo>
                    <a:pt x="72530" y="1496"/>
                    <a:pt x="64382" y="85"/>
                    <a:pt x="56589" y="85"/>
                  </a:cubicBezTo>
                  <a:cubicBezTo>
                    <a:pt x="24353" y="85"/>
                    <a:pt x="972" y="21967"/>
                    <a:pt x="972" y="51615"/>
                  </a:cubicBezTo>
                  <a:cubicBezTo>
                    <a:pt x="972" y="74910"/>
                    <a:pt x="15497" y="91145"/>
                    <a:pt x="51275" y="106322"/>
                  </a:cubicBezTo>
                  <a:cubicBezTo>
                    <a:pt x="75364" y="116910"/>
                    <a:pt x="85283" y="125734"/>
                    <a:pt x="85283" y="137028"/>
                  </a:cubicBezTo>
                  <a:cubicBezTo>
                    <a:pt x="85283" y="150793"/>
                    <a:pt x="74656" y="159970"/>
                    <a:pt x="58714" y="159970"/>
                  </a:cubicBezTo>
                  <a:cubicBezTo>
                    <a:pt x="33917" y="159970"/>
                    <a:pt x="17622" y="144087"/>
                    <a:pt x="10183" y="113381"/>
                  </a:cubicBezTo>
                  <a:lnTo>
                    <a:pt x="264" y="113381"/>
                  </a:lnTo>
                  <a:lnTo>
                    <a:pt x="264" y="171617"/>
                  </a:lnTo>
                  <a:lnTo>
                    <a:pt x="9120" y="171617"/>
                  </a:lnTo>
                  <a:cubicBezTo>
                    <a:pt x="13017" y="164206"/>
                    <a:pt x="15142" y="161735"/>
                    <a:pt x="18330" y="161735"/>
                  </a:cubicBezTo>
                  <a:cubicBezTo>
                    <a:pt x="20102" y="161735"/>
                    <a:pt x="22936" y="162441"/>
                    <a:pt x="26478" y="163853"/>
                  </a:cubicBezTo>
                  <a:cubicBezTo>
                    <a:pt x="36043" y="168088"/>
                    <a:pt x="54818" y="171970"/>
                    <a:pt x="64737" y="171970"/>
                  </a:cubicBezTo>
                  <a:cubicBezTo>
                    <a:pt x="96973" y="171970"/>
                    <a:pt x="119290" y="150088"/>
                    <a:pt x="119290" y="118322"/>
                  </a:cubicBezTo>
                  <a:cubicBezTo>
                    <a:pt x="119290" y="93263"/>
                    <a:pt x="105475" y="78086"/>
                    <a:pt x="70405" y="63262"/>
                  </a:cubicBezTo>
                  <a:cubicBezTo>
                    <a:pt x="46316" y="53027"/>
                    <a:pt x="36397" y="44203"/>
                    <a:pt x="36397" y="32203"/>
                  </a:cubicBezTo>
                  <a:cubicBezTo>
                    <a:pt x="36397" y="20556"/>
                    <a:pt x="46316" y="11732"/>
                    <a:pt x="59777" y="11732"/>
                  </a:cubicBezTo>
                  <a:cubicBezTo>
                    <a:pt x="68988" y="11732"/>
                    <a:pt x="78552" y="15614"/>
                    <a:pt x="86346" y="23026"/>
                  </a:cubicBezTo>
                  <a:cubicBezTo>
                    <a:pt x="93785" y="30085"/>
                    <a:pt x="97681" y="36438"/>
                    <a:pt x="102995" y="51968"/>
                  </a:cubicBezTo>
                  <a:lnTo>
                    <a:pt x="111851" y="51968"/>
                  </a:lnTo>
                  <a:close/>
                </a:path>
              </a:pathLst>
            </a:custGeom>
            <a:solidFill>
              <a:srgbClr val="FFFF00"/>
            </a:solidFill>
            <a:ln w="35620" cap="flat">
              <a:noFill/>
              <a:prstDash val="solid"/>
              <a:miter/>
            </a:ln>
          </p:spPr>
          <p:txBody>
            <a:bodyPr rtlCol="0" anchor="ctr"/>
            <a:lstStyle/>
            <a:p>
              <a:endParaRPr lang="en-US"/>
            </a:p>
          </p:txBody>
        </p:sp>
      </p:grpSp>
      <p:sp>
        <p:nvSpPr>
          <p:cNvPr id="39" name="Rectangle 38">
            <a:extLst>
              <a:ext uri="{FF2B5EF4-FFF2-40B4-BE49-F238E27FC236}">
                <a16:creationId xmlns:a16="http://schemas.microsoft.com/office/drawing/2014/main" id="{5ED98A0A-12BB-7840-69BA-50BCDC5C7F3B}"/>
              </a:ext>
            </a:extLst>
          </p:cNvPr>
          <p:cNvSpPr/>
          <p:nvPr/>
        </p:nvSpPr>
        <p:spPr>
          <a:xfrm>
            <a:off x="2625213" y="1641987"/>
            <a:ext cx="5966541" cy="363794"/>
          </a:xfrm>
          <a:prstGeom prst="rect">
            <a:avLst/>
          </a:prstGeom>
          <a:solidFill>
            <a:srgbClr val="156082">
              <a:alpha val="29020"/>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Left 39">
            <a:extLst>
              <a:ext uri="{FF2B5EF4-FFF2-40B4-BE49-F238E27FC236}">
                <a16:creationId xmlns:a16="http://schemas.microsoft.com/office/drawing/2014/main" id="{CB9CBF74-8D1D-A57A-33C3-9C06B08879E8}"/>
              </a:ext>
            </a:extLst>
          </p:cNvPr>
          <p:cNvSpPr/>
          <p:nvPr/>
        </p:nvSpPr>
        <p:spPr>
          <a:xfrm>
            <a:off x="9389806" y="1465006"/>
            <a:ext cx="1435940" cy="717755"/>
          </a:xfrm>
          <a:prstGeom prst="leftArrow">
            <a:avLst/>
          </a:prstGeom>
          <a:solidFill>
            <a:schemeClr val="accent2">
              <a:lumMod val="75000"/>
            </a:scheme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855C660-B612-5EAF-01BC-D336E1600B0F}"/>
              </a:ext>
            </a:extLst>
          </p:cNvPr>
          <p:cNvSpPr/>
          <p:nvPr/>
        </p:nvSpPr>
        <p:spPr>
          <a:xfrm>
            <a:off x="1777364" y="6375757"/>
            <a:ext cx="6235926" cy="363794"/>
          </a:xfrm>
          <a:prstGeom prst="rect">
            <a:avLst/>
          </a:prstGeom>
          <a:solidFill>
            <a:srgbClr val="156082">
              <a:alpha val="29020"/>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row: Left 41">
            <a:extLst>
              <a:ext uri="{FF2B5EF4-FFF2-40B4-BE49-F238E27FC236}">
                <a16:creationId xmlns:a16="http://schemas.microsoft.com/office/drawing/2014/main" id="{A6FA7C18-3403-86B4-77FF-6F854A98834C}"/>
              </a:ext>
            </a:extLst>
          </p:cNvPr>
          <p:cNvSpPr/>
          <p:nvPr/>
        </p:nvSpPr>
        <p:spPr>
          <a:xfrm>
            <a:off x="8383278" y="6128620"/>
            <a:ext cx="1435940" cy="717755"/>
          </a:xfrm>
          <a:prstGeom prst="leftArrow">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1820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1A1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4">
              <a:lumMod val="50000"/>
            </a:schemeClr>
          </a:solidFill>
        </p:spPr>
        <p:txBody>
          <a:bodyPr>
            <a:normAutofit/>
          </a:bodyPr>
          <a:lstStyle/>
          <a:p>
            <a:pPr algn="ctr"/>
            <a:r>
              <a:rPr lang="en-US" sz="4000" b="0" i="0" dirty="0">
                <a:solidFill>
                  <a:schemeClr val="bg1"/>
                </a:solidFill>
                <a:effectLst/>
                <a:latin typeface="fkGrotesk"/>
              </a:rPr>
              <a:t>Pseudo Random Numbers</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a:bodyPr>
          <a:lstStyle/>
          <a:p>
            <a:pPr algn="l">
              <a:buFont typeface="Arial" panose="020B0604020202020204" pitchFamily="34" charset="0"/>
              <a:buChar char="•"/>
            </a:pPr>
            <a:r>
              <a:rPr lang="en-US" dirty="0">
                <a:latin typeface="fkGroteskNeue"/>
              </a:rPr>
              <a:t> </a:t>
            </a:r>
            <a:endParaRPr lang="en-US" b="0" i="0" dirty="0">
              <a:effectLst/>
              <a:latin typeface="fkGroteskNeue"/>
            </a:endParaRPr>
          </a:p>
          <a:p>
            <a:pPr lvl="1"/>
            <a:endParaRPr lang="en-US" b="0" i="0" dirty="0">
              <a:effectLst/>
              <a:latin typeface="fkGroteskNeue"/>
            </a:endParaRP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grpSp>
        <p:nvGrpSpPr>
          <p:cNvPr id="39" name="Group 38"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Test PRNs}&#10;\end{align*}&#10;}&#10;\end{document}" title="IguanaTex Shape Display">
            <a:extLst>
              <a:ext uri="{FF2B5EF4-FFF2-40B4-BE49-F238E27FC236}">
                <a16:creationId xmlns:a16="http://schemas.microsoft.com/office/drawing/2014/main" id="{D1583940-8756-4297-3079-77423DDF88DB}"/>
              </a:ext>
            </a:extLst>
          </p:cNvPr>
          <p:cNvGrpSpPr>
            <a:grpSpLocks noChangeAspect="1"/>
          </p:cNvGrpSpPr>
          <p:nvPr>
            <p:custDataLst>
              <p:tags r:id="rId1"/>
            </p:custDataLst>
          </p:nvPr>
        </p:nvGrpSpPr>
        <p:grpSpPr>
          <a:xfrm>
            <a:off x="1778000" y="317500"/>
            <a:ext cx="3139094" cy="310947"/>
            <a:chOff x="8560933" y="3090214"/>
            <a:chExt cx="3139094" cy="310947"/>
          </a:xfrm>
        </p:grpSpPr>
        <p:sp>
          <p:nvSpPr>
            <p:cNvPr id="10" name="Freeform: Shape 9">
              <a:extLst>
                <a:ext uri="{FF2B5EF4-FFF2-40B4-BE49-F238E27FC236}">
                  <a16:creationId xmlns:a16="http://schemas.microsoft.com/office/drawing/2014/main" id="{C24015F3-43E6-D285-DAA6-13E1CE4E6E48}"/>
                </a:ext>
              </a:extLst>
            </p:cNvPr>
            <p:cNvSpPr/>
            <p:nvPr>
              <p:custDataLst>
                <p:tags r:id="rId2"/>
              </p:custDataLst>
            </p:nvPr>
          </p:nvSpPr>
          <p:spPr>
            <a:xfrm>
              <a:off x="8560933" y="3090214"/>
              <a:ext cx="221845" cy="238592"/>
            </a:xfrm>
            <a:custGeom>
              <a:avLst/>
              <a:gdLst>
                <a:gd name="connsiteX0" fmla="*/ 204998 w 221845"/>
                <a:gd name="connsiteY0" fmla="*/ 85 h 238592"/>
                <a:gd name="connsiteX1" fmla="*/ 190 w 221845"/>
                <a:gd name="connsiteY1" fmla="*/ 85 h 238592"/>
                <a:gd name="connsiteX2" fmla="*/ 190 w 221845"/>
                <a:gd name="connsiteY2" fmla="*/ 8908 h 238592"/>
                <a:gd name="connsiteX3" fmla="*/ 31425 w 221845"/>
                <a:gd name="connsiteY3" fmla="*/ 33968 h 238592"/>
                <a:gd name="connsiteX4" fmla="*/ 31425 w 221845"/>
                <a:gd name="connsiteY4" fmla="*/ 204795 h 238592"/>
                <a:gd name="connsiteX5" fmla="*/ 190 w 221845"/>
                <a:gd name="connsiteY5" fmla="*/ 229854 h 238592"/>
                <a:gd name="connsiteX6" fmla="*/ 190 w 221845"/>
                <a:gd name="connsiteY6" fmla="*/ 238678 h 238592"/>
                <a:gd name="connsiteX7" fmla="*/ 207837 w 221845"/>
                <a:gd name="connsiteY7" fmla="*/ 238678 h 238592"/>
                <a:gd name="connsiteX8" fmla="*/ 222035 w 221845"/>
                <a:gd name="connsiteY8" fmla="*/ 165264 h 238592"/>
                <a:gd name="connsiteX9" fmla="*/ 212097 w 221845"/>
                <a:gd name="connsiteY9" fmla="*/ 165264 h 238592"/>
                <a:gd name="connsiteX10" fmla="*/ 181216 w 221845"/>
                <a:gd name="connsiteY10" fmla="*/ 209030 h 238592"/>
                <a:gd name="connsiteX11" fmla="*/ 118389 w 221845"/>
                <a:gd name="connsiteY11" fmla="*/ 227736 h 238592"/>
                <a:gd name="connsiteX12" fmla="*/ 88928 w 221845"/>
                <a:gd name="connsiteY12" fmla="*/ 207971 h 238592"/>
                <a:gd name="connsiteX13" fmla="*/ 88928 w 221845"/>
                <a:gd name="connsiteY13" fmla="*/ 122558 h 238592"/>
                <a:gd name="connsiteX14" fmla="*/ 146430 w 221845"/>
                <a:gd name="connsiteY14" fmla="*/ 177265 h 238592"/>
                <a:gd name="connsiteX15" fmla="*/ 155659 w 221845"/>
                <a:gd name="connsiteY15" fmla="*/ 177265 h 238592"/>
                <a:gd name="connsiteX16" fmla="*/ 155659 w 221845"/>
                <a:gd name="connsiteY16" fmla="*/ 57968 h 238592"/>
                <a:gd name="connsiteX17" fmla="*/ 146430 w 221845"/>
                <a:gd name="connsiteY17" fmla="*/ 57968 h 238592"/>
                <a:gd name="connsiteX18" fmla="*/ 88928 w 221845"/>
                <a:gd name="connsiteY18" fmla="*/ 110557 h 238592"/>
                <a:gd name="connsiteX19" fmla="*/ 88928 w 221845"/>
                <a:gd name="connsiteY19" fmla="*/ 28673 h 238592"/>
                <a:gd name="connsiteX20" fmla="*/ 112000 w 221845"/>
                <a:gd name="connsiteY20" fmla="*/ 12085 h 238592"/>
                <a:gd name="connsiteX21" fmla="*/ 196124 w 221845"/>
                <a:gd name="connsiteY21" fmla="*/ 71027 h 238592"/>
                <a:gd name="connsiteX22" fmla="*/ 204998 w 221845"/>
                <a:gd name="connsiteY22" fmla="*/ 71027 h 238592"/>
                <a:gd name="connsiteX23" fmla="*/ 204998 w 221845"/>
                <a:gd name="connsiteY23"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1845" h="238592">
                  <a:moveTo>
                    <a:pt x="204998" y="85"/>
                  </a:moveTo>
                  <a:lnTo>
                    <a:pt x="190" y="85"/>
                  </a:lnTo>
                  <a:lnTo>
                    <a:pt x="190" y="8908"/>
                  </a:lnTo>
                  <a:cubicBezTo>
                    <a:pt x="24681" y="10320"/>
                    <a:pt x="31425" y="15967"/>
                    <a:pt x="31425" y="33968"/>
                  </a:cubicBezTo>
                  <a:lnTo>
                    <a:pt x="31425" y="204795"/>
                  </a:lnTo>
                  <a:cubicBezTo>
                    <a:pt x="31425" y="223148"/>
                    <a:pt x="26456" y="227030"/>
                    <a:pt x="190" y="229854"/>
                  </a:cubicBezTo>
                  <a:lnTo>
                    <a:pt x="190" y="238678"/>
                  </a:lnTo>
                  <a:lnTo>
                    <a:pt x="207837" y="238678"/>
                  </a:lnTo>
                  <a:lnTo>
                    <a:pt x="222035" y="165264"/>
                  </a:lnTo>
                  <a:lnTo>
                    <a:pt x="212097" y="165264"/>
                  </a:lnTo>
                  <a:cubicBezTo>
                    <a:pt x="201093" y="188912"/>
                    <a:pt x="193994" y="198794"/>
                    <a:pt x="181216" y="209030"/>
                  </a:cubicBezTo>
                  <a:cubicBezTo>
                    <a:pt x="164888" y="222089"/>
                    <a:pt x="145365" y="227736"/>
                    <a:pt x="118389" y="227736"/>
                  </a:cubicBezTo>
                  <a:cubicBezTo>
                    <a:pt x="95672" y="227736"/>
                    <a:pt x="88928" y="223148"/>
                    <a:pt x="88928" y="207971"/>
                  </a:cubicBezTo>
                  <a:lnTo>
                    <a:pt x="88928" y="122558"/>
                  </a:lnTo>
                  <a:cubicBezTo>
                    <a:pt x="127618" y="122558"/>
                    <a:pt x="142171" y="136323"/>
                    <a:pt x="146430" y="177265"/>
                  </a:cubicBezTo>
                  <a:lnTo>
                    <a:pt x="155659" y="177265"/>
                  </a:lnTo>
                  <a:lnTo>
                    <a:pt x="155659" y="57968"/>
                  </a:lnTo>
                  <a:lnTo>
                    <a:pt x="146430" y="57968"/>
                  </a:lnTo>
                  <a:cubicBezTo>
                    <a:pt x="141106" y="98204"/>
                    <a:pt x="127263" y="110910"/>
                    <a:pt x="88928" y="110557"/>
                  </a:cubicBezTo>
                  <a:lnTo>
                    <a:pt x="88928" y="28673"/>
                  </a:lnTo>
                  <a:cubicBezTo>
                    <a:pt x="88928" y="15261"/>
                    <a:pt x="93542" y="12085"/>
                    <a:pt x="112000" y="12085"/>
                  </a:cubicBezTo>
                  <a:cubicBezTo>
                    <a:pt x="169857" y="12085"/>
                    <a:pt x="187250" y="24085"/>
                    <a:pt x="196124" y="71027"/>
                  </a:cubicBezTo>
                  <a:lnTo>
                    <a:pt x="204998" y="71027"/>
                  </a:lnTo>
                  <a:lnTo>
                    <a:pt x="204998" y="85"/>
                  </a:lnTo>
                  <a:close/>
                </a:path>
              </a:pathLst>
            </a:custGeom>
            <a:solidFill>
              <a:srgbClr val="FFFF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92D6C0F-6B53-04C1-14DF-E9CCBCE4C16E}"/>
                </a:ext>
              </a:extLst>
            </p:cNvPr>
            <p:cNvSpPr/>
            <p:nvPr>
              <p:custDataLst>
                <p:tags r:id="rId3"/>
              </p:custDataLst>
            </p:nvPr>
          </p:nvSpPr>
          <p:spPr>
            <a:xfrm>
              <a:off x="8797152" y="3166098"/>
              <a:ext cx="167537" cy="162709"/>
            </a:xfrm>
            <a:custGeom>
              <a:avLst/>
              <a:gdLst>
                <a:gd name="connsiteX0" fmla="*/ 167734 w 167537"/>
                <a:gd name="connsiteY0" fmla="*/ 154323 h 162709"/>
                <a:gd name="connsiteX1" fmla="*/ 157086 w 167537"/>
                <a:gd name="connsiteY1" fmla="*/ 147264 h 162709"/>
                <a:gd name="connsiteX2" fmla="*/ 104552 w 167537"/>
                <a:gd name="connsiteY2" fmla="*/ 66792 h 162709"/>
                <a:gd name="connsiteX3" fmla="*/ 140403 w 167537"/>
                <a:gd name="connsiteY3" fmla="*/ 22320 h 162709"/>
                <a:gd name="connsiteX4" fmla="*/ 165249 w 167537"/>
                <a:gd name="connsiteY4" fmla="*/ 8555 h 162709"/>
                <a:gd name="connsiteX5" fmla="*/ 165249 w 167537"/>
                <a:gd name="connsiteY5" fmla="*/ 85 h 162709"/>
                <a:gd name="connsiteX6" fmla="*/ 105617 w 167537"/>
                <a:gd name="connsiteY6" fmla="*/ 85 h 162709"/>
                <a:gd name="connsiteX7" fmla="*/ 105617 w 167537"/>
                <a:gd name="connsiteY7" fmla="*/ 8555 h 162709"/>
                <a:gd name="connsiteX8" fmla="*/ 112716 w 167537"/>
                <a:gd name="connsiteY8" fmla="*/ 9261 h 162709"/>
                <a:gd name="connsiteX9" fmla="*/ 123720 w 167537"/>
                <a:gd name="connsiteY9" fmla="*/ 17026 h 162709"/>
                <a:gd name="connsiteX10" fmla="*/ 110232 w 167537"/>
                <a:gd name="connsiteY10" fmla="*/ 39615 h 162709"/>
                <a:gd name="connsiteX11" fmla="*/ 97453 w 167537"/>
                <a:gd name="connsiteY11" fmla="*/ 55850 h 162709"/>
                <a:gd name="connsiteX12" fmla="*/ 92839 w 167537"/>
                <a:gd name="connsiteY12" fmla="*/ 49850 h 162709"/>
                <a:gd name="connsiteX13" fmla="*/ 72252 w 167537"/>
                <a:gd name="connsiteY13" fmla="*/ 15261 h 162709"/>
                <a:gd name="connsiteX14" fmla="*/ 88934 w 167537"/>
                <a:gd name="connsiteY14" fmla="*/ 8555 h 162709"/>
                <a:gd name="connsiteX15" fmla="*/ 88934 w 167537"/>
                <a:gd name="connsiteY15" fmla="*/ 85 h 162709"/>
                <a:gd name="connsiteX16" fmla="*/ 196 w 167537"/>
                <a:gd name="connsiteY16" fmla="*/ 85 h 162709"/>
                <a:gd name="connsiteX17" fmla="*/ 196 w 167537"/>
                <a:gd name="connsiteY17" fmla="*/ 8555 h 162709"/>
                <a:gd name="connsiteX18" fmla="*/ 18654 w 167537"/>
                <a:gd name="connsiteY18" fmla="*/ 22320 h 162709"/>
                <a:gd name="connsiteX19" fmla="*/ 64088 w 167537"/>
                <a:gd name="connsiteY19" fmla="*/ 91851 h 162709"/>
                <a:gd name="connsiteX20" fmla="*/ 41016 w 167537"/>
                <a:gd name="connsiteY20" fmla="*/ 121499 h 162709"/>
                <a:gd name="connsiteX21" fmla="*/ 906 w 167537"/>
                <a:gd name="connsiteY21" fmla="*/ 154323 h 162709"/>
                <a:gd name="connsiteX22" fmla="*/ 906 w 167537"/>
                <a:gd name="connsiteY22" fmla="*/ 162794 h 162709"/>
                <a:gd name="connsiteX23" fmla="*/ 60893 w 167537"/>
                <a:gd name="connsiteY23" fmla="*/ 162794 h 162709"/>
                <a:gd name="connsiteX24" fmla="*/ 60893 w 167537"/>
                <a:gd name="connsiteY24" fmla="*/ 154323 h 162709"/>
                <a:gd name="connsiteX25" fmla="*/ 43146 w 167537"/>
                <a:gd name="connsiteY25" fmla="*/ 145852 h 162709"/>
                <a:gd name="connsiteX26" fmla="*/ 65863 w 167537"/>
                <a:gd name="connsiteY26" fmla="*/ 109499 h 162709"/>
                <a:gd name="connsiteX27" fmla="*/ 71542 w 167537"/>
                <a:gd name="connsiteY27" fmla="*/ 102440 h 162709"/>
                <a:gd name="connsiteX28" fmla="*/ 86450 w 167537"/>
                <a:gd name="connsiteY28" fmla="*/ 124675 h 162709"/>
                <a:gd name="connsiteX29" fmla="*/ 98163 w 167537"/>
                <a:gd name="connsiteY29" fmla="*/ 147264 h 162709"/>
                <a:gd name="connsiteX30" fmla="*/ 82190 w 167537"/>
                <a:gd name="connsiteY30" fmla="*/ 154323 h 162709"/>
                <a:gd name="connsiteX31" fmla="*/ 82190 w 167537"/>
                <a:gd name="connsiteY31" fmla="*/ 162794 h 162709"/>
                <a:gd name="connsiteX32" fmla="*/ 167734 w 167537"/>
                <a:gd name="connsiteY32" fmla="*/ 162794 h 162709"/>
                <a:gd name="connsiteX33" fmla="*/ 167734 w 167537"/>
                <a:gd name="connsiteY33" fmla="*/ 154323 h 16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7537" h="162709">
                  <a:moveTo>
                    <a:pt x="167734" y="154323"/>
                  </a:moveTo>
                  <a:cubicBezTo>
                    <a:pt x="162055" y="152558"/>
                    <a:pt x="159570" y="151146"/>
                    <a:pt x="157086" y="147264"/>
                  </a:cubicBezTo>
                  <a:lnTo>
                    <a:pt x="104552" y="66792"/>
                  </a:lnTo>
                  <a:lnTo>
                    <a:pt x="140403" y="22320"/>
                  </a:lnTo>
                  <a:cubicBezTo>
                    <a:pt x="147147" y="14203"/>
                    <a:pt x="154246" y="10320"/>
                    <a:pt x="165249" y="8555"/>
                  </a:cubicBezTo>
                  <a:lnTo>
                    <a:pt x="165249" y="85"/>
                  </a:lnTo>
                  <a:lnTo>
                    <a:pt x="105617" y="85"/>
                  </a:lnTo>
                  <a:lnTo>
                    <a:pt x="105617" y="8555"/>
                  </a:lnTo>
                  <a:cubicBezTo>
                    <a:pt x="108812" y="8908"/>
                    <a:pt x="111651" y="9261"/>
                    <a:pt x="112716" y="9261"/>
                  </a:cubicBezTo>
                  <a:cubicBezTo>
                    <a:pt x="120880" y="9614"/>
                    <a:pt x="123720" y="11732"/>
                    <a:pt x="123720" y="17026"/>
                  </a:cubicBezTo>
                  <a:cubicBezTo>
                    <a:pt x="123720" y="22320"/>
                    <a:pt x="120170" y="28321"/>
                    <a:pt x="110232" y="39615"/>
                  </a:cubicBezTo>
                  <a:cubicBezTo>
                    <a:pt x="108102" y="41733"/>
                    <a:pt x="102778" y="48439"/>
                    <a:pt x="97453" y="55850"/>
                  </a:cubicBezTo>
                  <a:cubicBezTo>
                    <a:pt x="95324" y="53380"/>
                    <a:pt x="93904" y="51262"/>
                    <a:pt x="92839" y="49850"/>
                  </a:cubicBezTo>
                  <a:cubicBezTo>
                    <a:pt x="81480" y="35027"/>
                    <a:pt x="72252" y="19850"/>
                    <a:pt x="72252" y="15261"/>
                  </a:cubicBezTo>
                  <a:cubicBezTo>
                    <a:pt x="72252" y="11026"/>
                    <a:pt x="77221" y="8908"/>
                    <a:pt x="88934" y="8555"/>
                  </a:cubicBezTo>
                  <a:lnTo>
                    <a:pt x="88934" y="85"/>
                  </a:lnTo>
                  <a:lnTo>
                    <a:pt x="196" y="85"/>
                  </a:lnTo>
                  <a:lnTo>
                    <a:pt x="196" y="8555"/>
                  </a:lnTo>
                  <a:cubicBezTo>
                    <a:pt x="9425" y="9967"/>
                    <a:pt x="11555" y="11732"/>
                    <a:pt x="18654" y="22320"/>
                  </a:cubicBezTo>
                  <a:lnTo>
                    <a:pt x="64088" y="91851"/>
                  </a:lnTo>
                  <a:cubicBezTo>
                    <a:pt x="53794" y="104910"/>
                    <a:pt x="44210" y="116558"/>
                    <a:pt x="41016" y="121499"/>
                  </a:cubicBezTo>
                  <a:cubicBezTo>
                    <a:pt x="21138" y="147617"/>
                    <a:pt x="14039" y="153617"/>
                    <a:pt x="906" y="154323"/>
                  </a:cubicBezTo>
                  <a:lnTo>
                    <a:pt x="906" y="162794"/>
                  </a:lnTo>
                  <a:lnTo>
                    <a:pt x="60893" y="162794"/>
                  </a:lnTo>
                  <a:lnTo>
                    <a:pt x="60893" y="154323"/>
                  </a:lnTo>
                  <a:cubicBezTo>
                    <a:pt x="48115" y="153617"/>
                    <a:pt x="43146" y="151146"/>
                    <a:pt x="43146" y="145852"/>
                  </a:cubicBezTo>
                  <a:cubicBezTo>
                    <a:pt x="43146" y="140558"/>
                    <a:pt x="52374" y="125734"/>
                    <a:pt x="65863" y="109499"/>
                  </a:cubicBezTo>
                  <a:cubicBezTo>
                    <a:pt x="66572" y="108440"/>
                    <a:pt x="69057" y="105616"/>
                    <a:pt x="71542" y="102440"/>
                  </a:cubicBezTo>
                  <a:cubicBezTo>
                    <a:pt x="78286" y="112675"/>
                    <a:pt x="84320" y="121499"/>
                    <a:pt x="86450" y="124675"/>
                  </a:cubicBezTo>
                  <a:cubicBezTo>
                    <a:pt x="94614" y="136323"/>
                    <a:pt x="98163" y="143029"/>
                    <a:pt x="98163" y="147264"/>
                  </a:cubicBezTo>
                  <a:cubicBezTo>
                    <a:pt x="98163" y="151499"/>
                    <a:pt x="93194" y="153617"/>
                    <a:pt x="82190" y="154323"/>
                  </a:cubicBezTo>
                  <a:lnTo>
                    <a:pt x="82190" y="162794"/>
                  </a:lnTo>
                  <a:lnTo>
                    <a:pt x="167734" y="162794"/>
                  </a:lnTo>
                  <a:lnTo>
                    <a:pt x="167734" y="154323"/>
                  </a:lnTo>
                  <a:close/>
                </a:path>
              </a:pathLst>
            </a:custGeom>
            <a:solidFill>
              <a:srgbClr val="FFFF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6A8D3D-3B33-6C47-F926-0E7544BB0EE9}"/>
                </a:ext>
              </a:extLst>
            </p:cNvPr>
            <p:cNvSpPr/>
            <p:nvPr>
              <p:custDataLst>
                <p:tags r:id="rId4"/>
              </p:custDataLst>
            </p:nvPr>
          </p:nvSpPr>
          <p:spPr>
            <a:xfrm>
              <a:off x="8979908" y="3161863"/>
              <a:ext cx="164343" cy="171885"/>
            </a:xfrm>
            <a:custGeom>
              <a:avLst/>
              <a:gdLst>
                <a:gd name="connsiteX0" fmla="*/ 159220 w 164343"/>
                <a:gd name="connsiteY0" fmla="*/ 144440 h 171885"/>
                <a:gd name="connsiteX1" fmla="*/ 155671 w 164343"/>
                <a:gd name="connsiteY1" fmla="*/ 147970 h 171885"/>
                <a:gd name="connsiteX2" fmla="*/ 151766 w 164343"/>
                <a:gd name="connsiteY2" fmla="*/ 149382 h 171885"/>
                <a:gd name="connsiteX3" fmla="*/ 144312 w 164343"/>
                <a:gd name="connsiteY3" fmla="*/ 140558 h 171885"/>
                <a:gd name="connsiteX4" fmla="*/ 144312 w 164343"/>
                <a:gd name="connsiteY4" fmla="*/ 48439 h 171885"/>
                <a:gd name="connsiteX5" fmla="*/ 74031 w 164343"/>
                <a:gd name="connsiteY5" fmla="*/ 85 h 171885"/>
                <a:gd name="connsiteX6" fmla="*/ 6945 w 164343"/>
                <a:gd name="connsiteY6" fmla="*/ 44556 h 171885"/>
                <a:gd name="connsiteX7" fmla="*/ 30017 w 164343"/>
                <a:gd name="connsiteY7" fmla="*/ 67851 h 171885"/>
                <a:gd name="connsiteX8" fmla="*/ 54154 w 164343"/>
                <a:gd name="connsiteY8" fmla="*/ 47380 h 171885"/>
                <a:gd name="connsiteX9" fmla="*/ 47765 w 164343"/>
                <a:gd name="connsiteY9" fmla="*/ 32203 h 171885"/>
                <a:gd name="connsiteX10" fmla="*/ 43505 w 164343"/>
                <a:gd name="connsiteY10" fmla="*/ 24438 h 171885"/>
                <a:gd name="connsiteX11" fmla="*/ 65867 w 164343"/>
                <a:gd name="connsiteY11" fmla="*/ 11379 h 171885"/>
                <a:gd name="connsiteX12" fmla="*/ 95684 w 164343"/>
                <a:gd name="connsiteY12" fmla="*/ 42438 h 171885"/>
                <a:gd name="connsiteX13" fmla="*/ 95684 w 164343"/>
                <a:gd name="connsiteY13" fmla="*/ 68204 h 171885"/>
                <a:gd name="connsiteX14" fmla="*/ 22918 w 164343"/>
                <a:gd name="connsiteY14" fmla="*/ 96792 h 171885"/>
                <a:gd name="connsiteX15" fmla="*/ 201 w 164343"/>
                <a:gd name="connsiteY15" fmla="*/ 134558 h 171885"/>
                <a:gd name="connsiteX16" fmla="*/ 39601 w 164343"/>
                <a:gd name="connsiteY16" fmla="*/ 171970 h 171885"/>
                <a:gd name="connsiteX17" fmla="*/ 95684 w 164343"/>
                <a:gd name="connsiteY17" fmla="*/ 147264 h 171885"/>
                <a:gd name="connsiteX18" fmla="*/ 124790 w 164343"/>
                <a:gd name="connsiteY18" fmla="*/ 171970 h 171885"/>
                <a:gd name="connsiteX19" fmla="*/ 164545 w 164343"/>
                <a:gd name="connsiteY19" fmla="*/ 151852 h 171885"/>
                <a:gd name="connsiteX20" fmla="*/ 159220 w 164343"/>
                <a:gd name="connsiteY20" fmla="*/ 144440 h 171885"/>
                <a:gd name="connsiteX21" fmla="*/ 95329 w 164343"/>
                <a:gd name="connsiteY21" fmla="*/ 131734 h 171885"/>
                <a:gd name="connsiteX22" fmla="*/ 70127 w 164343"/>
                <a:gd name="connsiteY22" fmla="*/ 146911 h 171885"/>
                <a:gd name="connsiteX23" fmla="*/ 52024 w 164343"/>
                <a:gd name="connsiteY23" fmla="*/ 123264 h 171885"/>
                <a:gd name="connsiteX24" fmla="*/ 95329 w 164343"/>
                <a:gd name="connsiteY24" fmla="*/ 80557 h 171885"/>
                <a:gd name="connsiteX25" fmla="*/ 95329 w 164343"/>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343" h="171885">
                  <a:moveTo>
                    <a:pt x="159220" y="144440"/>
                  </a:moveTo>
                  <a:lnTo>
                    <a:pt x="155671" y="147970"/>
                  </a:lnTo>
                  <a:cubicBezTo>
                    <a:pt x="154606" y="149029"/>
                    <a:pt x="153541" y="149382"/>
                    <a:pt x="151766" y="149382"/>
                  </a:cubicBezTo>
                  <a:cubicBezTo>
                    <a:pt x="146797" y="149382"/>
                    <a:pt x="144312" y="146205"/>
                    <a:pt x="144312" y="140558"/>
                  </a:cubicBezTo>
                  <a:lnTo>
                    <a:pt x="144312" y="48439"/>
                  </a:lnTo>
                  <a:cubicBezTo>
                    <a:pt x="144312" y="18791"/>
                    <a:pt x="117336" y="85"/>
                    <a:pt x="74031" y="85"/>
                  </a:cubicBezTo>
                  <a:cubicBezTo>
                    <a:pt x="33922" y="85"/>
                    <a:pt x="6945" y="18085"/>
                    <a:pt x="6945" y="44556"/>
                  </a:cubicBezTo>
                  <a:cubicBezTo>
                    <a:pt x="6945" y="59027"/>
                    <a:pt x="15464" y="67851"/>
                    <a:pt x="30017" y="67851"/>
                  </a:cubicBezTo>
                  <a:cubicBezTo>
                    <a:pt x="44215" y="67851"/>
                    <a:pt x="54154" y="59380"/>
                    <a:pt x="54154" y="47380"/>
                  </a:cubicBezTo>
                  <a:cubicBezTo>
                    <a:pt x="54154" y="42438"/>
                    <a:pt x="52024" y="37850"/>
                    <a:pt x="47765" y="32203"/>
                  </a:cubicBezTo>
                  <a:cubicBezTo>
                    <a:pt x="44570" y="28673"/>
                    <a:pt x="43505" y="26556"/>
                    <a:pt x="43505" y="24438"/>
                  </a:cubicBezTo>
                  <a:cubicBezTo>
                    <a:pt x="43505" y="17026"/>
                    <a:pt x="53444" y="11379"/>
                    <a:pt x="65867" y="11379"/>
                  </a:cubicBezTo>
                  <a:cubicBezTo>
                    <a:pt x="86455" y="11379"/>
                    <a:pt x="95684" y="20909"/>
                    <a:pt x="95684" y="42438"/>
                  </a:cubicBezTo>
                  <a:lnTo>
                    <a:pt x="95684" y="68204"/>
                  </a:lnTo>
                  <a:cubicBezTo>
                    <a:pt x="53444" y="80910"/>
                    <a:pt x="36051" y="87969"/>
                    <a:pt x="22918" y="96792"/>
                  </a:cubicBezTo>
                  <a:cubicBezTo>
                    <a:pt x="7655" y="107381"/>
                    <a:pt x="201" y="119381"/>
                    <a:pt x="201" y="134558"/>
                  </a:cubicBezTo>
                  <a:cubicBezTo>
                    <a:pt x="201" y="156088"/>
                    <a:pt x="16884" y="171970"/>
                    <a:pt x="39601" y="171970"/>
                  </a:cubicBezTo>
                  <a:cubicBezTo>
                    <a:pt x="59833" y="171970"/>
                    <a:pt x="76161" y="164911"/>
                    <a:pt x="95684" y="147264"/>
                  </a:cubicBezTo>
                  <a:cubicBezTo>
                    <a:pt x="99588" y="165264"/>
                    <a:pt x="107397" y="171970"/>
                    <a:pt x="124790" y="171970"/>
                  </a:cubicBezTo>
                  <a:cubicBezTo>
                    <a:pt x="140053" y="171970"/>
                    <a:pt x="151056" y="166323"/>
                    <a:pt x="164545" y="151852"/>
                  </a:cubicBezTo>
                  <a:lnTo>
                    <a:pt x="159220" y="144440"/>
                  </a:lnTo>
                  <a:close/>
                  <a:moveTo>
                    <a:pt x="95329" y="131734"/>
                  </a:moveTo>
                  <a:cubicBezTo>
                    <a:pt x="85745" y="142676"/>
                    <a:pt x="78646" y="146911"/>
                    <a:pt x="70127" y="146911"/>
                  </a:cubicBezTo>
                  <a:cubicBezTo>
                    <a:pt x="59478" y="146911"/>
                    <a:pt x="52024" y="137381"/>
                    <a:pt x="52024" y="123264"/>
                  </a:cubicBezTo>
                  <a:cubicBezTo>
                    <a:pt x="52024" y="102793"/>
                    <a:pt x="66932" y="87969"/>
                    <a:pt x="95329" y="80557"/>
                  </a:cubicBezTo>
                  <a:lnTo>
                    <a:pt x="95329" y="131734"/>
                  </a:lnTo>
                  <a:close/>
                </a:path>
              </a:pathLst>
            </a:custGeom>
            <a:solidFill>
              <a:srgbClr val="FFFF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086BE46-7BB0-3171-18CD-B3E9FFFD4FDA}"/>
                </a:ext>
              </a:extLst>
            </p:cNvPr>
            <p:cNvSpPr/>
            <p:nvPr>
              <p:custDataLst>
                <p:tags r:id="rId5"/>
              </p:custDataLst>
            </p:nvPr>
          </p:nvSpPr>
          <p:spPr>
            <a:xfrm>
              <a:off x="9154856" y="3161863"/>
              <a:ext cx="283252" cy="166944"/>
            </a:xfrm>
            <a:custGeom>
              <a:avLst/>
              <a:gdLst>
                <a:gd name="connsiteX0" fmla="*/ 68002 w 283252"/>
                <a:gd name="connsiteY0" fmla="*/ 4320 h 166944"/>
                <a:gd name="connsiteX1" fmla="*/ 206 w 283252"/>
                <a:gd name="connsiteY1" fmla="*/ 4320 h 166944"/>
                <a:gd name="connsiteX2" fmla="*/ 206 w 283252"/>
                <a:gd name="connsiteY2" fmla="*/ 12791 h 166944"/>
                <a:gd name="connsiteX3" fmla="*/ 19729 w 283252"/>
                <a:gd name="connsiteY3" fmla="*/ 33615 h 166944"/>
                <a:gd name="connsiteX4" fmla="*/ 19729 w 283252"/>
                <a:gd name="connsiteY4" fmla="*/ 137381 h 166944"/>
                <a:gd name="connsiteX5" fmla="*/ 206 w 283252"/>
                <a:gd name="connsiteY5" fmla="*/ 158558 h 166944"/>
                <a:gd name="connsiteX6" fmla="*/ 206 w 283252"/>
                <a:gd name="connsiteY6" fmla="*/ 167029 h 166944"/>
                <a:gd name="connsiteX7" fmla="*/ 85395 w 283252"/>
                <a:gd name="connsiteY7" fmla="*/ 167029 h 166944"/>
                <a:gd name="connsiteX8" fmla="*/ 85395 w 283252"/>
                <a:gd name="connsiteY8" fmla="*/ 158558 h 166944"/>
                <a:gd name="connsiteX9" fmla="*/ 69067 w 283252"/>
                <a:gd name="connsiteY9" fmla="*/ 138440 h 166944"/>
                <a:gd name="connsiteX10" fmla="*/ 69067 w 283252"/>
                <a:gd name="connsiteY10" fmla="*/ 44203 h 166944"/>
                <a:gd name="connsiteX11" fmla="*/ 79361 w 283252"/>
                <a:gd name="connsiteY11" fmla="*/ 31850 h 166944"/>
                <a:gd name="connsiteX12" fmla="*/ 98883 w 283252"/>
                <a:gd name="connsiteY12" fmla="*/ 23732 h 166944"/>
                <a:gd name="connsiteX13" fmla="*/ 118051 w 283252"/>
                <a:gd name="connsiteY13" fmla="*/ 53027 h 166944"/>
                <a:gd name="connsiteX14" fmla="*/ 118051 w 283252"/>
                <a:gd name="connsiteY14" fmla="*/ 138440 h 166944"/>
                <a:gd name="connsiteX15" fmla="*/ 101013 w 283252"/>
                <a:gd name="connsiteY15" fmla="*/ 158558 h 166944"/>
                <a:gd name="connsiteX16" fmla="*/ 101013 w 283252"/>
                <a:gd name="connsiteY16" fmla="*/ 167029 h 166944"/>
                <a:gd name="connsiteX17" fmla="*/ 184072 w 283252"/>
                <a:gd name="connsiteY17" fmla="*/ 167029 h 166944"/>
                <a:gd name="connsiteX18" fmla="*/ 184072 w 283252"/>
                <a:gd name="connsiteY18" fmla="*/ 158558 h 166944"/>
                <a:gd name="connsiteX19" fmla="*/ 167389 w 283252"/>
                <a:gd name="connsiteY19" fmla="*/ 138440 h 166944"/>
                <a:gd name="connsiteX20" fmla="*/ 167389 w 283252"/>
                <a:gd name="connsiteY20" fmla="*/ 44203 h 166944"/>
                <a:gd name="connsiteX21" fmla="*/ 177683 w 283252"/>
                <a:gd name="connsiteY21" fmla="*/ 32203 h 166944"/>
                <a:gd name="connsiteX22" fmla="*/ 197560 w 283252"/>
                <a:gd name="connsiteY22" fmla="*/ 23732 h 166944"/>
                <a:gd name="connsiteX23" fmla="*/ 216373 w 283252"/>
                <a:gd name="connsiteY23" fmla="*/ 53027 h 166944"/>
                <a:gd name="connsiteX24" fmla="*/ 216373 w 283252"/>
                <a:gd name="connsiteY24" fmla="*/ 138440 h 166944"/>
                <a:gd name="connsiteX25" fmla="*/ 198980 w 283252"/>
                <a:gd name="connsiteY25" fmla="*/ 158558 h 166944"/>
                <a:gd name="connsiteX26" fmla="*/ 198980 w 283252"/>
                <a:gd name="connsiteY26" fmla="*/ 167029 h 166944"/>
                <a:gd name="connsiteX27" fmla="*/ 283459 w 283252"/>
                <a:gd name="connsiteY27" fmla="*/ 167029 h 166944"/>
                <a:gd name="connsiteX28" fmla="*/ 283459 w 283252"/>
                <a:gd name="connsiteY28" fmla="*/ 158558 h 166944"/>
                <a:gd name="connsiteX29" fmla="*/ 265711 w 283252"/>
                <a:gd name="connsiteY29" fmla="*/ 138440 h 166944"/>
                <a:gd name="connsiteX30" fmla="*/ 265711 w 283252"/>
                <a:gd name="connsiteY30" fmla="*/ 49850 h 166944"/>
                <a:gd name="connsiteX31" fmla="*/ 217792 w 283252"/>
                <a:gd name="connsiteY31" fmla="*/ 85 h 166944"/>
                <a:gd name="connsiteX32" fmla="*/ 165614 w 283252"/>
                <a:gd name="connsiteY32" fmla="*/ 30791 h 166944"/>
                <a:gd name="connsiteX33" fmla="*/ 120180 w 283252"/>
                <a:gd name="connsiteY33" fmla="*/ 85 h 166944"/>
                <a:gd name="connsiteX34" fmla="*/ 68002 w 283252"/>
                <a:gd name="connsiteY34" fmla="*/ 30791 h 166944"/>
                <a:gd name="connsiteX35" fmla="*/ 68002 w 283252"/>
                <a:gd name="connsiteY35"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83252" h="166944">
                  <a:moveTo>
                    <a:pt x="68002" y="4320"/>
                  </a:moveTo>
                  <a:lnTo>
                    <a:pt x="206" y="4320"/>
                  </a:lnTo>
                  <a:lnTo>
                    <a:pt x="206" y="12791"/>
                  </a:lnTo>
                  <a:cubicBezTo>
                    <a:pt x="15824" y="14909"/>
                    <a:pt x="19729" y="19144"/>
                    <a:pt x="19729" y="33615"/>
                  </a:cubicBezTo>
                  <a:lnTo>
                    <a:pt x="19729" y="137381"/>
                  </a:lnTo>
                  <a:cubicBezTo>
                    <a:pt x="19729" y="151852"/>
                    <a:pt x="15824" y="155735"/>
                    <a:pt x="206" y="158558"/>
                  </a:cubicBezTo>
                  <a:lnTo>
                    <a:pt x="206" y="167029"/>
                  </a:lnTo>
                  <a:lnTo>
                    <a:pt x="85395" y="167029"/>
                  </a:lnTo>
                  <a:lnTo>
                    <a:pt x="85395" y="158558"/>
                  </a:lnTo>
                  <a:cubicBezTo>
                    <a:pt x="72972" y="156794"/>
                    <a:pt x="69067" y="151852"/>
                    <a:pt x="69067" y="138440"/>
                  </a:cubicBezTo>
                  <a:lnTo>
                    <a:pt x="69067" y="44203"/>
                  </a:lnTo>
                  <a:cubicBezTo>
                    <a:pt x="69067" y="42085"/>
                    <a:pt x="74746" y="35379"/>
                    <a:pt x="79361" y="31850"/>
                  </a:cubicBezTo>
                  <a:cubicBezTo>
                    <a:pt x="86815" y="26203"/>
                    <a:pt x="92849" y="23732"/>
                    <a:pt x="98883" y="23732"/>
                  </a:cubicBezTo>
                  <a:cubicBezTo>
                    <a:pt x="112726" y="23732"/>
                    <a:pt x="118051" y="31850"/>
                    <a:pt x="118051" y="53027"/>
                  </a:cubicBezTo>
                  <a:lnTo>
                    <a:pt x="118051" y="138440"/>
                  </a:lnTo>
                  <a:cubicBezTo>
                    <a:pt x="118051" y="152911"/>
                    <a:pt x="114146" y="157499"/>
                    <a:pt x="101013" y="158558"/>
                  </a:cubicBezTo>
                  <a:lnTo>
                    <a:pt x="101013" y="167029"/>
                  </a:lnTo>
                  <a:lnTo>
                    <a:pt x="184072" y="167029"/>
                  </a:lnTo>
                  <a:lnTo>
                    <a:pt x="184072" y="158558"/>
                  </a:lnTo>
                  <a:cubicBezTo>
                    <a:pt x="171648" y="157147"/>
                    <a:pt x="167389" y="151852"/>
                    <a:pt x="167389" y="138440"/>
                  </a:cubicBezTo>
                  <a:lnTo>
                    <a:pt x="167389" y="44203"/>
                  </a:lnTo>
                  <a:cubicBezTo>
                    <a:pt x="167389" y="42438"/>
                    <a:pt x="173068" y="35732"/>
                    <a:pt x="177683" y="32203"/>
                  </a:cubicBezTo>
                  <a:cubicBezTo>
                    <a:pt x="185492" y="26203"/>
                    <a:pt x="191526" y="23732"/>
                    <a:pt x="197560" y="23732"/>
                  </a:cubicBezTo>
                  <a:cubicBezTo>
                    <a:pt x="211048" y="23732"/>
                    <a:pt x="216373" y="32203"/>
                    <a:pt x="216373" y="53027"/>
                  </a:cubicBezTo>
                  <a:lnTo>
                    <a:pt x="216373" y="138440"/>
                  </a:lnTo>
                  <a:cubicBezTo>
                    <a:pt x="216373" y="153264"/>
                    <a:pt x="212468" y="157499"/>
                    <a:pt x="198980" y="158558"/>
                  </a:cubicBezTo>
                  <a:lnTo>
                    <a:pt x="198980" y="167029"/>
                  </a:lnTo>
                  <a:lnTo>
                    <a:pt x="283459" y="167029"/>
                  </a:lnTo>
                  <a:lnTo>
                    <a:pt x="283459" y="158558"/>
                  </a:lnTo>
                  <a:cubicBezTo>
                    <a:pt x="269616" y="157852"/>
                    <a:pt x="265711" y="153617"/>
                    <a:pt x="265711" y="138440"/>
                  </a:cubicBezTo>
                  <a:lnTo>
                    <a:pt x="265711" y="49850"/>
                  </a:lnTo>
                  <a:cubicBezTo>
                    <a:pt x="265711" y="19497"/>
                    <a:pt x="246899" y="85"/>
                    <a:pt x="217792" y="85"/>
                  </a:cubicBezTo>
                  <a:cubicBezTo>
                    <a:pt x="197560" y="85"/>
                    <a:pt x="184072" y="8203"/>
                    <a:pt x="165614" y="30791"/>
                  </a:cubicBezTo>
                  <a:cubicBezTo>
                    <a:pt x="154966" y="8555"/>
                    <a:pt x="142542" y="85"/>
                    <a:pt x="120180" y="85"/>
                  </a:cubicBezTo>
                  <a:cubicBezTo>
                    <a:pt x="97818" y="85"/>
                    <a:pt x="81490" y="9614"/>
                    <a:pt x="68002" y="30791"/>
                  </a:cubicBezTo>
                  <a:lnTo>
                    <a:pt x="68002" y="4320"/>
                  </a:lnTo>
                  <a:close/>
                </a:path>
              </a:pathLst>
            </a:custGeom>
            <a:solidFill>
              <a:srgbClr val="FFFF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0CB1F4F-C96E-FF3E-46E1-85F6839C5C0E}"/>
                </a:ext>
              </a:extLst>
            </p:cNvPr>
            <p:cNvSpPr/>
            <p:nvPr>
              <p:custDataLst>
                <p:tags r:id="rId6"/>
              </p:custDataLst>
            </p:nvPr>
          </p:nvSpPr>
          <p:spPr>
            <a:xfrm>
              <a:off x="9452704" y="3161863"/>
              <a:ext cx="179251" cy="239298"/>
            </a:xfrm>
            <a:custGeom>
              <a:avLst/>
              <a:gdLst>
                <a:gd name="connsiteX0" fmla="*/ 68720 w 179251"/>
                <a:gd name="connsiteY0" fmla="*/ 4320 h 239298"/>
                <a:gd name="connsiteX1" fmla="*/ 924 w 179251"/>
                <a:gd name="connsiteY1" fmla="*/ 4320 h 239298"/>
                <a:gd name="connsiteX2" fmla="*/ 924 w 179251"/>
                <a:gd name="connsiteY2" fmla="*/ 12791 h 239298"/>
                <a:gd name="connsiteX3" fmla="*/ 20092 w 179251"/>
                <a:gd name="connsiteY3" fmla="*/ 33615 h 239298"/>
                <a:gd name="connsiteX4" fmla="*/ 20092 w 179251"/>
                <a:gd name="connsiteY4" fmla="*/ 210442 h 239298"/>
                <a:gd name="connsiteX5" fmla="*/ 214 w 179251"/>
                <a:gd name="connsiteY5" fmla="*/ 230913 h 239298"/>
                <a:gd name="connsiteX6" fmla="*/ 214 w 179251"/>
                <a:gd name="connsiteY6" fmla="*/ 239383 h 239298"/>
                <a:gd name="connsiteX7" fmla="*/ 97117 w 179251"/>
                <a:gd name="connsiteY7" fmla="*/ 239383 h 239298"/>
                <a:gd name="connsiteX8" fmla="*/ 97117 w 179251"/>
                <a:gd name="connsiteY8" fmla="*/ 231971 h 239298"/>
                <a:gd name="connsiteX9" fmla="*/ 69430 w 179251"/>
                <a:gd name="connsiteY9" fmla="*/ 200206 h 239298"/>
                <a:gd name="connsiteX10" fmla="*/ 69430 w 179251"/>
                <a:gd name="connsiteY10" fmla="*/ 150441 h 239298"/>
                <a:gd name="connsiteX11" fmla="*/ 111315 w 179251"/>
                <a:gd name="connsiteY11" fmla="*/ 171617 h 239298"/>
                <a:gd name="connsiteX12" fmla="*/ 179466 w 179251"/>
                <a:gd name="connsiteY12" fmla="*/ 82675 h 239298"/>
                <a:gd name="connsiteX13" fmla="*/ 113444 w 179251"/>
                <a:gd name="connsiteY13" fmla="*/ 85 h 239298"/>
                <a:gd name="connsiteX14" fmla="*/ 68720 w 179251"/>
                <a:gd name="connsiteY14" fmla="*/ 28673 h 239298"/>
                <a:gd name="connsiteX15" fmla="*/ 68720 w 179251"/>
                <a:gd name="connsiteY15" fmla="*/ 4320 h 239298"/>
                <a:gd name="connsiteX16" fmla="*/ 69430 w 179251"/>
                <a:gd name="connsiteY16" fmla="*/ 44909 h 239298"/>
                <a:gd name="connsiteX17" fmla="*/ 76884 w 179251"/>
                <a:gd name="connsiteY17" fmla="*/ 32203 h 239298"/>
                <a:gd name="connsiteX18" fmla="*/ 99956 w 179251"/>
                <a:gd name="connsiteY18" fmla="*/ 20203 h 239298"/>
                <a:gd name="connsiteX19" fmla="*/ 126933 w 179251"/>
                <a:gd name="connsiteY19" fmla="*/ 87616 h 239298"/>
                <a:gd name="connsiteX20" fmla="*/ 96762 w 179251"/>
                <a:gd name="connsiteY20" fmla="*/ 152205 h 239298"/>
                <a:gd name="connsiteX21" fmla="*/ 69430 w 179251"/>
                <a:gd name="connsiteY21" fmla="*/ 130675 h 239298"/>
                <a:gd name="connsiteX22" fmla="*/ 69430 w 179251"/>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9251" h="239298">
                  <a:moveTo>
                    <a:pt x="68720" y="4320"/>
                  </a:moveTo>
                  <a:lnTo>
                    <a:pt x="924" y="4320"/>
                  </a:lnTo>
                  <a:lnTo>
                    <a:pt x="924" y="12791"/>
                  </a:lnTo>
                  <a:cubicBezTo>
                    <a:pt x="16542" y="15261"/>
                    <a:pt x="20092" y="18791"/>
                    <a:pt x="20092" y="33615"/>
                  </a:cubicBezTo>
                  <a:lnTo>
                    <a:pt x="20092" y="210442"/>
                  </a:lnTo>
                  <a:cubicBezTo>
                    <a:pt x="20092" y="224913"/>
                    <a:pt x="17252" y="228089"/>
                    <a:pt x="214" y="230913"/>
                  </a:cubicBezTo>
                  <a:lnTo>
                    <a:pt x="214" y="239383"/>
                  </a:lnTo>
                  <a:lnTo>
                    <a:pt x="97117" y="239383"/>
                  </a:lnTo>
                  <a:lnTo>
                    <a:pt x="97117" y="231971"/>
                  </a:lnTo>
                  <a:cubicBezTo>
                    <a:pt x="75465" y="230913"/>
                    <a:pt x="69430" y="223854"/>
                    <a:pt x="69430" y="200206"/>
                  </a:cubicBezTo>
                  <a:lnTo>
                    <a:pt x="69430" y="150441"/>
                  </a:lnTo>
                  <a:cubicBezTo>
                    <a:pt x="86468" y="167029"/>
                    <a:pt x="95697" y="171617"/>
                    <a:pt x="111315" y="171617"/>
                  </a:cubicBezTo>
                  <a:cubicBezTo>
                    <a:pt x="151070" y="171617"/>
                    <a:pt x="179466" y="134911"/>
                    <a:pt x="179466" y="82675"/>
                  </a:cubicBezTo>
                  <a:cubicBezTo>
                    <a:pt x="179466" y="33615"/>
                    <a:pt x="152844" y="85"/>
                    <a:pt x="113444" y="85"/>
                  </a:cubicBezTo>
                  <a:cubicBezTo>
                    <a:pt x="92502" y="85"/>
                    <a:pt x="79724" y="8203"/>
                    <a:pt x="68720" y="28673"/>
                  </a:cubicBezTo>
                  <a:lnTo>
                    <a:pt x="68720" y="4320"/>
                  </a:lnTo>
                  <a:close/>
                  <a:moveTo>
                    <a:pt x="69430" y="44909"/>
                  </a:moveTo>
                  <a:cubicBezTo>
                    <a:pt x="69430" y="42438"/>
                    <a:pt x="72625" y="36791"/>
                    <a:pt x="76884" y="32203"/>
                  </a:cubicBezTo>
                  <a:cubicBezTo>
                    <a:pt x="83983" y="24438"/>
                    <a:pt x="92147" y="20203"/>
                    <a:pt x="99956" y="20203"/>
                  </a:cubicBezTo>
                  <a:cubicBezTo>
                    <a:pt x="118414" y="20203"/>
                    <a:pt x="126933" y="41380"/>
                    <a:pt x="126933" y="87616"/>
                  </a:cubicBezTo>
                  <a:cubicBezTo>
                    <a:pt x="126933" y="131381"/>
                    <a:pt x="116994" y="152205"/>
                    <a:pt x="96762" y="152205"/>
                  </a:cubicBezTo>
                  <a:cubicBezTo>
                    <a:pt x="85048" y="152205"/>
                    <a:pt x="74755" y="144087"/>
                    <a:pt x="69430" y="130675"/>
                  </a:cubicBezTo>
                  <a:lnTo>
                    <a:pt x="69430" y="44909"/>
                  </a:lnTo>
                  <a:close/>
                </a:path>
              </a:pathLst>
            </a:custGeom>
            <a:solidFill>
              <a:srgbClr val="FFFF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4B3611A-9A2C-9FAF-B64D-8E34E3712842}"/>
                </a:ext>
              </a:extLst>
            </p:cNvPr>
            <p:cNvSpPr/>
            <p:nvPr>
              <p:custDataLst>
                <p:tags r:id="rId7"/>
              </p:custDataLst>
            </p:nvPr>
          </p:nvSpPr>
          <p:spPr>
            <a:xfrm>
              <a:off x="9649731" y="3090214"/>
              <a:ext cx="84833" cy="238592"/>
            </a:xfrm>
            <a:custGeom>
              <a:avLst/>
              <a:gdLst>
                <a:gd name="connsiteX0" fmla="*/ 67661 w 84833"/>
                <a:gd name="connsiteY0" fmla="*/ 85 h 238592"/>
                <a:gd name="connsiteX1" fmla="*/ 220 w 84833"/>
                <a:gd name="connsiteY1" fmla="*/ 85 h 238592"/>
                <a:gd name="connsiteX2" fmla="*/ 220 w 84833"/>
                <a:gd name="connsiteY2" fmla="*/ 8555 h 238592"/>
                <a:gd name="connsiteX3" fmla="*/ 18323 w 84833"/>
                <a:gd name="connsiteY3" fmla="*/ 29026 h 238592"/>
                <a:gd name="connsiteX4" fmla="*/ 18323 w 84833"/>
                <a:gd name="connsiteY4" fmla="*/ 209030 h 238592"/>
                <a:gd name="connsiteX5" fmla="*/ 220 w 84833"/>
                <a:gd name="connsiteY5" fmla="*/ 230207 h 238592"/>
                <a:gd name="connsiteX6" fmla="*/ 220 w 84833"/>
                <a:gd name="connsiteY6" fmla="*/ 238678 h 238592"/>
                <a:gd name="connsiteX7" fmla="*/ 85054 w 84833"/>
                <a:gd name="connsiteY7" fmla="*/ 238678 h 238592"/>
                <a:gd name="connsiteX8" fmla="*/ 85054 w 84833"/>
                <a:gd name="connsiteY8" fmla="*/ 230207 h 238592"/>
                <a:gd name="connsiteX9" fmla="*/ 67661 w 84833"/>
                <a:gd name="connsiteY9" fmla="*/ 209030 h 238592"/>
                <a:gd name="connsiteX10" fmla="*/ 67661 w 84833"/>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33" h="238592">
                  <a:moveTo>
                    <a:pt x="67661" y="85"/>
                  </a:moveTo>
                  <a:lnTo>
                    <a:pt x="220" y="85"/>
                  </a:lnTo>
                  <a:lnTo>
                    <a:pt x="220" y="8555"/>
                  </a:lnTo>
                  <a:cubicBezTo>
                    <a:pt x="12643" y="9614"/>
                    <a:pt x="18323" y="15967"/>
                    <a:pt x="18323" y="29026"/>
                  </a:cubicBezTo>
                  <a:lnTo>
                    <a:pt x="18323" y="209030"/>
                  </a:lnTo>
                  <a:cubicBezTo>
                    <a:pt x="18323" y="222089"/>
                    <a:pt x="12288" y="229148"/>
                    <a:pt x="220" y="230207"/>
                  </a:cubicBezTo>
                  <a:lnTo>
                    <a:pt x="220" y="238678"/>
                  </a:lnTo>
                  <a:lnTo>
                    <a:pt x="85054" y="238678"/>
                  </a:lnTo>
                  <a:lnTo>
                    <a:pt x="85054" y="230207"/>
                  </a:lnTo>
                  <a:cubicBezTo>
                    <a:pt x="73340" y="229854"/>
                    <a:pt x="67661" y="223148"/>
                    <a:pt x="67661" y="209030"/>
                  </a:cubicBezTo>
                  <a:lnTo>
                    <a:pt x="67661" y="85"/>
                  </a:lnTo>
                  <a:close/>
                </a:path>
              </a:pathLst>
            </a:custGeom>
            <a:solidFill>
              <a:srgbClr val="FFFF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520E134-8F16-40FC-5865-3F0240818A2C}"/>
                </a:ext>
              </a:extLst>
            </p:cNvPr>
            <p:cNvSpPr/>
            <p:nvPr>
              <p:custDataLst>
                <p:tags r:id="rId8"/>
              </p:custDataLst>
            </p:nvPr>
          </p:nvSpPr>
          <p:spPr>
            <a:xfrm>
              <a:off x="9751970" y="3161863"/>
              <a:ext cx="142336" cy="171885"/>
            </a:xfrm>
            <a:custGeom>
              <a:avLst/>
              <a:gdLst>
                <a:gd name="connsiteX0" fmla="*/ 134040 w 142336"/>
                <a:gd name="connsiteY0" fmla="*/ 122911 h 171885"/>
                <a:gd name="connsiteX1" fmla="*/ 93575 w 142336"/>
                <a:gd name="connsiteY1" fmla="*/ 146558 h 171885"/>
                <a:gd name="connsiteX2" fmla="*/ 61985 w 142336"/>
                <a:gd name="connsiteY2" fmla="*/ 127852 h 171885"/>
                <a:gd name="connsiteX3" fmla="*/ 51336 w 142336"/>
                <a:gd name="connsiteY3" fmla="*/ 80557 h 171885"/>
                <a:gd name="connsiteX4" fmla="*/ 140784 w 142336"/>
                <a:gd name="connsiteY4" fmla="*/ 80557 h 171885"/>
                <a:gd name="connsiteX5" fmla="*/ 121972 w 142336"/>
                <a:gd name="connsiteY5" fmla="*/ 20909 h 171885"/>
                <a:gd name="connsiteX6" fmla="*/ 74408 w 142336"/>
                <a:gd name="connsiteY6" fmla="*/ 85 h 171885"/>
                <a:gd name="connsiteX7" fmla="*/ 223 w 142336"/>
                <a:gd name="connsiteY7" fmla="*/ 86557 h 171885"/>
                <a:gd name="connsiteX8" fmla="*/ 73343 w 142336"/>
                <a:gd name="connsiteY8" fmla="*/ 171970 h 171885"/>
                <a:gd name="connsiteX9" fmla="*/ 142559 w 142336"/>
                <a:gd name="connsiteY9" fmla="*/ 127852 h 171885"/>
                <a:gd name="connsiteX10" fmla="*/ 134040 w 142336"/>
                <a:gd name="connsiteY10" fmla="*/ 122911 h 171885"/>
                <a:gd name="connsiteX11" fmla="*/ 49561 w 142336"/>
                <a:gd name="connsiteY11" fmla="*/ 67498 h 171885"/>
                <a:gd name="connsiteX12" fmla="*/ 74408 w 142336"/>
                <a:gd name="connsiteY12" fmla="*/ 11026 h 171885"/>
                <a:gd name="connsiteX13" fmla="*/ 93930 w 142336"/>
                <a:gd name="connsiteY13" fmla="*/ 27615 h 171885"/>
                <a:gd name="connsiteX14" fmla="*/ 97125 w 142336"/>
                <a:gd name="connsiteY14" fmla="*/ 62204 h 171885"/>
                <a:gd name="connsiteX15" fmla="*/ 97125 w 142336"/>
                <a:gd name="connsiteY15" fmla="*/ 67498 h 171885"/>
                <a:gd name="connsiteX16" fmla="*/ 49561 w 142336"/>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336" h="171885">
                  <a:moveTo>
                    <a:pt x="134040" y="122911"/>
                  </a:moveTo>
                  <a:cubicBezTo>
                    <a:pt x="119842" y="140205"/>
                    <a:pt x="108838" y="146558"/>
                    <a:pt x="93575" y="146558"/>
                  </a:cubicBezTo>
                  <a:cubicBezTo>
                    <a:pt x="79732" y="146558"/>
                    <a:pt x="69439" y="140205"/>
                    <a:pt x="61985" y="127852"/>
                  </a:cubicBezTo>
                  <a:cubicBezTo>
                    <a:pt x="55595" y="116558"/>
                    <a:pt x="52756" y="104910"/>
                    <a:pt x="51336" y="80557"/>
                  </a:cubicBezTo>
                  <a:lnTo>
                    <a:pt x="140784" y="80557"/>
                  </a:lnTo>
                  <a:cubicBezTo>
                    <a:pt x="138654" y="50909"/>
                    <a:pt x="133330" y="34321"/>
                    <a:pt x="121972" y="20909"/>
                  </a:cubicBezTo>
                  <a:cubicBezTo>
                    <a:pt x="110258" y="7144"/>
                    <a:pt x="93930" y="85"/>
                    <a:pt x="74408" y="85"/>
                  </a:cubicBezTo>
                  <a:cubicBezTo>
                    <a:pt x="30039" y="85"/>
                    <a:pt x="223" y="35027"/>
                    <a:pt x="223" y="86557"/>
                  </a:cubicBezTo>
                  <a:cubicBezTo>
                    <a:pt x="223" y="138087"/>
                    <a:pt x="29329" y="171970"/>
                    <a:pt x="73343" y="171970"/>
                  </a:cubicBezTo>
                  <a:cubicBezTo>
                    <a:pt x="102094" y="171970"/>
                    <a:pt x="119487" y="160676"/>
                    <a:pt x="142559" y="127852"/>
                  </a:cubicBezTo>
                  <a:lnTo>
                    <a:pt x="134040" y="122911"/>
                  </a:lnTo>
                  <a:close/>
                  <a:moveTo>
                    <a:pt x="49561" y="67498"/>
                  </a:moveTo>
                  <a:cubicBezTo>
                    <a:pt x="50626" y="25144"/>
                    <a:pt x="57015" y="11026"/>
                    <a:pt x="74408" y="11026"/>
                  </a:cubicBezTo>
                  <a:cubicBezTo>
                    <a:pt x="84347" y="11026"/>
                    <a:pt x="91091" y="16673"/>
                    <a:pt x="93930" y="27615"/>
                  </a:cubicBezTo>
                  <a:cubicBezTo>
                    <a:pt x="95705" y="34321"/>
                    <a:pt x="96415" y="44203"/>
                    <a:pt x="97125" y="62204"/>
                  </a:cubicBezTo>
                  <a:lnTo>
                    <a:pt x="97125" y="67498"/>
                  </a:lnTo>
                  <a:lnTo>
                    <a:pt x="49561" y="67498"/>
                  </a:lnTo>
                  <a:close/>
                </a:path>
              </a:pathLst>
            </a:custGeom>
            <a:solidFill>
              <a:srgbClr val="FFFF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FB13F77-7359-0518-80B5-D6BCB8AA704F}"/>
                </a:ext>
              </a:extLst>
            </p:cNvPr>
            <p:cNvSpPr/>
            <p:nvPr>
              <p:custDataLst>
                <p:tags r:id="rId9"/>
              </p:custDataLst>
            </p:nvPr>
          </p:nvSpPr>
          <p:spPr>
            <a:xfrm>
              <a:off x="9930390" y="3162216"/>
              <a:ext cx="59987" cy="171179"/>
            </a:xfrm>
            <a:custGeom>
              <a:avLst/>
              <a:gdLst>
                <a:gd name="connsiteX0" fmla="*/ 30043 w 59987"/>
                <a:gd name="connsiteY0" fmla="*/ 111616 h 171179"/>
                <a:gd name="connsiteX1" fmla="*/ 227 w 59987"/>
                <a:gd name="connsiteY1" fmla="*/ 141264 h 171179"/>
                <a:gd name="connsiteX2" fmla="*/ 29688 w 59987"/>
                <a:gd name="connsiteY2" fmla="*/ 171264 h 171179"/>
                <a:gd name="connsiteX3" fmla="*/ 60214 w 59987"/>
                <a:gd name="connsiteY3" fmla="*/ 141970 h 171179"/>
                <a:gd name="connsiteX4" fmla="*/ 30043 w 59987"/>
                <a:gd name="connsiteY4" fmla="*/ 111616 h 171179"/>
                <a:gd name="connsiteX5" fmla="*/ 30043 w 59987"/>
                <a:gd name="connsiteY5" fmla="*/ 85 h 171179"/>
                <a:gd name="connsiteX6" fmla="*/ 227 w 59987"/>
                <a:gd name="connsiteY6" fmla="*/ 29379 h 171179"/>
                <a:gd name="connsiteX7" fmla="*/ 30043 w 59987"/>
                <a:gd name="connsiteY7" fmla="*/ 59733 h 171179"/>
                <a:gd name="connsiteX8" fmla="*/ 60214 w 59987"/>
                <a:gd name="connsiteY8" fmla="*/ 30085 h 171179"/>
                <a:gd name="connsiteX9" fmla="*/ 30043 w 59987"/>
                <a:gd name="connsiteY9" fmla="*/ 85 h 1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987" h="171179">
                  <a:moveTo>
                    <a:pt x="30043" y="111616"/>
                  </a:moveTo>
                  <a:cubicBezTo>
                    <a:pt x="13715" y="111616"/>
                    <a:pt x="227" y="125381"/>
                    <a:pt x="227" y="141264"/>
                  </a:cubicBezTo>
                  <a:cubicBezTo>
                    <a:pt x="227" y="158205"/>
                    <a:pt x="13005" y="171264"/>
                    <a:pt x="29688" y="171264"/>
                  </a:cubicBezTo>
                  <a:cubicBezTo>
                    <a:pt x="46726" y="171264"/>
                    <a:pt x="60214" y="158205"/>
                    <a:pt x="60214" y="141970"/>
                  </a:cubicBezTo>
                  <a:cubicBezTo>
                    <a:pt x="60214" y="125381"/>
                    <a:pt x="46726" y="111616"/>
                    <a:pt x="30043" y="111616"/>
                  </a:cubicBezTo>
                  <a:close/>
                  <a:moveTo>
                    <a:pt x="30043" y="85"/>
                  </a:moveTo>
                  <a:cubicBezTo>
                    <a:pt x="13715" y="85"/>
                    <a:pt x="227" y="13497"/>
                    <a:pt x="227" y="29379"/>
                  </a:cubicBezTo>
                  <a:cubicBezTo>
                    <a:pt x="227" y="46674"/>
                    <a:pt x="13005" y="59733"/>
                    <a:pt x="30043" y="59733"/>
                  </a:cubicBezTo>
                  <a:cubicBezTo>
                    <a:pt x="46726" y="59733"/>
                    <a:pt x="60214" y="46321"/>
                    <a:pt x="60214" y="30085"/>
                  </a:cubicBezTo>
                  <a:cubicBezTo>
                    <a:pt x="60214" y="13497"/>
                    <a:pt x="46726" y="85"/>
                    <a:pt x="30043" y="85"/>
                  </a:cubicBezTo>
                  <a:close/>
                </a:path>
              </a:pathLst>
            </a:custGeom>
            <a:solidFill>
              <a:srgbClr val="FFFF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C980C27-0EED-C0E6-8B2C-8DF84C39692F}"/>
                </a:ext>
              </a:extLst>
            </p:cNvPr>
            <p:cNvSpPr/>
            <p:nvPr>
              <p:custDataLst>
                <p:tags r:id="rId10"/>
              </p:custDataLst>
            </p:nvPr>
          </p:nvSpPr>
          <p:spPr>
            <a:xfrm>
              <a:off x="10141376" y="3090214"/>
              <a:ext cx="214746" cy="238592"/>
            </a:xfrm>
            <a:custGeom>
              <a:avLst/>
              <a:gdLst>
                <a:gd name="connsiteX0" fmla="*/ 79033 w 214746"/>
                <a:gd name="connsiteY0" fmla="*/ 197383 h 238592"/>
                <a:gd name="connsiteX1" fmla="*/ 44603 w 214746"/>
                <a:gd name="connsiteY1" fmla="*/ 229854 h 238592"/>
                <a:gd name="connsiteX2" fmla="*/ 44603 w 214746"/>
                <a:gd name="connsiteY2" fmla="*/ 238678 h 238592"/>
                <a:gd name="connsiteX3" fmla="*/ 171321 w 214746"/>
                <a:gd name="connsiteY3" fmla="*/ 238678 h 238592"/>
                <a:gd name="connsiteX4" fmla="*/ 171321 w 214746"/>
                <a:gd name="connsiteY4" fmla="*/ 229854 h 238592"/>
                <a:gd name="connsiteX5" fmla="*/ 136536 w 214746"/>
                <a:gd name="connsiteY5" fmla="*/ 197383 h 238592"/>
                <a:gd name="connsiteX6" fmla="*/ 136536 w 214746"/>
                <a:gd name="connsiteY6" fmla="*/ 11379 h 238592"/>
                <a:gd name="connsiteX7" fmla="*/ 204687 w 214746"/>
                <a:gd name="connsiteY7" fmla="*/ 71027 h 238592"/>
                <a:gd name="connsiteX8" fmla="*/ 214980 w 214746"/>
                <a:gd name="connsiteY8" fmla="*/ 71027 h 238592"/>
                <a:gd name="connsiteX9" fmla="*/ 214270 w 214746"/>
                <a:gd name="connsiteY9" fmla="*/ 85 h 238592"/>
                <a:gd name="connsiteX10" fmla="*/ 1298 w 214746"/>
                <a:gd name="connsiteY10" fmla="*/ 85 h 238592"/>
                <a:gd name="connsiteX11" fmla="*/ 234 w 214746"/>
                <a:gd name="connsiteY11" fmla="*/ 71027 h 238592"/>
                <a:gd name="connsiteX12" fmla="*/ 10527 w 214746"/>
                <a:gd name="connsiteY12" fmla="*/ 71027 h 238592"/>
                <a:gd name="connsiteX13" fmla="*/ 79033 w 214746"/>
                <a:gd name="connsiteY13" fmla="*/ 11379 h 238592"/>
                <a:gd name="connsiteX14" fmla="*/ 79033 w 214746"/>
                <a:gd name="connsiteY14" fmla="*/ 197383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746" h="238592">
                  <a:moveTo>
                    <a:pt x="79033" y="197383"/>
                  </a:moveTo>
                  <a:cubicBezTo>
                    <a:pt x="79033" y="223501"/>
                    <a:pt x="75129" y="227383"/>
                    <a:pt x="44603" y="229854"/>
                  </a:cubicBezTo>
                  <a:lnTo>
                    <a:pt x="44603" y="238678"/>
                  </a:lnTo>
                  <a:lnTo>
                    <a:pt x="171321" y="238678"/>
                  </a:lnTo>
                  <a:lnTo>
                    <a:pt x="171321" y="229854"/>
                  </a:lnTo>
                  <a:cubicBezTo>
                    <a:pt x="140440" y="227736"/>
                    <a:pt x="136536" y="224207"/>
                    <a:pt x="136536" y="197383"/>
                  </a:cubicBezTo>
                  <a:lnTo>
                    <a:pt x="136536" y="11379"/>
                  </a:lnTo>
                  <a:cubicBezTo>
                    <a:pt x="180195" y="12791"/>
                    <a:pt x="198652" y="29026"/>
                    <a:pt x="204687" y="71027"/>
                  </a:cubicBezTo>
                  <a:lnTo>
                    <a:pt x="214980" y="71027"/>
                  </a:lnTo>
                  <a:lnTo>
                    <a:pt x="214270" y="85"/>
                  </a:lnTo>
                  <a:lnTo>
                    <a:pt x="1298" y="85"/>
                  </a:lnTo>
                  <a:lnTo>
                    <a:pt x="234" y="71027"/>
                  </a:lnTo>
                  <a:lnTo>
                    <a:pt x="10527" y="71027"/>
                  </a:lnTo>
                  <a:cubicBezTo>
                    <a:pt x="16561" y="29026"/>
                    <a:pt x="35019" y="12791"/>
                    <a:pt x="79033" y="11379"/>
                  </a:cubicBezTo>
                  <a:lnTo>
                    <a:pt x="79033" y="197383"/>
                  </a:lnTo>
                  <a:close/>
                </a:path>
              </a:pathLst>
            </a:custGeom>
            <a:solidFill>
              <a:srgbClr val="FFFF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E0DEDAE-DC6F-52D2-CCB9-63EA62E2AC1E}"/>
                </a:ext>
              </a:extLst>
            </p:cNvPr>
            <p:cNvSpPr/>
            <p:nvPr>
              <p:custDataLst>
                <p:tags r:id="rId11"/>
              </p:custDataLst>
            </p:nvPr>
          </p:nvSpPr>
          <p:spPr>
            <a:xfrm>
              <a:off x="10344109" y="3161863"/>
              <a:ext cx="142336" cy="171885"/>
            </a:xfrm>
            <a:custGeom>
              <a:avLst/>
              <a:gdLst>
                <a:gd name="connsiteX0" fmla="*/ 134057 w 142336"/>
                <a:gd name="connsiteY0" fmla="*/ 122911 h 171885"/>
                <a:gd name="connsiteX1" fmla="*/ 93592 w 142336"/>
                <a:gd name="connsiteY1" fmla="*/ 146558 h 171885"/>
                <a:gd name="connsiteX2" fmla="*/ 62001 w 142336"/>
                <a:gd name="connsiteY2" fmla="*/ 127852 h 171885"/>
                <a:gd name="connsiteX3" fmla="*/ 51353 w 142336"/>
                <a:gd name="connsiteY3" fmla="*/ 80557 h 171885"/>
                <a:gd name="connsiteX4" fmla="*/ 140801 w 142336"/>
                <a:gd name="connsiteY4" fmla="*/ 80557 h 171885"/>
                <a:gd name="connsiteX5" fmla="*/ 121988 w 142336"/>
                <a:gd name="connsiteY5" fmla="*/ 20909 h 171885"/>
                <a:gd name="connsiteX6" fmla="*/ 74425 w 142336"/>
                <a:gd name="connsiteY6" fmla="*/ 85 h 171885"/>
                <a:gd name="connsiteX7" fmla="*/ 239 w 142336"/>
                <a:gd name="connsiteY7" fmla="*/ 86557 h 171885"/>
                <a:gd name="connsiteX8" fmla="*/ 73360 w 142336"/>
                <a:gd name="connsiteY8" fmla="*/ 171970 h 171885"/>
                <a:gd name="connsiteX9" fmla="*/ 142576 w 142336"/>
                <a:gd name="connsiteY9" fmla="*/ 127852 h 171885"/>
                <a:gd name="connsiteX10" fmla="*/ 134057 w 142336"/>
                <a:gd name="connsiteY10" fmla="*/ 122911 h 171885"/>
                <a:gd name="connsiteX11" fmla="*/ 49578 w 142336"/>
                <a:gd name="connsiteY11" fmla="*/ 67498 h 171885"/>
                <a:gd name="connsiteX12" fmla="*/ 74425 w 142336"/>
                <a:gd name="connsiteY12" fmla="*/ 11026 h 171885"/>
                <a:gd name="connsiteX13" fmla="*/ 93947 w 142336"/>
                <a:gd name="connsiteY13" fmla="*/ 27615 h 171885"/>
                <a:gd name="connsiteX14" fmla="*/ 97142 w 142336"/>
                <a:gd name="connsiteY14" fmla="*/ 62204 h 171885"/>
                <a:gd name="connsiteX15" fmla="*/ 97142 w 142336"/>
                <a:gd name="connsiteY15" fmla="*/ 67498 h 171885"/>
                <a:gd name="connsiteX16" fmla="*/ 49578 w 142336"/>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336" h="171885">
                  <a:moveTo>
                    <a:pt x="134057" y="122911"/>
                  </a:moveTo>
                  <a:cubicBezTo>
                    <a:pt x="119859" y="140205"/>
                    <a:pt x="108855" y="146558"/>
                    <a:pt x="93592" y="146558"/>
                  </a:cubicBezTo>
                  <a:cubicBezTo>
                    <a:pt x="79749" y="146558"/>
                    <a:pt x="69455" y="140205"/>
                    <a:pt x="62001" y="127852"/>
                  </a:cubicBezTo>
                  <a:cubicBezTo>
                    <a:pt x="55612" y="116558"/>
                    <a:pt x="52772" y="104910"/>
                    <a:pt x="51353" y="80557"/>
                  </a:cubicBezTo>
                  <a:lnTo>
                    <a:pt x="140801" y="80557"/>
                  </a:lnTo>
                  <a:cubicBezTo>
                    <a:pt x="138671" y="50909"/>
                    <a:pt x="133347" y="34321"/>
                    <a:pt x="121988" y="20909"/>
                  </a:cubicBezTo>
                  <a:cubicBezTo>
                    <a:pt x="110275" y="7144"/>
                    <a:pt x="93947" y="85"/>
                    <a:pt x="74425" y="85"/>
                  </a:cubicBezTo>
                  <a:cubicBezTo>
                    <a:pt x="30055" y="85"/>
                    <a:pt x="239" y="35027"/>
                    <a:pt x="239" y="86557"/>
                  </a:cubicBezTo>
                  <a:cubicBezTo>
                    <a:pt x="239" y="138087"/>
                    <a:pt x="29345" y="171970"/>
                    <a:pt x="73360" y="171970"/>
                  </a:cubicBezTo>
                  <a:cubicBezTo>
                    <a:pt x="102111" y="171970"/>
                    <a:pt x="119504" y="160676"/>
                    <a:pt x="142576" y="127852"/>
                  </a:cubicBezTo>
                  <a:lnTo>
                    <a:pt x="134057" y="122911"/>
                  </a:lnTo>
                  <a:close/>
                  <a:moveTo>
                    <a:pt x="49578" y="67498"/>
                  </a:moveTo>
                  <a:cubicBezTo>
                    <a:pt x="50643" y="25144"/>
                    <a:pt x="57032" y="11026"/>
                    <a:pt x="74425" y="11026"/>
                  </a:cubicBezTo>
                  <a:cubicBezTo>
                    <a:pt x="84363" y="11026"/>
                    <a:pt x="91107" y="16673"/>
                    <a:pt x="93947" y="27615"/>
                  </a:cubicBezTo>
                  <a:cubicBezTo>
                    <a:pt x="95722" y="34321"/>
                    <a:pt x="96432" y="44203"/>
                    <a:pt x="97142" y="62204"/>
                  </a:cubicBezTo>
                  <a:lnTo>
                    <a:pt x="97142" y="67498"/>
                  </a:lnTo>
                  <a:lnTo>
                    <a:pt x="49578" y="67498"/>
                  </a:lnTo>
                  <a:close/>
                </a:path>
              </a:pathLst>
            </a:custGeom>
            <a:solidFill>
              <a:srgbClr val="FFFF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8FE0E87-9A35-D205-1D7D-45A8171F912E}"/>
                </a:ext>
              </a:extLst>
            </p:cNvPr>
            <p:cNvSpPr/>
            <p:nvPr>
              <p:custDataLst>
                <p:tags r:id="rId12"/>
              </p:custDataLst>
            </p:nvPr>
          </p:nvSpPr>
          <p:spPr>
            <a:xfrm>
              <a:off x="10502298" y="3161863"/>
              <a:ext cx="119264" cy="171885"/>
            </a:xfrm>
            <a:custGeom>
              <a:avLst/>
              <a:gdLst>
                <a:gd name="connsiteX0" fmla="*/ 112054 w 119264"/>
                <a:gd name="connsiteY0" fmla="*/ 51968 h 171885"/>
                <a:gd name="connsiteX1" fmla="*/ 112054 w 119264"/>
                <a:gd name="connsiteY1" fmla="*/ 791 h 171885"/>
                <a:gd name="connsiteX2" fmla="*/ 104245 w 119264"/>
                <a:gd name="connsiteY2" fmla="*/ 791 h 171885"/>
                <a:gd name="connsiteX3" fmla="*/ 95726 w 119264"/>
                <a:gd name="connsiteY3" fmla="*/ 7850 h 171885"/>
                <a:gd name="connsiteX4" fmla="*/ 84368 w 119264"/>
                <a:gd name="connsiteY4" fmla="*/ 5379 h 171885"/>
                <a:gd name="connsiteX5" fmla="*/ 56681 w 119264"/>
                <a:gd name="connsiteY5" fmla="*/ 85 h 171885"/>
                <a:gd name="connsiteX6" fmla="*/ 954 w 119264"/>
                <a:gd name="connsiteY6" fmla="*/ 51615 h 171885"/>
                <a:gd name="connsiteX7" fmla="*/ 51357 w 119264"/>
                <a:gd name="connsiteY7" fmla="*/ 106322 h 171885"/>
                <a:gd name="connsiteX8" fmla="*/ 85432 w 119264"/>
                <a:gd name="connsiteY8" fmla="*/ 137028 h 171885"/>
                <a:gd name="connsiteX9" fmla="*/ 58811 w 119264"/>
                <a:gd name="connsiteY9" fmla="*/ 159970 h 171885"/>
                <a:gd name="connsiteX10" fmla="*/ 10182 w 119264"/>
                <a:gd name="connsiteY10" fmla="*/ 113381 h 171885"/>
                <a:gd name="connsiteX11" fmla="*/ 244 w 119264"/>
                <a:gd name="connsiteY11" fmla="*/ 113381 h 171885"/>
                <a:gd name="connsiteX12" fmla="*/ 244 w 119264"/>
                <a:gd name="connsiteY12" fmla="*/ 171617 h 171885"/>
                <a:gd name="connsiteX13" fmla="*/ 9118 w 119264"/>
                <a:gd name="connsiteY13" fmla="*/ 171617 h 171885"/>
                <a:gd name="connsiteX14" fmla="*/ 18346 w 119264"/>
                <a:gd name="connsiteY14" fmla="*/ 161735 h 171885"/>
                <a:gd name="connsiteX15" fmla="*/ 26510 w 119264"/>
                <a:gd name="connsiteY15" fmla="*/ 163853 h 171885"/>
                <a:gd name="connsiteX16" fmla="*/ 64845 w 119264"/>
                <a:gd name="connsiteY16" fmla="*/ 171970 h 171885"/>
                <a:gd name="connsiteX17" fmla="*/ 119508 w 119264"/>
                <a:gd name="connsiteY17" fmla="*/ 118322 h 171885"/>
                <a:gd name="connsiteX18" fmla="*/ 70524 w 119264"/>
                <a:gd name="connsiteY18" fmla="*/ 63262 h 171885"/>
                <a:gd name="connsiteX19" fmla="*/ 36449 w 119264"/>
                <a:gd name="connsiteY19" fmla="*/ 32203 h 171885"/>
                <a:gd name="connsiteX20" fmla="*/ 59876 w 119264"/>
                <a:gd name="connsiteY20" fmla="*/ 11732 h 171885"/>
                <a:gd name="connsiteX21" fmla="*/ 86497 w 119264"/>
                <a:gd name="connsiteY21" fmla="*/ 23026 h 171885"/>
                <a:gd name="connsiteX22" fmla="*/ 103180 w 119264"/>
                <a:gd name="connsiteY22" fmla="*/ 51968 h 171885"/>
                <a:gd name="connsiteX23" fmla="*/ 112054 w 119264"/>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264" h="171885">
                  <a:moveTo>
                    <a:pt x="112054" y="51968"/>
                  </a:moveTo>
                  <a:lnTo>
                    <a:pt x="112054" y="791"/>
                  </a:lnTo>
                  <a:lnTo>
                    <a:pt x="104245" y="791"/>
                  </a:lnTo>
                  <a:cubicBezTo>
                    <a:pt x="102115" y="6085"/>
                    <a:pt x="99986" y="7850"/>
                    <a:pt x="95726" y="7850"/>
                  </a:cubicBezTo>
                  <a:cubicBezTo>
                    <a:pt x="93596" y="7850"/>
                    <a:pt x="90047" y="7144"/>
                    <a:pt x="84368" y="5379"/>
                  </a:cubicBezTo>
                  <a:cubicBezTo>
                    <a:pt x="72654" y="1496"/>
                    <a:pt x="64490" y="85"/>
                    <a:pt x="56681" y="85"/>
                  </a:cubicBezTo>
                  <a:cubicBezTo>
                    <a:pt x="24381" y="85"/>
                    <a:pt x="954" y="21967"/>
                    <a:pt x="954" y="51615"/>
                  </a:cubicBezTo>
                  <a:cubicBezTo>
                    <a:pt x="954" y="74910"/>
                    <a:pt x="15507" y="91145"/>
                    <a:pt x="51357" y="106322"/>
                  </a:cubicBezTo>
                  <a:cubicBezTo>
                    <a:pt x="75494" y="116910"/>
                    <a:pt x="85432" y="125734"/>
                    <a:pt x="85432" y="137028"/>
                  </a:cubicBezTo>
                  <a:cubicBezTo>
                    <a:pt x="85432" y="150793"/>
                    <a:pt x="74784" y="159970"/>
                    <a:pt x="58811" y="159970"/>
                  </a:cubicBezTo>
                  <a:cubicBezTo>
                    <a:pt x="33964" y="159970"/>
                    <a:pt x="17636" y="144087"/>
                    <a:pt x="10182" y="113381"/>
                  </a:cubicBezTo>
                  <a:lnTo>
                    <a:pt x="244" y="113381"/>
                  </a:lnTo>
                  <a:lnTo>
                    <a:pt x="244" y="171617"/>
                  </a:lnTo>
                  <a:lnTo>
                    <a:pt x="9118" y="171617"/>
                  </a:lnTo>
                  <a:cubicBezTo>
                    <a:pt x="13022" y="164206"/>
                    <a:pt x="15152" y="161735"/>
                    <a:pt x="18346" y="161735"/>
                  </a:cubicBezTo>
                  <a:cubicBezTo>
                    <a:pt x="20121" y="161735"/>
                    <a:pt x="22961" y="162441"/>
                    <a:pt x="26510" y="163853"/>
                  </a:cubicBezTo>
                  <a:cubicBezTo>
                    <a:pt x="36094" y="168088"/>
                    <a:pt x="54907" y="171970"/>
                    <a:pt x="64845" y="171970"/>
                  </a:cubicBezTo>
                  <a:cubicBezTo>
                    <a:pt x="97146" y="171970"/>
                    <a:pt x="119508" y="150088"/>
                    <a:pt x="119508" y="118322"/>
                  </a:cubicBezTo>
                  <a:cubicBezTo>
                    <a:pt x="119508" y="93263"/>
                    <a:pt x="105665" y="78086"/>
                    <a:pt x="70524" y="63262"/>
                  </a:cubicBezTo>
                  <a:cubicBezTo>
                    <a:pt x="46388" y="53027"/>
                    <a:pt x="36449" y="44203"/>
                    <a:pt x="36449" y="32203"/>
                  </a:cubicBezTo>
                  <a:cubicBezTo>
                    <a:pt x="36449" y="20556"/>
                    <a:pt x="46388" y="11732"/>
                    <a:pt x="59876" y="11732"/>
                  </a:cubicBezTo>
                  <a:cubicBezTo>
                    <a:pt x="69105" y="11732"/>
                    <a:pt x="78688" y="15614"/>
                    <a:pt x="86497" y="23026"/>
                  </a:cubicBezTo>
                  <a:cubicBezTo>
                    <a:pt x="93951" y="30085"/>
                    <a:pt x="97856" y="36438"/>
                    <a:pt x="103180" y="51968"/>
                  </a:cubicBezTo>
                  <a:lnTo>
                    <a:pt x="112054" y="51968"/>
                  </a:lnTo>
                  <a:close/>
                </a:path>
              </a:pathLst>
            </a:custGeom>
            <a:solidFill>
              <a:srgbClr val="FFFF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9491CD3-139A-2118-5551-1185C82B3FCB}"/>
                </a:ext>
              </a:extLst>
            </p:cNvPr>
            <p:cNvSpPr/>
            <p:nvPr>
              <p:custDataLst>
                <p:tags r:id="rId13"/>
              </p:custDataLst>
            </p:nvPr>
          </p:nvSpPr>
          <p:spPr>
            <a:xfrm>
              <a:off x="10639114" y="3106450"/>
              <a:ext cx="110745" cy="226592"/>
            </a:xfrm>
            <a:custGeom>
              <a:avLst/>
              <a:gdLst>
                <a:gd name="connsiteX0" fmla="*/ 101409 w 110745"/>
                <a:gd name="connsiteY0" fmla="*/ 59733 h 226592"/>
                <a:gd name="connsiteX1" fmla="*/ 68044 w 110745"/>
                <a:gd name="connsiteY1" fmla="*/ 59733 h 226592"/>
                <a:gd name="connsiteX2" fmla="*/ 68044 w 110745"/>
                <a:gd name="connsiteY2" fmla="*/ 85 h 226592"/>
                <a:gd name="connsiteX3" fmla="*/ 59170 w 110745"/>
                <a:gd name="connsiteY3" fmla="*/ 85 h 226592"/>
                <a:gd name="connsiteX4" fmla="*/ 248 w 110745"/>
                <a:gd name="connsiteY4" fmla="*/ 65733 h 226592"/>
                <a:gd name="connsiteX5" fmla="*/ 248 w 110745"/>
                <a:gd name="connsiteY5" fmla="*/ 75263 h 226592"/>
                <a:gd name="connsiteX6" fmla="*/ 18705 w 110745"/>
                <a:gd name="connsiteY6" fmla="*/ 75263 h 226592"/>
                <a:gd name="connsiteX7" fmla="*/ 18705 w 110745"/>
                <a:gd name="connsiteY7" fmla="*/ 189618 h 226592"/>
                <a:gd name="connsiteX8" fmla="*/ 58460 w 110745"/>
                <a:gd name="connsiteY8" fmla="*/ 226677 h 226592"/>
                <a:gd name="connsiteX9" fmla="*/ 110993 w 110745"/>
                <a:gd name="connsiteY9" fmla="*/ 187147 h 226592"/>
                <a:gd name="connsiteX10" fmla="*/ 102119 w 110745"/>
                <a:gd name="connsiteY10" fmla="*/ 183265 h 226592"/>
                <a:gd name="connsiteX11" fmla="*/ 81887 w 110745"/>
                <a:gd name="connsiteY11" fmla="*/ 201618 h 226592"/>
                <a:gd name="connsiteX12" fmla="*/ 68044 w 110745"/>
                <a:gd name="connsiteY12" fmla="*/ 181500 h 226592"/>
                <a:gd name="connsiteX13" fmla="*/ 68044 w 110745"/>
                <a:gd name="connsiteY13" fmla="*/ 75263 h 226592"/>
                <a:gd name="connsiteX14" fmla="*/ 101409 w 110745"/>
                <a:gd name="connsiteY14" fmla="*/ 75263 h 226592"/>
                <a:gd name="connsiteX15" fmla="*/ 101409 w 1107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745" h="226592">
                  <a:moveTo>
                    <a:pt x="101409" y="59733"/>
                  </a:moveTo>
                  <a:lnTo>
                    <a:pt x="68044" y="59733"/>
                  </a:lnTo>
                  <a:lnTo>
                    <a:pt x="68044" y="85"/>
                  </a:lnTo>
                  <a:lnTo>
                    <a:pt x="59170" y="85"/>
                  </a:lnTo>
                  <a:cubicBezTo>
                    <a:pt x="37518" y="30438"/>
                    <a:pt x="23320" y="46321"/>
                    <a:pt x="248" y="65733"/>
                  </a:cubicBezTo>
                  <a:lnTo>
                    <a:pt x="248" y="75263"/>
                  </a:lnTo>
                  <a:lnTo>
                    <a:pt x="18705" y="75263"/>
                  </a:lnTo>
                  <a:lnTo>
                    <a:pt x="18705" y="189618"/>
                  </a:lnTo>
                  <a:cubicBezTo>
                    <a:pt x="18705" y="212559"/>
                    <a:pt x="33968" y="226677"/>
                    <a:pt x="58460" y="226677"/>
                  </a:cubicBezTo>
                  <a:cubicBezTo>
                    <a:pt x="82242" y="226677"/>
                    <a:pt x="96440" y="216089"/>
                    <a:pt x="110993" y="187147"/>
                  </a:cubicBezTo>
                  <a:lnTo>
                    <a:pt x="102119" y="183265"/>
                  </a:lnTo>
                  <a:cubicBezTo>
                    <a:pt x="95020" y="196677"/>
                    <a:pt x="89341" y="201618"/>
                    <a:pt x="81887" y="201618"/>
                  </a:cubicBezTo>
                  <a:cubicBezTo>
                    <a:pt x="71948" y="201618"/>
                    <a:pt x="68044" y="195618"/>
                    <a:pt x="68044" y="181500"/>
                  </a:cubicBezTo>
                  <a:lnTo>
                    <a:pt x="68044" y="75263"/>
                  </a:lnTo>
                  <a:lnTo>
                    <a:pt x="101409" y="75263"/>
                  </a:lnTo>
                  <a:lnTo>
                    <a:pt x="101409" y="59733"/>
                  </a:lnTo>
                  <a:close/>
                </a:path>
              </a:pathLst>
            </a:custGeom>
            <a:solidFill>
              <a:srgbClr val="FFFF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2351B6B-C1E5-5FFA-488D-09A184038D06}"/>
                </a:ext>
              </a:extLst>
            </p:cNvPr>
            <p:cNvSpPr/>
            <p:nvPr>
              <p:custDataLst>
                <p:tags r:id="rId14"/>
              </p:custDataLst>
            </p:nvPr>
          </p:nvSpPr>
          <p:spPr>
            <a:xfrm>
              <a:off x="10845407" y="3090214"/>
              <a:ext cx="207292" cy="238592"/>
            </a:xfrm>
            <a:custGeom>
              <a:avLst/>
              <a:gdLst>
                <a:gd name="connsiteX0" fmla="*/ 87572 w 207292"/>
                <a:gd name="connsiteY0" fmla="*/ 131734 h 238592"/>
                <a:gd name="connsiteX1" fmla="*/ 163177 w 207292"/>
                <a:gd name="connsiteY1" fmla="*/ 123969 h 238592"/>
                <a:gd name="connsiteX2" fmla="*/ 207546 w 207292"/>
                <a:gd name="connsiteY2" fmla="*/ 64321 h 238592"/>
                <a:gd name="connsiteX3" fmla="*/ 114548 w 207292"/>
                <a:gd name="connsiteY3" fmla="*/ 85 h 238592"/>
                <a:gd name="connsiteX4" fmla="*/ 253 w 207292"/>
                <a:gd name="connsiteY4" fmla="*/ 85 h 238592"/>
                <a:gd name="connsiteX5" fmla="*/ 253 w 207292"/>
                <a:gd name="connsiteY5" fmla="*/ 8908 h 238592"/>
                <a:gd name="connsiteX6" fmla="*/ 30069 w 207292"/>
                <a:gd name="connsiteY6" fmla="*/ 41380 h 238592"/>
                <a:gd name="connsiteX7" fmla="*/ 30069 w 207292"/>
                <a:gd name="connsiteY7" fmla="*/ 197383 h 238592"/>
                <a:gd name="connsiteX8" fmla="*/ 8772 w 207292"/>
                <a:gd name="connsiteY8" fmla="*/ 228442 h 238592"/>
                <a:gd name="connsiteX9" fmla="*/ 253 w 207292"/>
                <a:gd name="connsiteY9" fmla="*/ 229854 h 238592"/>
                <a:gd name="connsiteX10" fmla="*/ 253 w 207292"/>
                <a:gd name="connsiteY10" fmla="*/ 238678 h 238592"/>
                <a:gd name="connsiteX11" fmla="*/ 118808 w 207292"/>
                <a:gd name="connsiteY11" fmla="*/ 238678 h 238592"/>
                <a:gd name="connsiteX12" fmla="*/ 118808 w 207292"/>
                <a:gd name="connsiteY12" fmla="*/ 229854 h 238592"/>
                <a:gd name="connsiteX13" fmla="*/ 87572 w 207292"/>
                <a:gd name="connsiteY13" fmla="*/ 197383 h 238592"/>
                <a:gd name="connsiteX14" fmla="*/ 87572 w 207292"/>
                <a:gd name="connsiteY14" fmla="*/ 131734 h 238592"/>
                <a:gd name="connsiteX15" fmla="*/ 87572 w 207292"/>
                <a:gd name="connsiteY15" fmla="*/ 24791 h 238592"/>
                <a:gd name="connsiteX16" fmla="*/ 105320 w 207292"/>
                <a:gd name="connsiteY16" fmla="*/ 12438 h 238592"/>
                <a:gd name="connsiteX17" fmla="*/ 146494 w 207292"/>
                <a:gd name="connsiteY17" fmla="*/ 66086 h 238592"/>
                <a:gd name="connsiteX18" fmla="*/ 133006 w 207292"/>
                <a:gd name="connsiteY18" fmla="*/ 109852 h 238592"/>
                <a:gd name="connsiteX19" fmla="*/ 87572 w 207292"/>
                <a:gd name="connsiteY19" fmla="*/ 119381 h 238592"/>
                <a:gd name="connsiteX20" fmla="*/ 87572 w 207292"/>
                <a:gd name="connsiteY20" fmla="*/ 24791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7292" h="238592">
                  <a:moveTo>
                    <a:pt x="87572" y="131734"/>
                  </a:moveTo>
                  <a:cubicBezTo>
                    <a:pt x="135491" y="131381"/>
                    <a:pt x="147559" y="130322"/>
                    <a:pt x="163177" y="123969"/>
                  </a:cubicBezTo>
                  <a:cubicBezTo>
                    <a:pt x="191928" y="113028"/>
                    <a:pt x="207546" y="91498"/>
                    <a:pt x="207546" y="64321"/>
                  </a:cubicBezTo>
                  <a:cubicBezTo>
                    <a:pt x="207546" y="23379"/>
                    <a:pt x="173826" y="85"/>
                    <a:pt x="114548" y="85"/>
                  </a:cubicBezTo>
                  <a:lnTo>
                    <a:pt x="253" y="85"/>
                  </a:lnTo>
                  <a:lnTo>
                    <a:pt x="253" y="8908"/>
                  </a:lnTo>
                  <a:cubicBezTo>
                    <a:pt x="25100" y="11026"/>
                    <a:pt x="30069" y="16673"/>
                    <a:pt x="30069" y="41380"/>
                  </a:cubicBezTo>
                  <a:lnTo>
                    <a:pt x="30069" y="197383"/>
                  </a:lnTo>
                  <a:cubicBezTo>
                    <a:pt x="30069" y="219265"/>
                    <a:pt x="25455" y="226324"/>
                    <a:pt x="8772" y="228442"/>
                  </a:cubicBezTo>
                  <a:cubicBezTo>
                    <a:pt x="7707" y="228442"/>
                    <a:pt x="4158" y="229148"/>
                    <a:pt x="253" y="229854"/>
                  </a:cubicBezTo>
                  <a:lnTo>
                    <a:pt x="253" y="238678"/>
                  </a:lnTo>
                  <a:lnTo>
                    <a:pt x="118808" y="238678"/>
                  </a:lnTo>
                  <a:lnTo>
                    <a:pt x="118808" y="229854"/>
                  </a:lnTo>
                  <a:cubicBezTo>
                    <a:pt x="90766" y="226324"/>
                    <a:pt x="87572" y="223148"/>
                    <a:pt x="87572" y="197383"/>
                  </a:cubicBezTo>
                  <a:lnTo>
                    <a:pt x="87572" y="131734"/>
                  </a:lnTo>
                  <a:close/>
                  <a:moveTo>
                    <a:pt x="87572" y="24791"/>
                  </a:moveTo>
                  <a:cubicBezTo>
                    <a:pt x="87572" y="16673"/>
                    <a:pt x="93606" y="12438"/>
                    <a:pt x="105320" y="12438"/>
                  </a:cubicBezTo>
                  <a:cubicBezTo>
                    <a:pt x="134781" y="12438"/>
                    <a:pt x="146494" y="27968"/>
                    <a:pt x="146494" y="66086"/>
                  </a:cubicBezTo>
                  <a:cubicBezTo>
                    <a:pt x="146494" y="88322"/>
                    <a:pt x="142235" y="101734"/>
                    <a:pt x="133006" y="109852"/>
                  </a:cubicBezTo>
                  <a:cubicBezTo>
                    <a:pt x="124487" y="116910"/>
                    <a:pt x="112774" y="119381"/>
                    <a:pt x="87572" y="119381"/>
                  </a:cubicBezTo>
                  <a:lnTo>
                    <a:pt x="87572" y="24791"/>
                  </a:lnTo>
                  <a:close/>
                </a:path>
              </a:pathLst>
            </a:custGeom>
            <a:solidFill>
              <a:srgbClr val="FFFF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5615829-A036-4113-DFA8-E037506ADBF1}"/>
                </a:ext>
              </a:extLst>
            </p:cNvPr>
            <p:cNvSpPr/>
            <p:nvPr>
              <p:custDataLst>
                <p:tags r:id="rId15"/>
              </p:custDataLst>
            </p:nvPr>
          </p:nvSpPr>
          <p:spPr>
            <a:xfrm>
              <a:off x="11066646" y="3090214"/>
              <a:ext cx="244562" cy="238592"/>
            </a:xfrm>
            <a:custGeom>
              <a:avLst/>
              <a:gdLst>
                <a:gd name="connsiteX0" fmla="*/ 244822 w 244562"/>
                <a:gd name="connsiteY0" fmla="*/ 229854 h 238592"/>
                <a:gd name="connsiteX1" fmla="*/ 230269 w 244562"/>
                <a:gd name="connsiteY1" fmla="*/ 223148 h 238592"/>
                <a:gd name="connsiteX2" fmla="*/ 158924 w 244562"/>
                <a:gd name="connsiteY2" fmla="*/ 122558 h 238592"/>
                <a:gd name="connsiteX3" fmla="*/ 198678 w 244562"/>
                <a:gd name="connsiteY3" fmla="*/ 102440 h 238592"/>
                <a:gd name="connsiteX4" fmla="*/ 214651 w 244562"/>
                <a:gd name="connsiteY4" fmla="*/ 62909 h 238592"/>
                <a:gd name="connsiteX5" fmla="*/ 114554 w 244562"/>
                <a:gd name="connsiteY5" fmla="*/ 85 h 238592"/>
                <a:gd name="connsiteX6" fmla="*/ 259 w 244562"/>
                <a:gd name="connsiteY6" fmla="*/ 85 h 238592"/>
                <a:gd name="connsiteX7" fmla="*/ 259 w 244562"/>
                <a:gd name="connsiteY7" fmla="*/ 8908 h 238592"/>
                <a:gd name="connsiteX8" fmla="*/ 31495 w 244562"/>
                <a:gd name="connsiteY8" fmla="*/ 41380 h 238592"/>
                <a:gd name="connsiteX9" fmla="*/ 31495 w 244562"/>
                <a:gd name="connsiteY9" fmla="*/ 197383 h 238592"/>
                <a:gd name="connsiteX10" fmla="*/ 259 w 244562"/>
                <a:gd name="connsiteY10" fmla="*/ 229854 h 238592"/>
                <a:gd name="connsiteX11" fmla="*/ 259 w 244562"/>
                <a:gd name="connsiteY11" fmla="*/ 238678 h 238592"/>
                <a:gd name="connsiteX12" fmla="*/ 120234 w 244562"/>
                <a:gd name="connsiteY12" fmla="*/ 238678 h 238592"/>
                <a:gd name="connsiteX13" fmla="*/ 120234 w 244562"/>
                <a:gd name="connsiteY13" fmla="*/ 229854 h 238592"/>
                <a:gd name="connsiteX14" fmla="*/ 88998 w 244562"/>
                <a:gd name="connsiteY14" fmla="*/ 197383 h 238592"/>
                <a:gd name="connsiteX15" fmla="*/ 88998 w 244562"/>
                <a:gd name="connsiteY15" fmla="*/ 128205 h 238592"/>
                <a:gd name="connsiteX16" fmla="*/ 98582 w 244562"/>
                <a:gd name="connsiteY16" fmla="*/ 128205 h 238592"/>
                <a:gd name="connsiteX17" fmla="*/ 172057 w 244562"/>
                <a:gd name="connsiteY17" fmla="*/ 238678 h 238592"/>
                <a:gd name="connsiteX18" fmla="*/ 244822 w 244562"/>
                <a:gd name="connsiteY18" fmla="*/ 238678 h 238592"/>
                <a:gd name="connsiteX19" fmla="*/ 244822 w 244562"/>
                <a:gd name="connsiteY19" fmla="*/ 229854 h 238592"/>
                <a:gd name="connsiteX20" fmla="*/ 88998 w 244562"/>
                <a:gd name="connsiteY20" fmla="*/ 26909 h 238592"/>
                <a:gd name="connsiteX21" fmla="*/ 91482 w 244562"/>
                <a:gd name="connsiteY21" fmla="*/ 17379 h 238592"/>
                <a:gd name="connsiteX22" fmla="*/ 108165 w 244562"/>
                <a:gd name="connsiteY22" fmla="*/ 12085 h 238592"/>
                <a:gd name="connsiteX23" fmla="*/ 153954 w 244562"/>
                <a:gd name="connsiteY23" fmla="*/ 64321 h 238592"/>
                <a:gd name="connsiteX24" fmla="*/ 137271 w 244562"/>
                <a:gd name="connsiteY24" fmla="*/ 108087 h 238592"/>
                <a:gd name="connsiteX25" fmla="*/ 88998 w 244562"/>
                <a:gd name="connsiteY25" fmla="*/ 116910 h 238592"/>
                <a:gd name="connsiteX26" fmla="*/ 88998 w 244562"/>
                <a:gd name="connsiteY26" fmla="*/ 26909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4562" h="238592">
                  <a:moveTo>
                    <a:pt x="244822" y="229854"/>
                  </a:moveTo>
                  <a:cubicBezTo>
                    <a:pt x="238433" y="229854"/>
                    <a:pt x="233819" y="227736"/>
                    <a:pt x="230269" y="223148"/>
                  </a:cubicBezTo>
                  <a:lnTo>
                    <a:pt x="158924" y="122558"/>
                  </a:lnTo>
                  <a:cubicBezTo>
                    <a:pt x="179866" y="115852"/>
                    <a:pt x="188740" y="111263"/>
                    <a:pt x="198678" y="102440"/>
                  </a:cubicBezTo>
                  <a:cubicBezTo>
                    <a:pt x="208972" y="92910"/>
                    <a:pt x="214651" y="78792"/>
                    <a:pt x="214651" y="62909"/>
                  </a:cubicBezTo>
                  <a:cubicBezTo>
                    <a:pt x="214651" y="22320"/>
                    <a:pt x="179511" y="85"/>
                    <a:pt x="114554" y="85"/>
                  </a:cubicBezTo>
                  <a:lnTo>
                    <a:pt x="259" y="85"/>
                  </a:lnTo>
                  <a:lnTo>
                    <a:pt x="259" y="8908"/>
                  </a:lnTo>
                  <a:cubicBezTo>
                    <a:pt x="26526" y="10673"/>
                    <a:pt x="31495" y="15967"/>
                    <a:pt x="31495" y="41380"/>
                  </a:cubicBezTo>
                  <a:lnTo>
                    <a:pt x="31495" y="197383"/>
                  </a:lnTo>
                  <a:cubicBezTo>
                    <a:pt x="31495" y="223148"/>
                    <a:pt x="27946" y="226677"/>
                    <a:pt x="259" y="229854"/>
                  </a:cubicBezTo>
                  <a:lnTo>
                    <a:pt x="259" y="238678"/>
                  </a:lnTo>
                  <a:lnTo>
                    <a:pt x="120234" y="238678"/>
                  </a:lnTo>
                  <a:lnTo>
                    <a:pt x="120234" y="229854"/>
                  </a:lnTo>
                  <a:cubicBezTo>
                    <a:pt x="92547" y="226324"/>
                    <a:pt x="88998" y="222442"/>
                    <a:pt x="88998" y="197383"/>
                  </a:cubicBezTo>
                  <a:lnTo>
                    <a:pt x="88998" y="128205"/>
                  </a:lnTo>
                  <a:lnTo>
                    <a:pt x="98582" y="128205"/>
                  </a:lnTo>
                  <a:lnTo>
                    <a:pt x="172057" y="238678"/>
                  </a:lnTo>
                  <a:lnTo>
                    <a:pt x="244822" y="238678"/>
                  </a:lnTo>
                  <a:lnTo>
                    <a:pt x="244822" y="229854"/>
                  </a:lnTo>
                  <a:close/>
                  <a:moveTo>
                    <a:pt x="88998" y="26909"/>
                  </a:moveTo>
                  <a:cubicBezTo>
                    <a:pt x="88998" y="24791"/>
                    <a:pt x="90418" y="19497"/>
                    <a:pt x="91482" y="17379"/>
                  </a:cubicBezTo>
                  <a:cubicBezTo>
                    <a:pt x="93612" y="13850"/>
                    <a:pt x="99291" y="12085"/>
                    <a:pt x="108165" y="12085"/>
                  </a:cubicBezTo>
                  <a:cubicBezTo>
                    <a:pt x="140821" y="12085"/>
                    <a:pt x="153954" y="27262"/>
                    <a:pt x="153954" y="64321"/>
                  </a:cubicBezTo>
                  <a:cubicBezTo>
                    <a:pt x="153954" y="86910"/>
                    <a:pt x="148630" y="100675"/>
                    <a:pt x="137271" y="108087"/>
                  </a:cubicBezTo>
                  <a:cubicBezTo>
                    <a:pt x="128043" y="114087"/>
                    <a:pt x="115974" y="116558"/>
                    <a:pt x="88998" y="116910"/>
                  </a:cubicBezTo>
                  <a:lnTo>
                    <a:pt x="88998" y="26909"/>
                  </a:lnTo>
                  <a:close/>
                </a:path>
              </a:pathLst>
            </a:custGeom>
            <a:solidFill>
              <a:srgbClr val="FFFF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A658053-8E33-76A1-3F0B-D26E40DD6A7D}"/>
                </a:ext>
              </a:extLst>
            </p:cNvPr>
            <p:cNvSpPr/>
            <p:nvPr>
              <p:custDataLst>
                <p:tags r:id="rId16"/>
              </p:custDataLst>
            </p:nvPr>
          </p:nvSpPr>
          <p:spPr>
            <a:xfrm>
              <a:off x="11320332" y="3090214"/>
              <a:ext cx="243142" cy="244945"/>
            </a:xfrm>
            <a:custGeom>
              <a:avLst/>
              <a:gdLst>
                <a:gd name="connsiteX0" fmla="*/ 76227 w 243142"/>
                <a:gd name="connsiteY0" fmla="*/ 85 h 244945"/>
                <a:gd name="connsiteX1" fmla="*/ 1332 w 243142"/>
                <a:gd name="connsiteY1" fmla="*/ 85 h 244945"/>
                <a:gd name="connsiteX2" fmla="*/ 1332 w 243142"/>
                <a:gd name="connsiteY2" fmla="*/ 8908 h 244945"/>
                <a:gd name="connsiteX3" fmla="*/ 31503 w 243142"/>
                <a:gd name="connsiteY3" fmla="*/ 34321 h 244945"/>
                <a:gd name="connsiteX4" fmla="*/ 31503 w 243142"/>
                <a:gd name="connsiteY4" fmla="*/ 201618 h 244945"/>
                <a:gd name="connsiteX5" fmla="*/ 267 w 243142"/>
                <a:gd name="connsiteY5" fmla="*/ 229854 h 244945"/>
                <a:gd name="connsiteX6" fmla="*/ 267 w 243142"/>
                <a:gd name="connsiteY6" fmla="*/ 238678 h 244945"/>
                <a:gd name="connsiteX7" fmla="*/ 80841 w 243142"/>
                <a:gd name="connsiteY7" fmla="*/ 238678 h 244945"/>
                <a:gd name="connsiteX8" fmla="*/ 80841 w 243142"/>
                <a:gd name="connsiteY8" fmla="*/ 229854 h 244945"/>
                <a:gd name="connsiteX9" fmla="*/ 47120 w 243142"/>
                <a:gd name="connsiteY9" fmla="*/ 194912 h 244945"/>
                <a:gd name="connsiteX10" fmla="*/ 47120 w 243142"/>
                <a:gd name="connsiteY10" fmla="*/ 53027 h 244945"/>
                <a:gd name="connsiteX11" fmla="*/ 205785 w 243142"/>
                <a:gd name="connsiteY11" fmla="*/ 245031 h 244945"/>
                <a:gd name="connsiteX12" fmla="*/ 215723 w 243142"/>
                <a:gd name="connsiteY12" fmla="*/ 245031 h 244945"/>
                <a:gd name="connsiteX13" fmla="*/ 215723 w 243142"/>
                <a:gd name="connsiteY13" fmla="*/ 37144 h 244945"/>
                <a:gd name="connsiteX14" fmla="*/ 243410 w 243142"/>
                <a:gd name="connsiteY14" fmla="*/ 8908 h 244945"/>
                <a:gd name="connsiteX15" fmla="*/ 243410 w 243142"/>
                <a:gd name="connsiteY15" fmla="*/ 85 h 244945"/>
                <a:gd name="connsiteX16" fmla="*/ 167095 w 243142"/>
                <a:gd name="connsiteY16" fmla="*/ 85 h 244945"/>
                <a:gd name="connsiteX17" fmla="*/ 167095 w 243142"/>
                <a:gd name="connsiteY17" fmla="*/ 8908 h 244945"/>
                <a:gd name="connsiteX18" fmla="*/ 200105 w 243142"/>
                <a:gd name="connsiteY18" fmla="*/ 43850 h 244945"/>
                <a:gd name="connsiteX19" fmla="*/ 200105 w 243142"/>
                <a:gd name="connsiteY19" fmla="*/ 151499 h 244945"/>
                <a:gd name="connsiteX20" fmla="*/ 76227 w 243142"/>
                <a:gd name="connsiteY20" fmla="*/ 85 h 24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3142" h="244945">
                  <a:moveTo>
                    <a:pt x="76227" y="85"/>
                  </a:moveTo>
                  <a:lnTo>
                    <a:pt x="1332" y="85"/>
                  </a:lnTo>
                  <a:lnTo>
                    <a:pt x="1332" y="8908"/>
                  </a:lnTo>
                  <a:cubicBezTo>
                    <a:pt x="8431" y="8908"/>
                    <a:pt x="14465" y="14203"/>
                    <a:pt x="31503" y="34321"/>
                  </a:cubicBezTo>
                  <a:lnTo>
                    <a:pt x="31503" y="201618"/>
                  </a:lnTo>
                  <a:cubicBezTo>
                    <a:pt x="31503" y="221736"/>
                    <a:pt x="26178" y="226677"/>
                    <a:pt x="267" y="229854"/>
                  </a:cubicBezTo>
                  <a:lnTo>
                    <a:pt x="267" y="238678"/>
                  </a:lnTo>
                  <a:lnTo>
                    <a:pt x="80841" y="238678"/>
                  </a:lnTo>
                  <a:lnTo>
                    <a:pt x="80841" y="229854"/>
                  </a:lnTo>
                  <a:cubicBezTo>
                    <a:pt x="53510" y="226677"/>
                    <a:pt x="47120" y="219971"/>
                    <a:pt x="47120" y="194912"/>
                  </a:cubicBezTo>
                  <a:lnTo>
                    <a:pt x="47120" y="53027"/>
                  </a:lnTo>
                  <a:lnTo>
                    <a:pt x="205785" y="245031"/>
                  </a:lnTo>
                  <a:lnTo>
                    <a:pt x="215723" y="245031"/>
                  </a:lnTo>
                  <a:lnTo>
                    <a:pt x="215723" y="37144"/>
                  </a:lnTo>
                  <a:cubicBezTo>
                    <a:pt x="215723" y="17026"/>
                    <a:pt x="220338" y="12438"/>
                    <a:pt x="243410" y="8908"/>
                  </a:cubicBezTo>
                  <a:lnTo>
                    <a:pt x="243410" y="85"/>
                  </a:lnTo>
                  <a:lnTo>
                    <a:pt x="167095" y="85"/>
                  </a:lnTo>
                  <a:lnTo>
                    <a:pt x="167095" y="8908"/>
                  </a:lnTo>
                  <a:cubicBezTo>
                    <a:pt x="193361" y="11379"/>
                    <a:pt x="200105" y="18791"/>
                    <a:pt x="200105" y="43850"/>
                  </a:cubicBezTo>
                  <a:lnTo>
                    <a:pt x="200105" y="151499"/>
                  </a:lnTo>
                  <a:lnTo>
                    <a:pt x="76227" y="85"/>
                  </a:lnTo>
                  <a:close/>
                </a:path>
              </a:pathLst>
            </a:custGeom>
            <a:solidFill>
              <a:srgbClr val="FFFF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5C3DF539-00D3-0133-E7E7-8CADCB961E97}"/>
                </a:ext>
              </a:extLst>
            </p:cNvPr>
            <p:cNvSpPr/>
            <p:nvPr>
              <p:custDataLst>
                <p:tags r:id="rId17"/>
              </p:custDataLst>
            </p:nvPr>
          </p:nvSpPr>
          <p:spPr>
            <a:xfrm>
              <a:off x="11580763" y="3161863"/>
              <a:ext cx="119264" cy="171885"/>
            </a:xfrm>
            <a:custGeom>
              <a:avLst/>
              <a:gdLst>
                <a:gd name="connsiteX0" fmla="*/ 112084 w 119264"/>
                <a:gd name="connsiteY0" fmla="*/ 51968 h 171885"/>
                <a:gd name="connsiteX1" fmla="*/ 112084 w 119264"/>
                <a:gd name="connsiteY1" fmla="*/ 791 h 171885"/>
                <a:gd name="connsiteX2" fmla="*/ 104275 w 119264"/>
                <a:gd name="connsiteY2" fmla="*/ 791 h 171885"/>
                <a:gd name="connsiteX3" fmla="*/ 95756 w 119264"/>
                <a:gd name="connsiteY3" fmla="*/ 7850 h 171885"/>
                <a:gd name="connsiteX4" fmla="*/ 84398 w 119264"/>
                <a:gd name="connsiteY4" fmla="*/ 5379 h 171885"/>
                <a:gd name="connsiteX5" fmla="*/ 56711 w 119264"/>
                <a:gd name="connsiteY5" fmla="*/ 85 h 171885"/>
                <a:gd name="connsiteX6" fmla="*/ 984 w 119264"/>
                <a:gd name="connsiteY6" fmla="*/ 51615 h 171885"/>
                <a:gd name="connsiteX7" fmla="*/ 51387 w 119264"/>
                <a:gd name="connsiteY7" fmla="*/ 106322 h 171885"/>
                <a:gd name="connsiteX8" fmla="*/ 85463 w 119264"/>
                <a:gd name="connsiteY8" fmla="*/ 137028 h 171885"/>
                <a:gd name="connsiteX9" fmla="*/ 58841 w 119264"/>
                <a:gd name="connsiteY9" fmla="*/ 159970 h 171885"/>
                <a:gd name="connsiteX10" fmla="*/ 10213 w 119264"/>
                <a:gd name="connsiteY10" fmla="*/ 113381 h 171885"/>
                <a:gd name="connsiteX11" fmla="*/ 274 w 119264"/>
                <a:gd name="connsiteY11" fmla="*/ 113381 h 171885"/>
                <a:gd name="connsiteX12" fmla="*/ 274 w 119264"/>
                <a:gd name="connsiteY12" fmla="*/ 171617 h 171885"/>
                <a:gd name="connsiteX13" fmla="*/ 9148 w 119264"/>
                <a:gd name="connsiteY13" fmla="*/ 171617 h 171885"/>
                <a:gd name="connsiteX14" fmla="*/ 18376 w 119264"/>
                <a:gd name="connsiteY14" fmla="*/ 161735 h 171885"/>
                <a:gd name="connsiteX15" fmla="*/ 26540 w 119264"/>
                <a:gd name="connsiteY15" fmla="*/ 163853 h 171885"/>
                <a:gd name="connsiteX16" fmla="*/ 64875 w 119264"/>
                <a:gd name="connsiteY16" fmla="*/ 171970 h 171885"/>
                <a:gd name="connsiteX17" fmla="*/ 119538 w 119264"/>
                <a:gd name="connsiteY17" fmla="*/ 118322 h 171885"/>
                <a:gd name="connsiteX18" fmla="*/ 70555 w 119264"/>
                <a:gd name="connsiteY18" fmla="*/ 63262 h 171885"/>
                <a:gd name="connsiteX19" fmla="*/ 36479 w 119264"/>
                <a:gd name="connsiteY19" fmla="*/ 32203 h 171885"/>
                <a:gd name="connsiteX20" fmla="*/ 59906 w 119264"/>
                <a:gd name="connsiteY20" fmla="*/ 11732 h 171885"/>
                <a:gd name="connsiteX21" fmla="*/ 86527 w 119264"/>
                <a:gd name="connsiteY21" fmla="*/ 23026 h 171885"/>
                <a:gd name="connsiteX22" fmla="*/ 103210 w 119264"/>
                <a:gd name="connsiteY22" fmla="*/ 51968 h 171885"/>
                <a:gd name="connsiteX23" fmla="*/ 112084 w 119264"/>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264" h="171885">
                  <a:moveTo>
                    <a:pt x="112084" y="51968"/>
                  </a:moveTo>
                  <a:lnTo>
                    <a:pt x="112084" y="791"/>
                  </a:lnTo>
                  <a:lnTo>
                    <a:pt x="104275" y="791"/>
                  </a:lnTo>
                  <a:cubicBezTo>
                    <a:pt x="102145" y="6085"/>
                    <a:pt x="100016" y="7850"/>
                    <a:pt x="95756" y="7850"/>
                  </a:cubicBezTo>
                  <a:cubicBezTo>
                    <a:pt x="93627" y="7850"/>
                    <a:pt x="90077" y="7144"/>
                    <a:pt x="84398" y="5379"/>
                  </a:cubicBezTo>
                  <a:cubicBezTo>
                    <a:pt x="72684" y="1496"/>
                    <a:pt x="64520" y="85"/>
                    <a:pt x="56711" y="85"/>
                  </a:cubicBezTo>
                  <a:cubicBezTo>
                    <a:pt x="24411" y="85"/>
                    <a:pt x="984" y="21967"/>
                    <a:pt x="984" y="51615"/>
                  </a:cubicBezTo>
                  <a:cubicBezTo>
                    <a:pt x="984" y="74910"/>
                    <a:pt x="15537" y="91145"/>
                    <a:pt x="51387" y="106322"/>
                  </a:cubicBezTo>
                  <a:cubicBezTo>
                    <a:pt x="75524" y="116910"/>
                    <a:pt x="85463" y="125734"/>
                    <a:pt x="85463" y="137028"/>
                  </a:cubicBezTo>
                  <a:cubicBezTo>
                    <a:pt x="85463" y="150793"/>
                    <a:pt x="74814" y="159970"/>
                    <a:pt x="58841" y="159970"/>
                  </a:cubicBezTo>
                  <a:cubicBezTo>
                    <a:pt x="33994" y="159970"/>
                    <a:pt x="17667" y="144087"/>
                    <a:pt x="10213" y="113381"/>
                  </a:cubicBezTo>
                  <a:lnTo>
                    <a:pt x="274" y="113381"/>
                  </a:lnTo>
                  <a:lnTo>
                    <a:pt x="274" y="171617"/>
                  </a:lnTo>
                  <a:lnTo>
                    <a:pt x="9148" y="171617"/>
                  </a:lnTo>
                  <a:cubicBezTo>
                    <a:pt x="13052" y="164206"/>
                    <a:pt x="15182" y="161735"/>
                    <a:pt x="18376" y="161735"/>
                  </a:cubicBezTo>
                  <a:cubicBezTo>
                    <a:pt x="20151" y="161735"/>
                    <a:pt x="22991" y="162441"/>
                    <a:pt x="26540" y="163853"/>
                  </a:cubicBezTo>
                  <a:cubicBezTo>
                    <a:pt x="36124" y="168088"/>
                    <a:pt x="54937" y="171970"/>
                    <a:pt x="64875" y="171970"/>
                  </a:cubicBezTo>
                  <a:cubicBezTo>
                    <a:pt x="97176" y="171970"/>
                    <a:pt x="119538" y="150088"/>
                    <a:pt x="119538" y="118322"/>
                  </a:cubicBezTo>
                  <a:cubicBezTo>
                    <a:pt x="119538" y="93263"/>
                    <a:pt x="105695" y="78086"/>
                    <a:pt x="70555" y="63262"/>
                  </a:cubicBezTo>
                  <a:cubicBezTo>
                    <a:pt x="46418" y="53027"/>
                    <a:pt x="36479" y="44203"/>
                    <a:pt x="36479" y="32203"/>
                  </a:cubicBezTo>
                  <a:cubicBezTo>
                    <a:pt x="36479" y="20556"/>
                    <a:pt x="46418" y="11732"/>
                    <a:pt x="59906" y="11732"/>
                  </a:cubicBezTo>
                  <a:cubicBezTo>
                    <a:pt x="69135" y="11732"/>
                    <a:pt x="78719" y="15614"/>
                    <a:pt x="86527" y="23026"/>
                  </a:cubicBezTo>
                  <a:cubicBezTo>
                    <a:pt x="93982" y="30085"/>
                    <a:pt x="97886" y="36438"/>
                    <a:pt x="103210" y="51968"/>
                  </a:cubicBezTo>
                  <a:lnTo>
                    <a:pt x="112084" y="51968"/>
                  </a:lnTo>
                  <a:close/>
                </a:path>
              </a:pathLst>
            </a:custGeom>
            <a:solidFill>
              <a:srgbClr val="FFFF00"/>
            </a:solidFill>
            <a:ln w="35620" cap="flat">
              <a:noFill/>
              <a:prstDash val="solid"/>
              <a:miter/>
            </a:ln>
          </p:spPr>
          <p:txBody>
            <a:bodyPr rtlCol="0" anchor="ctr"/>
            <a:lstStyle/>
            <a:p>
              <a:endParaRPr lang="en-US"/>
            </a:p>
          </p:txBody>
        </p:sp>
      </p:grpSp>
      <p:pic>
        <p:nvPicPr>
          <p:cNvPr id="54" name="Picture 53">
            <a:extLst>
              <a:ext uri="{FF2B5EF4-FFF2-40B4-BE49-F238E27FC236}">
                <a16:creationId xmlns:a16="http://schemas.microsoft.com/office/drawing/2014/main" id="{4B70A6D0-1EC0-3A25-95C7-3F4427C890CB}"/>
              </a:ext>
            </a:extLst>
          </p:cNvPr>
          <p:cNvPicPr>
            <a:picLocks noChangeAspect="1"/>
          </p:cNvPicPr>
          <p:nvPr/>
        </p:nvPicPr>
        <p:blipFill>
          <a:blip r:embed="rId19"/>
          <a:stretch>
            <a:fillRect/>
          </a:stretch>
        </p:blipFill>
        <p:spPr>
          <a:xfrm>
            <a:off x="1426294" y="920703"/>
            <a:ext cx="10821940" cy="5381774"/>
          </a:xfrm>
          <a:prstGeom prst="rect">
            <a:avLst/>
          </a:prstGeom>
        </p:spPr>
      </p:pic>
    </p:spTree>
    <p:extLst>
      <p:ext uri="{BB962C8B-B14F-4D97-AF65-F5344CB8AC3E}">
        <p14:creationId xmlns:p14="http://schemas.microsoft.com/office/powerpoint/2010/main" val="2262488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91A1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B2EA-7B0F-2DBF-7B63-45F34A7E5A5E}"/>
              </a:ext>
            </a:extLst>
          </p:cNvPr>
          <p:cNvSpPr>
            <a:spLocks noGrp="1"/>
          </p:cNvSpPr>
          <p:nvPr>
            <p:ph type="title"/>
          </p:nvPr>
        </p:nvSpPr>
        <p:spPr>
          <a:xfrm rot="16200000">
            <a:off x="-2766219" y="2766217"/>
            <a:ext cx="6858001" cy="1325563"/>
          </a:xfrm>
          <a:solidFill>
            <a:schemeClr val="accent4">
              <a:lumMod val="50000"/>
            </a:schemeClr>
          </a:solidFill>
        </p:spPr>
        <p:txBody>
          <a:bodyPr>
            <a:normAutofit/>
          </a:bodyPr>
          <a:lstStyle/>
          <a:p>
            <a:pPr algn="ctr"/>
            <a:r>
              <a:rPr lang="en-US" sz="4000" b="0" i="0" dirty="0">
                <a:solidFill>
                  <a:schemeClr val="bg1"/>
                </a:solidFill>
                <a:effectLst/>
                <a:latin typeface="fkGrotesk"/>
              </a:rPr>
              <a:t>Pseudo Random Numbers</a:t>
            </a:r>
          </a:p>
        </p:txBody>
      </p:sp>
      <p:sp>
        <p:nvSpPr>
          <p:cNvPr id="3" name="Content Placeholder 2">
            <a:extLst>
              <a:ext uri="{FF2B5EF4-FFF2-40B4-BE49-F238E27FC236}">
                <a16:creationId xmlns:a16="http://schemas.microsoft.com/office/drawing/2014/main" id="{02542B20-E0B2-8F07-0B3B-2137B3495B35}"/>
              </a:ext>
            </a:extLst>
          </p:cNvPr>
          <p:cNvSpPr>
            <a:spLocks noGrp="1"/>
          </p:cNvSpPr>
          <p:nvPr>
            <p:ph idx="1"/>
          </p:nvPr>
        </p:nvSpPr>
        <p:spPr>
          <a:xfrm>
            <a:off x="1536290" y="993058"/>
            <a:ext cx="10459065" cy="5646021"/>
          </a:xfrm>
        </p:spPr>
        <p:txBody>
          <a:bodyPr>
            <a:normAutofit/>
          </a:bodyPr>
          <a:lstStyle/>
          <a:p>
            <a:pPr algn="l">
              <a:buFont typeface="Arial" panose="020B0604020202020204" pitchFamily="34" charset="0"/>
              <a:buChar char="•"/>
            </a:pPr>
            <a:r>
              <a:rPr lang="en-US" dirty="0">
                <a:latin typeface="fkGroteskNeue"/>
              </a:rPr>
              <a:t> </a:t>
            </a:r>
            <a:endParaRPr lang="en-US" b="0" i="0" dirty="0">
              <a:effectLst/>
              <a:latin typeface="fkGroteskNeue"/>
            </a:endParaRPr>
          </a:p>
          <a:p>
            <a:pPr lvl="1"/>
            <a:endParaRPr lang="en-US" b="0" i="0" dirty="0">
              <a:effectLst/>
              <a:latin typeface="fkGroteskNeue"/>
            </a:endParaRPr>
          </a:p>
          <a:p>
            <a:pPr lvl="1"/>
            <a:endParaRPr lang="en-US" b="0" i="0" dirty="0">
              <a:effectLst/>
              <a:latin typeface="fkGroteskNeue"/>
            </a:endParaRPr>
          </a:p>
          <a:p>
            <a:pPr algn="l">
              <a:buFont typeface="Arial" panose="020B0604020202020204" pitchFamily="34" charset="0"/>
              <a:buChar char="•"/>
            </a:pPr>
            <a:endParaRPr lang="en-US" b="0" i="0" dirty="0">
              <a:effectLst/>
              <a:latin typeface="fkGroteskNeue"/>
            </a:endParaRPr>
          </a:p>
        </p:txBody>
      </p:sp>
      <p:grpSp>
        <p:nvGrpSpPr>
          <p:cNvPr id="39" name="Group 38" descr="\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Test PRNs}&#10;\end{align*}&#10;}&#10;\end{document}" title="IguanaTex Shape Display">
            <a:extLst>
              <a:ext uri="{FF2B5EF4-FFF2-40B4-BE49-F238E27FC236}">
                <a16:creationId xmlns:a16="http://schemas.microsoft.com/office/drawing/2014/main" id="{D1583940-8756-4297-3079-77423DDF88DB}"/>
              </a:ext>
            </a:extLst>
          </p:cNvPr>
          <p:cNvGrpSpPr>
            <a:grpSpLocks noChangeAspect="1"/>
          </p:cNvGrpSpPr>
          <p:nvPr>
            <p:custDataLst>
              <p:tags r:id="rId1"/>
            </p:custDataLst>
          </p:nvPr>
        </p:nvGrpSpPr>
        <p:grpSpPr>
          <a:xfrm>
            <a:off x="1778000" y="317500"/>
            <a:ext cx="3139094" cy="310947"/>
            <a:chOff x="8560933" y="3090214"/>
            <a:chExt cx="3139094" cy="310947"/>
          </a:xfrm>
        </p:grpSpPr>
        <p:sp>
          <p:nvSpPr>
            <p:cNvPr id="10" name="Freeform: Shape 9">
              <a:extLst>
                <a:ext uri="{FF2B5EF4-FFF2-40B4-BE49-F238E27FC236}">
                  <a16:creationId xmlns:a16="http://schemas.microsoft.com/office/drawing/2014/main" id="{C24015F3-43E6-D285-DAA6-13E1CE4E6E48}"/>
                </a:ext>
              </a:extLst>
            </p:cNvPr>
            <p:cNvSpPr/>
            <p:nvPr>
              <p:custDataLst>
                <p:tags r:id="rId2"/>
              </p:custDataLst>
            </p:nvPr>
          </p:nvSpPr>
          <p:spPr>
            <a:xfrm>
              <a:off x="8560933" y="3090214"/>
              <a:ext cx="221845" cy="238592"/>
            </a:xfrm>
            <a:custGeom>
              <a:avLst/>
              <a:gdLst>
                <a:gd name="connsiteX0" fmla="*/ 204998 w 221845"/>
                <a:gd name="connsiteY0" fmla="*/ 85 h 238592"/>
                <a:gd name="connsiteX1" fmla="*/ 190 w 221845"/>
                <a:gd name="connsiteY1" fmla="*/ 85 h 238592"/>
                <a:gd name="connsiteX2" fmla="*/ 190 w 221845"/>
                <a:gd name="connsiteY2" fmla="*/ 8908 h 238592"/>
                <a:gd name="connsiteX3" fmla="*/ 31425 w 221845"/>
                <a:gd name="connsiteY3" fmla="*/ 33968 h 238592"/>
                <a:gd name="connsiteX4" fmla="*/ 31425 w 221845"/>
                <a:gd name="connsiteY4" fmla="*/ 204795 h 238592"/>
                <a:gd name="connsiteX5" fmla="*/ 190 w 221845"/>
                <a:gd name="connsiteY5" fmla="*/ 229854 h 238592"/>
                <a:gd name="connsiteX6" fmla="*/ 190 w 221845"/>
                <a:gd name="connsiteY6" fmla="*/ 238678 h 238592"/>
                <a:gd name="connsiteX7" fmla="*/ 207837 w 221845"/>
                <a:gd name="connsiteY7" fmla="*/ 238678 h 238592"/>
                <a:gd name="connsiteX8" fmla="*/ 222035 w 221845"/>
                <a:gd name="connsiteY8" fmla="*/ 165264 h 238592"/>
                <a:gd name="connsiteX9" fmla="*/ 212097 w 221845"/>
                <a:gd name="connsiteY9" fmla="*/ 165264 h 238592"/>
                <a:gd name="connsiteX10" fmla="*/ 181216 w 221845"/>
                <a:gd name="connsiteY10" fmla="*/ 209030 h 238592"/>
                <a:gd name="connsiteX11" fmla="*/ 118389 w 221845"/>
                <a:gd name="connsiteY11" fmla="*/ 227736 h 238592"/>
                <a:gd name="connsiteX12" fmla="*/ 88928 w 221845"/>
                <a:gd name="connsiteY12" fmla="*/ 207971 h 238592"/>
                <a:gd name="connsiteX13" fmla="*/ 88928 w 221845"/>
                <a:gd name="connsiteY13" fmla="*/ 122558 h 238592"/>
                <a:gd name="connsiteX14" fmla="*/ 146430 w 221845"/>
                <a:gd name="connsiteY14" fmla="*/ 177265 h 238592"/>
                <a:gd name="connsiteX15" fmla="*/ 155659 w 221845"/>
                <a:gd name="connsiteY15" fmla="*/ 177265 h 238592"/>
                <a:gd name="connsiteX16" fmla="*/ 155659 w 221845"/>
                <a:gd name="connsiteY16" fmla="*/ 57968 h 238592"/>
                <a:gd name="connsiteX17" fmla="*/ 146430 w 221845"/>
                <a:gd name="connsiteY17" fmla="*/ 57968 h 238592"/>
                <a:gd name="connsiteX18" fmla="*/ 88928 w 221845"/>
                <a:gd name="connsiteY18" fmla="*/ 110557 h 238592"/>
                <a:gd name="connsiteX19" fmla="*/ 88928 w 221845"/>
                <a:gd name="connsiteY19" fmla="*/ 28673 h 238592"/>
                <a:gd name="connsiteX20" fmla="*/ 112000 w 221845"/>
                <a:gd name="connsiteY20" fmla="*/ 12085 h 238592"/>
                <a:gd name="connsiteX21" fmla="*/ 196124 w 221845"/>
                <a:gd name="connsiteY21" fmla="*/ 71027 h 238592"/>
                <a:gd name="connsiteX22" fmla="*/ 204998 w 221845"/>
                <a:gd name="connsiteY22" fmla="*/ 71027 h 238592"/>
                <a:gd name="connsiteX23" fmla="*/ 204998 w 221845"/>
                <a:gd name="connsiteY23"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1845" h="238592">
                  <a:moveTo>
                    <a:pt x="204998" y="85"/>
                  </a:moveTo>
                  <a:lnTo>
                    <a:pt x="190" y="85"/>
                  </a:lnTo>
                  <a:lnTo>
                    <a:pt x="190" y="8908"/>
                  </a:lnTo>
                  <a:cubicBezTo>
                    <a:pt x="24681" y="10320"/>
                    <a:pt x="31425" y="15967"/>
                    <a:pt x="31425" y="33968"/>
                  </a:cubicBezTo>
                  <a:lnTo>
                    <a:pt x="31425" y="204795"/>
                  </a:lnTo>
                  <a:cubicBezTo>
                    <a:pt x="31425" y="223148"/>
                    <a:pt x="26456" y="227030"/>
                    <a:pt x="190" y="229854"/>
                  </a:cubicBezTo>
                  <a:lnTo>
                    <a:pt x="190" y="238678"/>
                  </a:lnTo>
                  <a:lnTo>
                    <a:pt x="207837" y="238678"/>
                  </a:lnTo>
                  <a:lnTo>
                    <a:pt x="222035" y="165264"/>
                  </a:lnTo>
                  <a:lnTo>
                    <a:pt x="212097" y="165264"/>
                  </a:lnTo>
                  <a:cubicBezTo>
                    <a:pt x="201093" y="188912"/>
                    <a:pt x="193994" y="198794"/>
                    <a:pt x="181216" y="209030"/>
                  </a:cubicBezTo>
                  <a:cubicBezTo>
                    <a:pt x="164888" y="222089"/>
                    <a:pt x="145365" y="227736"/>
                    <a:pt x="118389" y="227736"/>
                  </a:cubicBezTo>
                  <a:cubicBezTo>
                    <a:pt x="95672" y="227736"/>
                    <a:pt x="88928" y="223148"/>
                    <a:pt x="88928" y="207971"/>
                  </a:cubicBezTo>
                  <a:lnTo>
                    <a:pt x="88928" y="122558"/>
                  </a:lnTo>
                  <a:cubicBezTo>
                    <a:pt x="127618" y="122558"/>
                    <a:pt x="142171" y="136323"/>
                    <a:pt x="146430" y="177265"/>
                  </a:cubicBezTo>
                  <a:lnTo>
                    <a:pt x="155659" y="177265"/>
                  </a:lnTo>
                  <a:lnTo>
                    <a:pt x="155659" y="57968"/>
                  </a:lnTo>
                  <a:lnTo>
                    <a:pt x="146430" y="57968"/>
                  </a:lnTo>
                  <a:cubicBezTo>
                    <a:pt x="141106" y="98204"/>
                    <a:pt x="127263" y="110910"/>
                    <a:pt x="88928" y="110557"/>
                  </a:cubicBezTo>
                  <a:lnTo>
                    <a:pt x="88928" y="28673"/>
                  </a:lnTo>
                  <a:cubicBezTo>
                    <a:pt x="88928" y="15261"/>
                    <a:pt x="93542" y="12085"/>
                    <a:pt x="112000" y="12085"/>
                  </a:cubicBezTo>
                  <a:cubicBezTo>
                    <a:pt x="169857" y="12085"/>
                    <a:pt x="187250" y="24085"/>
                    <a:pt x="196124" y="71027"/>
                  </a:cubicBezTo>
                  <a:lnTo>
                    <a:pt x="204998" y="71027"/>
                  </a:lnTo>
                  <a:lnTo>
                    <a:pt x="204998" y="85"/>
                  </a:lnTo>
                  <a:close/>
                </a:path>
              </a:pathLst>
            </a:custGeom>
            <a:solidFill>
              <a:srgbClr val="FFFF00"/>
            </a:solidFill>
            <a:ln w="3562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92D6C0F-6B53-04C1-14DF-E9CCBCE4C16E}"/>
                </a:ext>
              </a:extLst>
            </p:cNvPr>
            <p:cNvSpPr/>
            <p:nvPr>
              <p:custDataLst>
                <p:tags r:id="rId3"/>
              </p:custDataLst>
            </p:nvPr>
          </p:nvSpPr>
          <p:spPr>
            <a:xfrm>
              <a:off x="8797152" y="3166098"/>
              <a:ext cx="167537" cy="162709"/>
            </a:xfrm>
            <a:custGeom>
              <a:avLst/>
              <a:gdLst>
                <a:gd name="connsiteX0" fmla="*/ 167734 w 167537"/>
                <a:gd name="connsiteY0" fmla="*/ 154323 h 162709"/>
                <a:gd name="connsiteX1" fmla="*/ 157086 w 167537"/>
                <a:gd name="connsiteY1" fmla="*/ 147264 h 162709"/>
                <a:gd name="connsiteX2" fmla="*/ 104552 w 167537"/>
                <a:gd name="connsiteY2" fmla="*/ 66792 h 162709"/>
                <a:gd name="connsiteX3" fmla="*/ 140403 w 167537"/>
                <a:gd name="connsiteY3" fmla="*/ 22320 h 162709"/>
                <a:gd name="connsiteX4" fmla="*/ 165249 w 167537"/>
                <a:gd name="connsiteY4" fmla="*/ 8555 h 162709"/>
                <a:gd name="connsiteX5" fmla="*/ 165249 w 167537"/>
                <a:gd name="connsiteY5" fmla="*/ 85 h 162709"/>
                <a:gd name="connsiteX6" fmla="*/ 105617 w 167537"/>
                <a:gd name="connsiteY6" fmla="*/ 85 h 162709"/>
                <a:gd name="connsiteX7" fmla="*/ 105617 w 167537"/>
                <a:gd name="connsiteY7" fmla="*/ 8555 h 162709"/>
                <a:gd name="connsiteX8" fmla="*/ 112716 w 167537"/>
                <a:gd name="connsiteY8" fmla="*/ 9261 h 162709"/>
                <a:gd name="connsiteX9" fmla="*/ 123720 w 167537"/>
                <a:gd name="connsiteY9" fmla="*/ 17026 h 162709"/>
                <a:gd name="connsiteX10" fmla="*/ 110232 w 167537"/>
                <a:gd name="connsiteY10" fmla="*/ 39615 h 162709"/>
                <a:gd name="connsiteX11" fmla="*/ 97453 w 167537"/>
                <a:gd name="connsiteY11" fmla="*/ 55850 h 162709"/>
                <a:gd name="connsiteX12" fmla="*/ 92839 w 167537"/>
                <a:gd name="connsiteY12" fmla="*/ 49850 h 162709"/>
                <a:gd name="connsiteX13" fmla="*/ 72252 w 167537"/>
                <a:gd name="connsiteY13" fmla="*/ 15261 h 162709"/>
                <a:gd name="connsiteX14" fmla="*/ 88934 w 167537"/>
                <a:gd name="connsiteY14" fmla="*/ 8555 h 162709"/>
                <a:gd name="connsiteX15" fmla="*/ 88934 w 167537"/>
                <a:gd name="connsiteY15" fmla="*/ 85 h 162709"/>
                <a:gd name="connsiteX16" fmla="*/ 196 w 167537"/>
                <a:gd name="connsiteY16" fmla="*/ 85 h 162709"/>
                <a:gd name="connsiteX17" fmla="*/ 196 w 167537"/>
                <a:gd name="connsiteY17" fmla="*/ 8555 h 162709"/>
                <a:gd name="connsiteX18" fmla="*/ 18654 w 167537"/>
                <a:gd name="connsiteY18" fmla="*/ 22320 h 162709"/>
                <a:gd name="connsiteX19" fmla="*/ 64088 w 167537"/>
                <a:gd name="connsiteY19" fmla="*/ 91851 h 162709"/>
                <a:gd name="connsiteX20" fmla="*/ 41016 w 167537"/>
                <a:gd name="connsiteY20" fmla="*/ 121499 h 162709"/>
                <a:gd name="connsiteX21" fmla="*/ 906 w 167537"/>
                <a:gd name="connsiteY21" fmla="*/ 154323 h 162709"/>
                <a:gd name="connsiteX22" fmla="*/ 906 w 167537"/>
                <a:gd name="connsiteY22" fmla="*/ 162794 h 162709"/>
                <a:gd name="connsiteX23" fmla="*/ 60893 w 167537"/>
                <a:gd name="connsiteY23" fmla="*/ 162794 h 162709"/>
                <a:gd name="connsiteX24" fmla="*/ 60893 w 167537"/>
                <a:gd name="connsiteY24" fmla="*/ 154323 h 162709"/>
                <a:gd name="connsiteX25" fmla="*/ 43146 w 167537"/>
                <a:gd name="connsiteY25" fmla="*/ 145852 h 162709"/>
                <a:gd name="connsiteX26" fmla="*/ 65863 w 167537"/>
                <a:gd name="connsiteY26" fmla="*/ 109499 h 162709"/>
                <a:gd name="connsiteX27" fmla="*/ 71542 w 167537"/>
                <a:gd name="connsiteY27" fmla="*/ 102440 h 162709"/>
                <a:gd name="connsiteX28" fmla="*/ 86450 w 167537"/>
                <a:gd name="connsiteY28" fmla="*/ 124675 h 162709"/>
                <a:gd name="connsiteX29" fmla="*/ 98163 w 167537"/>
                <a:gd name="connsiteY29" fmla="*/ 147264 h 162709"/>
                <a:gd name="connsiteX30" fmla="*/ 82190 w 167537"/>
                <a:gd name="connsiteY30" fmla="*/ 154323 h 162709"/>
                <a:gd name="connsiteX31" fmla="*/ 82190 w 167537"/>
                <a:gd name="connsiteY31" fmla="*/ 162794 h 162709"/>
                <a:gd name="connsiteX32" fmla="*/ 167734 w 167537"/>
                <a:gd name="connsiteY32" fmla="*/ 162794 h 162709"/>
                <a:gd name="connsiteX33" fmla="*/ 167734 w 167537"/>
                <a:gd name="connsiteY33" fmla="*/ 154323 h 16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7537" h="162709">
                  <a:moveTo>
                    <a:pt x="167734" y="154323"/>
                  </a:moveTo>
                  <a:cubicBezTo>
                    <a:pt x="162055" y="152558"/>
                    <a:pt x="159570" y="151146"/>
                    <a:pt x="157086" y="147264"/>
                  </a:cubicBezTo>
                  <a:lnTo>
                    <a:pt x="104552" y="66792"/>
                  </a:lnTo>
                  <a:lnTo>
                    <a:pt x="140403" y="22320"/>
                  </a:lnTo>
                  <a:cubicBezTo>
                    <a:pt x="147147" y="14203"/>
                    <a:pt x="154246" y="10320"/>
                    <a:pt x="165249" y="8555"/>
                  </a:cubicBezTo>
                  <a:lnTo>
                    <a:pt x="165249" y="85"/>
                  </a:lnTo>
                  <a:lnTo>
                    <a:pt x="105617" y="85"/>
                  </a:lnTo>
                  <a:lnTo>
                    <a:pt x="105617" y="8555"/>
                  </a:lnTo>
                  <a:cubicBezTo>
                    <a:pt x="108812" y="8908"/>
                    <a:pt x="111651" y="9261"/>
                    <a:pt x="112716" y="9261"/>
                  </a:cubicBezTo>
                  <a:cubicBezTo>
                    <a:pt x="120880" y="9614"/>
                    <a:pt x="123720" y="11732"/>
                    <a:pt x="123720" y="17026"/>
                  </a:cubicBezTo>
                  <a:cubicBezTo>
                    <a:pt x="123720" y="22320"/>
                    <a:pt x="120170" y="28321"/>
                    <a:pt x="110232" y="39615"/>
                  </a:cubicBezTo>
                  <a:cubicBezTo>
                    <a:pt x="108102" y="41733"/>
                    <a:pt x="102778" y="48439"/>
                    <a:pt x="97453" y="55850"/>
                  </a:cubicBezTo>
                  <a:cubicBezTo>
                    <a:pt x="95324" y="53380"/>
                    <a:pt x="93904" y="51262"/>
                    <a:pt x="92839" y="49850"/>
                  </a:cubicBezTo>
                  <a:cubicBezTo>
                    <a:pt x="81480" y="35027"/>
                    <a:pt x="72252" y="19850"/>
                    <a:pt x="72252" y="15261"/>
                  </a:cubicBezTo>
                  <a:cubicBezTo>
                    <a:pt x="72252" y="11026"/>
                    <a:pt x="77221" y="8908"/>
                    <a:pt x="88934" y="8555"/>
                  </a:cubicBezTo>
                  <a:lnTo>
                    <a:pt x="88934" y="85"/>
                  </a:lnTo>
                  <a:lnTo>
                    <a:pt x="196" y="85"/>
                  </a:lnTo>
                  <a:lnTo>
                    <a:pt x="196" y="8555"/>
                  </a:lnTo>
                  <a:cubicBezTo>
                    <a:pt x="9425" y="9967"/>
                    <a:pt x="11555" y="11732"/>
                    <a:pt x="18654" y="22320"/>
                  </a:cubicBezTo>
                  <a:lnTo>
                    <a:pt x="64088" y="91851"/>
                  </a:lnTo>
                  <a:cubicBezTo>
                    <a:pt x="53794" y="104910"/>
                    <a:pt x="44210" y="116558"/>
                    <a:pt x="41016" y="121499"/>
                  </a:cubicBezTo>
                  <a:cubicBezTo>
                    <a:pt x="21138" y="147617"/>
                    <a:pt x="14039" y="153617"/>
                    <a:pt x="906" y="154323"/>
                  </a:cubicBezTo>
                  <a:lnTo>
                    <a:pt x="906" y="162794"/>
                  </a:lnTo>
                  <a:lnTo>
                    <a:pt x="60893" y="162794"/>
                  </a:lnTo>
                  <a:lnTo>
                    <a:pt x="60893" y="154323"/>
                  </a:lnTo>
                  <a:cubicBezTo>
                    <a:pt x="48115" y="153617"/>
                    <a:pt x="43146" y="151146"/>
                    <a:pt x="43146" y="145852"/>
                  </a:cubicBezTo>
                  <a:cubicBezTo>
                    <a:pt x="43146" y="140558"/>
                    <a:pt x="52374" y="125734"/>
                    <a:pt x="65863" y="109499"/>
                  </a:cubicBezTo>
                  <a:cubicBezTo>
                    <a:pt x="66572" y="108440"/>
                    <a:pt x="69057" y="105616"/>
                    <a:pt x="71542" y="102440"/>
                  </a:cubicBezTo>
                  <a:cubicBezTo>
                    <a:pt x="78286" y="112675"/>
                    <a:pt x="84320" y="121499"/>
                    <a:pt x="86450" y="124675"/>
                  </a:cubicBezTo>
                  <a:cubicBezTo>
                    <a:pt x="94614" y="136323"/>
                    <a:pt x="98163" y="143029"/>
                    <a:pt x="98163" y="147264"/>
                  </a:cubicBezTo>
                  <a:cubicBezTo>
                    <a:pt x="98163" y="151499"/>
                    <a:pt x="93194" y="153617"/>
                    <a:pt x="82190" y="154323"/>
                  </a:cubicBezTo>
                  <a:lnTo>
                    <a:pt x="82190" y="162794"/>
                  </a:lnTo>
                  <a:lnTo>
                    <a:pt x="167734" y="162794"/>
                  </a:lnTo>
                  <a:lnTo>
                    <a:pt x="167734" y="154323"/>
                  </a:lnTo>
                  <a:close/>
                </a:path>
              </a:pathLst>
            </a:custGeom>
            <a:solidFill>
              <a:srgbClr val="FFFF00"/>
            </a:solidFill>
            <a:ln w="3562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6A8D3D-3B33-6C47-F926-0E7544BB0EE9}"/>
                </a:ext>
              </a:extLst>
            </p:cNvPr>
            <p:cNvSpPr/>
            <p:nvPr>
              <p:custDataLst>
                <p:tags r:id="rId4"/>
              </p:custDataLst>
            </p:nvPr>
          </p:nvSpPr>
          <p:spPr>
            <a:xfrm>
              <a:off x="8979908" y="3161863"/>
              <a:ext cx="164343" cy="171885"/>
            </a:xfrm>
            <a:custGeom>
              <a:avLst/>
              <a:gdLst>
                <a:gd name="connsiteX0" fmla="*/ 159220 w 164343"/>
                <a:gd name="connsiteY0" fmla="*/ 144440 h 171885"/>
                <a:gd name="connsiteX1" fmla="*/ 155671 w 164343"/>
                <a:gd name="connsiteY1" fmla="*/ 147970 h 171885"/>
                <a:gd name="connsiteX2" fmla="*/ 151766 w 164343"/>
                <a:gd name="connsiteY2" fmla="*/ 149382 h 171885"/>
                <a:gd name="connsiteX3" fmla="*/ 144312 w 164343"/>
                <a:gd name="connsiteY3" fmla="*/ 140558 h 171885"/>
                <a:gd name="connsiteX4" fmla="*/ 144312 w 164343"/>
                <a:gd name="connsiteY4" fmla="*/ 48439 h 171885"/>
                <a:gd name="connsiteX5" fmla="*/ 74031 w 164343"/>
                <a:gd name="connsiteY5" fmla="*/ 85 h 171885"/>
                <a:gd name="connsiteX6" fmla="*/ 6945 w 164343"/>
                <a:gd name="connsiteY6" fmla="*/ 44556 h 171885"/>
                <a:gd name="connsiteX7" fmla="*/ 30017 w 164343"/>
                <a:gd name="connsiteY7" fmla="*/ 67851 h 171885"/>
                <a:gd name="connsiteX8" fmla="*/ 54154 w 164343"/>
                <a:gd name="connsiteY8" fmla="*/ 47380 h 171885"/>
                <a:gd name="connsiteX9" fmla="*/ 47765 w 164343"/>
                <a:gd name="connsiteY9" fmla="*/ 32203 h 171885"/>
                <a:gd name="connsiteX10" fmla="*/ 43505 w 164343"/>
                <a:gd name="connsiteY10" fmla="*/ 24438 h 171885"/>
                <a:gd name="connsiteX11" fmla="*/ 65867 w 164343"/>
                <a:gd name="connsiteY11" fmla="*/ 11379 h 171885"/>
                <a:gd name="connsiteX12" fmla="*/ 95684 w 164343"/>
                <a:gd name="connsiteY12" fmla="*/ 42438 h 171885"/>
                <a:gd name="connsiteX13" fmla="*/ 95684 w 164343"/>
                <a:gd name="connsiteY13" fmla="*/ 68204 h 171885"/>
                <a:gd name="connsiteX14" fmla="*/ 22918 w 164343"/>
                <a:gd name="connsiteY14" fmla="*/ 96792 h 171885"/>
                <a:gd name="connsiteX15" fmla="*/ 201 w 164343"/>
                <a:gd name="connsiteY15" fmla="*/ 134558 h 171885"/>
                <a:gd name="connsiteX16" fmla="*/ 39601 w 164343"/>
                <a:gd name="connsiteY16" fmla="*/ 171970 h 171885"/>
                <a:gd name="connsiteX17" fmla="*/ 95684 w 164343"/>
                <a:gd name="connsiteY17" fmla="*/ 147264 h 171885"/>
                <a:gd name="connsiteX18" fmla="*/ 124790 w 164343"/>
                <a:gd name="connsiteY18" fmla="*/ 171970 h 171885"/>
                <a:gd name="connsiteX19" fmla="*/ 164545 w 164343"/>
                <a:gd name="connsiteY19" fmla="*/ 151852 h 171885"/>
                <a:gd name="connsiteX20" fmla="*/ 159220 w 164343"/>
                <a:gd name="connsiteY20" fmla="*/ 144440 h 171885"/>
                <a:gd name="connsiteX21" fmla="*/ 95329 w 164343"/>
                <a:gd name="connsiteY21" fmla="*/ 131734 h 171885"/>
                <a:gd name="connsiteX22" fmla="*/ 70127 w 164343"/>
                <a:gd name="connsiteY22" fmla="*/ 146911 h 171885"/>
                <a:gd name="connsiteX23" fmla="*/ 52024 w 164343"/>
                <a:gd name="connsiteY23" fmla="*/ 123264 h 171885"/>
                <a:gd name="connsiteX24" fmla="*/ 95329 w 164343"/>
                <a:gd name="connsiteY24" fmla="*/ 80557 h 171885"/>
                <a:gd name="connsiteX25" fmla="*/ 95329 w 164343"/>
                <a:gd name="connsiteY25" fmla="*/ 131734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343" h="171885">
                  <a:moveTo>
                    <a:pt x="159220" y="144440"/>
                  </a:moveTo>
                  <a:lnTo>
                    <a:pt x="155671" y="147970"/>
                  </a:lnTo>
                  <a:cubicBezTo>
                    <a:pt x="154606" y="149029"/>
                    <a:pt x="153541" y="149382"/>
                    <a:pt x="151766" y="149382"/>
                  </a:cubicBezTo>
                  <a:cubicBezTo>
                    <a:pt x="146797" y="149382"/>
                    <a:pt x="144312" y="146205"/>
                    <a:pt x="144312" y="140558"/>
                  </a:cubicBezTo>
                  <a:lnTo>
                    <a:pt x="144312" y="48439"/>
                  </a:lnTo>
                  <a:cubicBezTo>
                    <a:pt x="144312" y="18791"/>
                    <a:pt x="117336" y="85"/>
                    <a:pt x="74031" y="85"/>
                  </a:cubicBezTo>
                  <a:cubicBezTo>
                    <a:pt x="33922" y="85"/>
                    <a:pt x="6945" y="18085"/>
                    <a:pt x="6945" y="44556"/>
                  </a:cubicBezTo>
                  <a:cubicBezTo>
                    <a:pt x="6945" y="59027"/>
                    <a:pt x="15464" y="67851"/>
                    <a:pt x="30017" y="67851"/>
                  </a:cubicBezTo>
                  <a:cubicBezTo>
                    <a:pt x="44215" y="67851"/>
                    <a:pt x="54154" y="59380"/>
                    <a:pt x="54154" y="47380"/>
                  </a:cubicBezTo>
                  <a:cubicBezTo>
                    <a:pt x="54154" y="42438"/>
                    <a:pt x="52024" y="37850"/>
                    <a:pt x="47765" y="32203"/>
                  </a:cubicBezTo>
                  <a:cubicBezTo>
                    <a:pt x="44570" y="28673"/>
                    <a:pt x="43505" y="26556"/>
                    <a:pt x="43505" y="24438"/>
                  </a:cubicBezTo>
                  <a:cubicBezTo>
                    <a:pt x="43505" y="17026"/>
                    <a:pt x="53444" y="11379"/>
                    <a:pt x="65867" y="11379"/>
                  </a:cubicBezTo>
                  <a:cubicBezTo>
                    <a:pt x="86455" y="11379"/>
                    <a:pt x="95684" y="20909"/>
                    <a:pt x="95684" y="42438"/>
                  </a:cubicBezTo>
                  <a:lnTo>
                    <a:pt x="95684" y="68204"/>
                  </a:lnTo>
                  <a:cubicBezTo>
                    <a:pt x="53444" y="80910"/>
                    <a:pt x="36051" y="87969"/>
                    <a:pt x="22918" y="96792"/>
                  </a:cubicBezTo>
                  <a:cubicBezTo>
                    <a:pt x="7655" y="107381"/>
                    <a:pt x="201" y="119381"/>
                    <a:pt x="201" y="134558"/>
                  </a:cubicBezTo>
                  <a:cubicBezTo>
                    <a:pt x="201" y="156088"/>
                    <a:pt x="16884" y="171970"/>
                    <a:pt x="39601" y="171970"/>
                  </a:cubicBezTo>
                  <a:cubicBezTo>
                    <a:pt x="59833" y="171970"/>
                    <a:pt x="76161" y="164911"/>
                    <a:pt x="95684" y="147264"/>
                  </a:cubicBezTo>
                  <a:cubicBezTo>
                    <a:pt x="99588" y="165264"/>
                    <a:pt x="107397" y="171970"/>
                    <a:pt x="124790" y="171970"/>
                  </a:cubicBezTo>
                  <a:cubicBezTo>
                    <a:pt x="140053" y="171970"/>
                    <a:pt x="151056" y="166323"/>
                    <a:pt x="164545" y="151852"/>
                  </a:cubicBezTo>
                  <a:lnTo>
                    <a:pt x="159220" y="144440"/>
                  </a:lnTo>
                  <a:close/>
                  <a:moveTo>
                    <a:pt x="95329" y="131734"/>
                  </a:moveTo>
                  <a:cubicBezTo>
                    <a:pt x="85745" y="142676"/>
                    <a:pt x="78646" y="146911"/>
                    <a:pt x="70127" y="146911"/>
                  </a:cubicBezTo>
                  <a:cubicBezTo>
                    <a:pt x="59478" y="146911"/>
                    <a:pt x="52024" y="137381"/>
                    <a:pt x="52024" y="123264"/>
                  </a:cubicBezTo>
                  <a:cubicBezTo>
                    <a:pt x="52024" y="102793"/>
                    <a:pt x="66932" y="87969"/>
                    <a:pt x="95329" y="80557"/>
                  </a:cubicBezTo>
                  <a:lnTo>
                    <a:pt x="95329" y="131734"/>
                  </a:lnTo>
                  <a:close/>
                </a:path>
              </a:pathLst>
            </a:custGeom>
            <a:solidFill>
              <a:srgbClr val="FFFF00"/>
            </a:solidFill>
            <a:ln w="356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086BE46-7BB0-3171-18CD-B3E9FFFD4FDA}"/>
                </a:ext>
              </a:extLst>
            </p:cNvPr>
            <p:cNvSpPr/>
            <p:nvPr>
              <p:custDataLst>
                <p:tags r:id="rId5"/>
              </p:custDataLst>
            </p:nvPr>
          </p:nvSpPr>
          <p:spPr>
            <a:xfrm>
              <a:off x="9154856" y="3161863"/>
              <a:ext cx="283252" cy="166944"/>
            </a:xfrm>
            <a:custGeom>
              <a:avLst/>
              <a:gdLst>
                <a:gd name="connsiteX0" fmla="*/ 68002 w 283252"/>
                <a:gd name="connsiteY0" fmla="*/ 4320 h 166944"/>
                <a:gd name="connsiteX1" fmla="*/ 206 w 283252"/>
                <a:gd name="connsiteY1" fmla="*/ 4320 h 166944"/>
                <a:gd name="connsiteX2" fmla="*/ 206 w 283252"/>
                <a:gd name="connsiteY2" fmla="*/ 12791 h 166944"/>
                <a:gd name="connsiteX3" fmla="*/ 19729 w 283252"/>
                <a:gd name="connsiteY3" fmla="*/ 33615 h 166944"/>
                <a:gd name="connsiteX4" fmla="*/ 19729 w 283252"/>
                <a:gd name="connsiteY4" fmla="*/ 137381 h 166944"/>
                <a:gd name="connsiteX5" fmla="*/ 206 w 283252"/>
                <a:gd name="connsiteY5" fmla="*/ 158558 h 166944"/>
                <a:gd name="connsiteX6" fmla="*/ 206 w 283252"/>
                <a:gd name="connsiteY6" fmla="*/ 167029 h 166944"/>
                <a:gd name="connsiteX7" fmla="*/ 85395 w 283252"/>
                <a:gd name="connsiteY7" fmla="*/ 167029 h 166944"/>
                <a:gd name="connsiteX8" fmla="*/ 85395 w 283252"/>
                <a:gd name="connsiteY8" fmla="*/ 158558 h 166944"/>
                <a:gd name="connsiteX9" fmla="*/ 69067 w 283252"/>
                <a:gd name="connsiteY9" fmla="*/ 138440 h 166944"/>
                <a:gd name="connsiteX10" fmla="*/ 69067 w 283252"/>
                <a:gd name="connsiteY10" fmla="*/ 44203 h 166944"/>
                <a:gd name="connsiteX11" fmla="*/ 79361 w 283252"/>
                <a:gd name="connsiteY11" fmla="*/ 31850 h 166944"/>
                <a:gd name="connsiteX12" fmla="*/ 98883 w 283252"/>
                <a:gd name="connsiteY12" fmla="*/ 23732 h 166944"/>
                <a:gd name="connsiteX13" fmla="*/ 118051 w 283252"/>
                <a:gd name="connsiteY13" fmla="*/ 53027 h 166944"/>
                <a:gd name="connsiteX14" fmla="*/ 118051 w 283252"/>
                <a:gd name="connsiteY14" fmla="*/ 138440 h 166944"/>
                <a:gd name="connsiteX15" fmla="*/ 101013 w 283252"/>
                <a:gd name="connsiteY15" fmla="*/ 158558 h 166944"/>
                <a:gd name="connsiteX16" fmla="*/ 101013 w 283252"/>
                <a:gd name="connsiteY16" fmla="*/ 167029 h 166944"/>
                <a:gd name="connsiteX17" fmla="*/ 184072 w 283252"/>
                <a:gd name="connsiteY17" fmla="*/ 167029 h 166944"/>
                <a:gd name="connsiteX18" fmla="*/ 184072 w 283252"/>
                <a:gd name="connsiteY18" fmla="*/ 158558 h 166944"/>
                <a:gd name="connsiteX19" fmla="*/ 167389 w 283252"/>
                <a:gd name="connsiteY19" fmla="*/ 138440 h 166944"/>
                <a:gd name="connsiteX20" fmla="*/ 167389 w 283252"/>
                <a:gd name="connsiteY20" fmla="*/ 44203 h 166944"/>
                <a:gd name="connsiteX21" fmla="*/ 177683 w 283252"/>
                <a:gd name="connsiteY21" fmla="*/ 32203 h 166944"/>
                <a:gd name="connsiteX22" fmla="*/ 197560 w 283252"/>
                <a:gd name="connsiteY22" fmla="*/ 23732 h 166944"/>
                <a:gd name="connsiteX23" fmla="*/ 216373 w 283252"/>
                <a:gd name="connsiteY23" fmla="*/ 53027 h 166944"/>
                <a:gd name="connsiteX24" fmla="*/ 216373 w 283252"/>
                <a:gd name="connsiteY24" fmla="*/ 138440 h 166944"/>
                <a:gd name="connsiteX25" fmla="*/ 198980 w 283252"/>
                <a:gd name="connsiteY25" fmla="*/ 158558 h 166944"/>
                <a:gd name="connsiteX26" fmla="*/ 198980 w 283252"/>
                <a:gd name="connsiteY26" fmla="*/ 167029 h 166944"/>
                <a:gd name="connsiteX27" fmla="*/ 283459 w 283252"/>
                <a:gd name="connsiteY27" fmla="*/ 167029 h 166944"/>
                <a:gd name="connsiteX28" fmla="*/ 283459 w 283252"/>
                <a:gd name="connsiteY28" fmla="*/ 158558 h 166944"/>
                <a:gd name="connsiteX29" fmla="*/ 265711 w 283252"/>
                <a:gd name="connsiteY29" fmla="*/ 138440 h 166944"/>
                <a:gd name="connsiteX30" fmla="*/ 265711 w 283252"/>
                <a:gd name="connsiteY30" fmla="*/ 49850 h 166944"/>
                <a:gd name="connsiteX31" fmla="*/ 217792 w 283252"/>
                <a:gd name="connsiteY31" fmla="*/ 85 h 166944"/>
                <a:gd name="connsiteX32" fmla="*/ 165614 w 283252"/>
                <a:gd name="connsiteY32" fmla="*/ 30791 h 166944"/>
                <a:gd name="connsiteX33" fmla="*/ 120180 w 283252"/>
                <a:gd name="connsiteY33" fmla="*/ 85 h 166944"/>
                <a:gd name="connsiteX34" fmla="*/ 68002 w 283252"/>
                <a:gd name="connsiteY34" fmla="*/ 30791 h 166944"/>
                <a:gd name="connsiteX35" fmla="*/ 68002 w 283252"/>
                <a:gd name="connsiteY35" fmla="*/ 4320 h 166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83252" h="166944">
                  <a:moveTo>
                    <a:pt x="68002" y="4320"/>
                  </a:moveTo>
                  <a:lnTo>
                    <a:pt x="206" y="4320"/>
                  </a:lnTo>
                  <a:lnTo>
                    <a:pt x="206" y="12791"/>
                  </a:lnTo>
                  <a:cubicBezTo>
                    <a:pt x="15824" y="14909"/>
                    <a:pt x="19729" y="19144"/>
                    <a:pt x="19729" y="33615"/>
                  </a:cubicBezTo>
                  <a:lnTo>
                    <a:pt x="19729" y="137381"/>
                  </a:lnTo>
                  <a:cubicBezTo>
                    <a:pt x="19729" y="151852"/>
                    <a:pt x="15824" y="155735"/>
                    <a:pt x="206" y="158558"/>
                  </a:cubicBezTo>
                  <a:lnTo>
                    <a:pt x="206" y="167029"/>
                  </a:lnTo>
                  <a:lnTo>
                    <a:pt x="85395" y="167029"/>
                  </a:lnTo>
                  <a:lnTo>
                    <a:pt x="85395" y="158558"/>
                  </a:lnTo>
                  <a:cubicBezTo>
                    <a:pt x="72972" y="156794"/>
                    <a:pt x="69067" y="151852"/>
                    <a:pt x="69067" y="138440"/>
                  </a:cubicBezTo>
                  <a:lnTo>
                    <a:pt x="69067" y="44203"/>
                  </a:lnTo>
                  <a:cubicBezTo>
                    <a:pt x="69067" y="42085"/>
                    <a:pt x="74746" y="35379"/>
                    <a:pt x="79361" y="31850"/>
                  </a:cubicBezTo>
                  <a:cubicBezTo>
                    <a:pt x="86815" y="26203"/>
                    <a:pt x="92849" y="23732"/>
                    <a:pt x="98883" y="23732"/>
                  </a:cubicBezTo>
                  <a:cubicBezTo>
                    <a:pt x="112726" y="23732"/>
                    <a:pt x="118051" y="31850"/>
                    <a:pt x="118051" y="53027"/>
                  </a:cubicBezTo>
                  <a:lnTo>
                    <a:pt x="118051" y="138440"/>
                  </a:lnTo>
                  <a:cubicBezTo>
                    <a:pt x="118051" y="152911"/>
                    <a:pt x="114146" y="157499"/>
                    <a:pt x="101013" y="158558"/>
                  </a:cubicBezTo>
                  <a:lnTo>
                    <a:pt x="101013" y="167029"/>
                  </a:lnTo>
                  <a:lnTo>
                    <a:pt x="184072" y="167029"/>
                  </a:lnTo>
                  <a:lnTo>
                    <a:pt x="184072" y="158558"/>
                  </a:lnTo>
                  <a:cubicBezTo>
                    <a:pt x="171648" y="157147"/>
                    <a:pt x="167389" y="151852"/>
                    <a:pt x="167389" y="138440"/>
                  </a:cubicBezTo>
                  <a:lnTo>
                    <a:pt x="167389" y="44203"/>
                  </a:lnTo>
                  <a:cubicBezTo>
                    <a:pt x="167389" y="42438"/>
                    <a:pt x="173068" y="35732"/>
                    <a:pt x="177683" y="32203"/>
                  </a:cubicBezTo>
                  <a:cubicBezTo>
                    <a:pt x="185492" y="26203"/>
                    <a:pt x="191526" y="23732"/>
                    <a:pt x="197560" y="23732"/>
                  </a:cubicBezTo>
                  <a:cubicBezTo>
                    <a:pt x="211048" y="23732"/>
                    <a:pt x="216373" y="32203"/>
                    <a:pt x="216373" y="53027"/>
                  </a:cubicBezTo>
                  <a:lnTo>
                    <a:pt x="216373" y="138440"/>
                  </a:lnTo>
                  <a:cubicBezTo>
                    <a:pt x="216373" y="153264"/>
                    <a:pt x="212468" y="157499"/>
                    <a:pt x="198980" y="158558"/>
                  </a:cubicBezTo>
                  <a:lnTo>
                    <a:pt x="198980" y="167029"/>
                  </a:lnTo>
                  <a:lnTo>
                    <a:pt x="283459" y="167029"/>
                  </a:lnTo>
                  <a:lnTo>
                    <a:pt x="283459" y="158558"/>
                  </a:lnTo>
                  <a:cubicBezTo>
                    <a:pt x="269616" y="157852"/>
                    <a:pt x="265711" y="153617"/>
                    <a:pt x="265711" y="138440"/>
                  </a:cubicBezTo>
                  <a:lnTo>
                    <a:pt x="265711" y="49850"/>
                  </a:lnTo>
                  <a:cubicBezTo>
                    <a:pt x="265711" y="19497"/>
                    <a:pt x="246899" y="85"/>
                    <a:pt x="217792" y="85"/>
                  </a:cubicBezTo>
                  <a:cubicBezTo>
                    <a:pt x="197560" y="85"/>
                    <a:pt x="184072" y="8203"/>
                    <a:pt x="165614" y="30791"/>
                  </a:cubicBezTo>
                  <a:cubicBezTo>
                    <a:pt x="154966" y="8555"/>
                    <a:pt x="142542" y="85"/>
                    <a:pt x="120180" y="85"/>
                  </a:cubicBezTo>
                  <a:cubicBezTo>
                    <a:pt x="97818" y="85"/>
                    <a:pt x="81490" y="9614"/>
                    <a:pt x="68002" y="30791"/>
                  </a:cubicBezTo>
                  <a:lnTo>
                    <a:pt x="68002" y="4320"/>
                  </a:lnTo>
                  <a:close/>
                </a:path>
              </a:pathLst>
            </a:custGeom>
            <a:solidFill>
              <a:srgbClr val="FFFF00"/>
            </a:solidFill>
            <a:ln w="3562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0CB1F4F-C96E-FF3E-46E1-85F6839C5C0E}"/>
                </a:ext>
              </a:extLst>
            </p:cNvPr>
            <p:cNvSpPr/>
            <p:nvPr>
              <p:custDataLst>
                <p:tags r:id="rId6"/>
              </p:custDataLst>
            </p:nvPr>
          </p:nvSpPr>
          <p:spPr>
            <a:xfrm>
              <a:off x="9452704" y="3161863"/>
              <a:ext cx="179251" cy="239298"/>
            </a:xfrm>
            <a:custGeom>
              <a:avLst/>
              <a:gdLst>
                <a:gd name="connsiteX0" fmla="*/ 68720 w 179251"/>
                <a:gd name="connsiteY0" fmla="*/ 4320 h 239298"/>
                <a:gd name="connsiteX1" fmla="*/ 924 w 179251"/>
                <a:gd name="connsiteY1" fmla="*/ 4320 h 239298"/>
                <a:gd name="connsiteX2" fmla="*/ 924 w 179251"/>
                <a:gd name="connsiteY2" fmla="*/ 12791 h 239298"/>
                <a:gd name="connsiteX3" fmla="*/ 20092 w 179251"/>
                <a:gd name="connsiteY3" fmla="*/ 33615 h 239298"/>
                <a:gd name="connsiteX4" fmla="*/ 20092 w 179251"/>
                <a:gd name="connsiteY4" fmla="*/ 210442 h 239298"/>
                <a:gd name="connsiteX5" fmla="*/ 214 w 179251"/>
                <a:gd name="connsiteY5" fmla="*/ 230913 h 239298"/>
                <a:gd name="connsiteX6" fmla="*/ 214 w 179251"/>
                <a:gd name="connsiteY6" fmla="*/ 239383 h 239298"/>
                <a:gd name="connsiteX7" fmla="*/ 97117 w 179251"/>
                <a:gd name="connsiteY7" fmla="*/ 239383 h 239298"/>
                <a:gd name="connsiteX8" fmla="*/ 97117 w 179251"/>
                <a:gd name="connsiteY8" fmla="*/ 231971 h 239298"/>
                <a:gd name="connsiteX9" fmla="*/ 69430 w 179251"/>
                <a:gd name="connsiteY9" fmla="*/ 200206 h 239298"/>
                <a:gd name="connsiteX10" fmla="*/ 69430 w 179251"/>
                <a:gd name="connsiteY10" fmla="*/ 150441 h 239298"/>
                <a:gd name="connsiteX11" fmla="*/ 111315 w 179251"/>
                <a:gd name="connsiteY11" fmla="*/ 171617 h 239298"/>
                <a:gd name="connsiteX12" fmla="*/ 179466 w 179251"/>
                <a:gd name="connsiteY12" fmla="*/ 82675 h 239298"/>
                <a:gd name="connsiteX13" fmla="*/ 113444 w 179251"/>
                <a:gd name="connsiteY13" fmla="*/ 85 h 239298"/>
                <a:gd name="connsiteX14" fmla="*/ 68720 w 179251"/>
                <a:gd name="connsiteY14" fmla="*/ 28673 h 239298"/>
                <a:gd name="connsiteX15" fmla="*/ 68720 w 179251"/>
                <a:gd name="connsiteY15" fmla="*/ 4320 h 239298"/>
                <a:gd name="connsiteX16" fmla="*/ 69430 w 179251"/>
                <a:gd name="connsiteY16" fmla="*/ 44909 h 239298"/>
                <a:gd name="connsiteX17" fmla="*/ 76884 w 179251"/>
                <a:gd name="connsiteY17" fmla="*/ 32203 h 239298"/>
                <a:gd name="connsiteX18" fmla="*/ 99956 w 179251"/>
                <a:gd name="connsiteY18" fmla="*/ 20203 h 239298"/>
                <a:gd name="connsiteX19" fmla="*/ 126933 w 179251"/>
                <a:gd name="connsiteY19" fmla="*/ 87616 h 239298"/>
                <a:gd name="connsiteX20" fmla="*/ 96762 w 179251"/>
                <a:gd name="connsiteY20" fmla="*/ 152205 h 239298"/>
                <a:gd name="connsiteX21" fmla="*/ 69430 w 179251"/>
                <a:gd name="connsiteY21" fmla="*/ 130675 h 239298"/>
                <a:gd name="connsiteX22" fmla="*/ 69430 w 179251"/>
                <a:gd name="connsiteY22" fmla="*/ 44909 h 2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9251" h="239298">
                  <a:moveTo>
                    <a:pt x="68720" y="4320"/>
                  </a:moveTo>
                  <a:lnTo>
                    <a:pt x="924" y="4320"/>
                  </a:lnTo>
                  <a:lnTo>
                    <a:pt x="924" y="12791"/>
                  </a:lnTo>
                  <a:cubicBezTo>
                    <a:pt x="16542" y="15261"/>
                    <a:pt x="20092" y="18791"/>
                    <a:pt x="20092" y="33615"/>
                  </a:cubicBezTo>
                  <a:lnTo>
                    <a:pt x="20092" y="210442"/>
                  </a:lnTo>
                  <a:cubicBezTo>
                    <a:pt x="20092" y="224913"/>
                    <a:pt x="17252" y="228089"/>
                    <a:pt x="214" y="230913"/>
                  </a:cubicBezTo>
                  <a:lnTo>
                    <a:pt x="214" y="239383"/>
                  </a:lnTo>
                  <a:lnTo>
                    <a:pt x="97117" y="239383"/>
                  </a:lnTo>
                  <a:lnTo>
                    <a:pt x="97117" y="231971"/>
                  </a:lnTo>
                  <a:cubicBezTo>
                    <a:pt x="75465" y="230913"/>
                    <a:pt x="69430" y="223854"/>
                    <a:pt x="69430" y="200206"/>
                  </a:cubicBezTo>
                  <a:lnTo>
                    <a:pt x="69430" y="150441"/>
                  </a:lnTo>
                  <a:cubicBezTo>
                    <a:pt x="86468" y="167029"/>
                    <a:pt x="95697" y="171617"/>
                    <a:pt x="111315" y="171617"/>
                  </a:cubicBezTo>
                  <a:cubicBezTo>
                    <a:pt x="151070" y="171617"/>
                    <a:pt x="179466" y="134911"/>
                    <a:pt x="179466" y="82675"/>
                  </a:cubicBezTo>
                  <a:cubicBezTo>
                    <a:pt x="179466" y="33615"/>
                    <a:pt x="152844" y="85"/>
                    <a:pt x="113444" y="85"/>
                  </a:cubicBezTo>
                  <a:cubicBezTo>
                    <a:pt x="92502" y="85"/>
                    <a:pt x="79724" y="8203"/>
                    <a:pt x="68720" y="28673"/>
                  </a:cubicBezTo>
                  <a:lnTo>
                    <a:pt x="68720" y="4320"/>
                  </a:lnTo>
                  <a:close/>
                  <a:moveTo>
                    <a:pt x="69430" y="44909"/>
                  </a:moveTo>
                  <a:cubicBezTo>
                    <a:pt x="69430" y="42438"/>
                    <a:pt x="72625" y="36791"/>
                    <a:pt x="76884" y="32203"/>
                  </a:cubicBezTo>
                  <a:cubicBezTo>
                    <a:pt x="83983" y="24438"/>
                    <a:pt x="92147" y="20203"/>
                    <a:pt x="99956" y="20203"/>
                  </a:cubicBezTo>
                  <a:cubicBezTo>
                    <a:pt x="118414" y="20203"/>
                    <a:pt x="126933" y="41380"/>
                    <a:pt x="126933" y="87616"/>
                  </a:cubicBezTo>
                  <a:cubicBezTo>
                    <a:pt x="126933" y="131381"/>
                    <a:pt x="116994" y="152205"/>
                    <a:pt x="96762" y="152205"/>
                  </a:cubicBezTo>
                  <a:cubicBezTo>
                    <a:pt x="85048" y="152205"/>
                    <a:pt x="74755" y="144087"/>
                    <a:pt x="69430" y="130675"/>
                  </a:cubicBezTo>
                  <a:lnTo>
                    <a:pt x="69430" y="44909"/>
                  </a:lnTo>
                  <a:close/>
                </a:path>
              </a:pathLst>
            </a:custGeom>
            <a:solidFill>
              <a:srgbClr val="FFFF00"/>
            </a:solidFill>
            <a:ln w="3562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4B3611A-9A2C-9FAF-B64D-8E34E3712842}"/>
                </a:ext>
              </a:extLst>
            </p:cNvPr>
            <p:cNvSpPr/>
            <p:nvPr>
              <p:custDataLst>
                <p:tags r:id="rId7"/>
              </p:custDataLst>
            </p:nvPr>
          </p:nvSpPr>
          <p:spPr>
            <a:xfrm>
              <a:off x="9649731" y="3090214"/>
              <a:ext cx="84833" cy="238592"/>
            </a:xfrm>
            <a:custGeom>
              <a:avLst/>
              <a:gdLst>
                <a:gd name="connsiteX0" fmla="*/ 67661 w 84833"/>
                <a:gd name="connsiteY0" fmla="*/ 85 h 238592"/>
                <a:gd name="connsiteX1" fmla="*/ 220 w 84833"/>
                <a:gd name="connsiteY1" fmla="*/ 85 h 238592"/>
                <a:gd name="connsiteX2" fmla="*/ 220 w 84833"/>
                <a:gd name="connsiteY2" fmla="*/ 8555 h 238592"/>
                <a:gd name="connsiteX3" fmla="*/ 18323 w 84833"/>
                <a:gd name="connsiteY3" fmla="*/ 29026 h 238592"/>
                <a:gd name="connsiteX4" fmla="*/ 18323 w 84833"/>
                <a:gd name="connsiteY4" fmla="*/ 209030 h 238592"/>
                <a:gd name="connsiteX5" fmla="*/ 220 w 84833"/>
                <a:gd name="connsiteY5" fmla="*/ 230207 h 238592"/>
                <a:gd name="connsiteX6" fmla="*/ 220 w 84833"/>
                <a:gd name="connsiteY6" fmla="*/ 238678 h 238592"/>
                <a:gd name="connsiteX7" fmla="*/ 85054 w 84833"/>
                <a:gd name="connsiteY7" fmla="*/ 238678 h 238592"/>
                <a:gd name="connsiteX8" fmla="*/ 85054 w 84833"/>
                <a:gd name="connsiteY8" fmla="*/ 230207 h 238592"/>
                <a:gd name="connsiteX9" fmla="*/ 67661 w 84833"/>
                <a:gd name="connsiteY9" fmla="*/ 209030 h 238592"/>
                <a:gd name="connsiteX10" fmla="*/ 67661 w 84833"/>
                <a:gd name="connsiteY10" fmla="*/ 85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33" h="238592">
                  <a:moveTo>
                    <a:pt x="67661" y="85"/>
                  </a:moveTo>
                  <a:lnTo>
                    <a:pt x="220" y="85"/>
                  </a:lnTo>
                  <a:lnTo>
                    <a:pt x="220" y="8555"/>
                  </a:lnTo>
                  <a:cubicBezTo>
                    <a:pt x="12643" y="9614"/>
                    <a:pt x="18323" y="15967"/>
                    <a:pt x="18323" y="29026"/>
                  </a:cubicBezTo>
                  <a:lnTo>
                    <a:pt x="18323" y="209030"/>
                  </a:lnTo>
                  <a:cubicBezTo>
                    <a:pt x="18323" y="222089"/>
                    <a:pt x="12288" y="229148"/>
                    <a:pt x="220" y="230207"/>
                  </a:cubicBezTo>
                  <a:lnTo>
                    <a:pt x="220" y="238678"/>
                  </a:lnTo>
                  <a:lnTo>
                    <a:pt x="85054" y="238678"/>
                  </a:lnTo>
                  <a:lnTo>
                    <a:pt x="85054" y="230207"/>
                  </a:lnTo>
                  <a:cubicBezTo>
                    <a:pt x="73340" y="229854"/>
                    <a:pt x="67661" y="223148"/>
                    <a:pt x="67661" y="209030"/>
                  </a:cubicBezTo>
                  <a:lnTo>
                    <a:pt x="67661" y="85"/>
                  </a:lnTo>
                  <a:close/>
                </a:path>
              </a:pathLst>
            </a:custGeom>
            <a:solidFill>
              <a:srgbClr val="FFFF00"/>
            </a:solidFill>
            <a:ln w="356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520E134-8F16-40FC-5865-3F0240818A2C}"/>
                </a:ext>
              </a:extLst>
            </p:cNvPr>
            <p:cNvSpPr/>
            <p:nvPr>
              <p:custDataLst>
                <p:tags r:id="rId8"/>
              </p:custDataLst>
            </p:nvPr>
          </p:nvSpPr>
          <p:spPr>
            <a:xfrm>
              <a:off x="9751970" y="3161863"/>
              <a:ext cx="142336" cy="171885"/>
            </a:xfrm>
            <a:custGeom>
              <a:avLst/>
              <a:gdLst>
                <a:gd name="connsiteX0" fmla="*/ 134040 w 142336"/>
                <a:gd name="connsiteY0" fmla="*/ 122911 h 171885"/>
                <a:gd name="connsiteX1" fmla="*/ 93575 w 142336"/>
                <a:gd name="connsiteY1" fmla="*/ 146558 h 171885"/>
                <a:gd name="connsiteX2" fmla="*/ 61985 w 142336"/>
                <a:gd name="connsiteY2" fmla="*/ 127852 h 171885"/>
                <a:gd name="connsiteX3" fmla="*/ 51336 w 142336"/>
                <a:gd name="connsiteY3" fmla="*/ 80557 h 171885"/>
                <a:gd name="connsiteX4" fmla="*/ 140784 w 142336"/>
                <a:gd name="connsiteY4" fmla="*/ 80557 h 171885"/>
                <a:gd name="connsiteX5" fmla="*/ 121972 w 142336"/>
                <a:gd name="connsiteY5" fmla="*/ 20909 h 171885"/>
                <a:gd name="connsiteX6" fmla="*/ 74408 w 142336"/>
                <a:gd name="connsiteY6" fmla="*/ 85 h 171885"/>
                <a:gd name="connsiteX7" fmla="*/ 223 w 142336"/>
                <a:gd name="connsiteY7" fmla="*/ 86557 h 171885"/>
                <a:gd name="connsiteX8" fmla="*/ 73343 w 142336"/>
                <a:gd name="connsiteY8" fmla="*/ 171970 h 171885"/>
                <a:gd name="connsiteX9" fmla="*/ 142559 w 142336"/>
                <a:gd name="connsiteY9" fmla="*/ 127852 h 171885"/>
                <a:gd name="connsiteX10" fmla="*/ 134040 w 142336"/>
                <a:gd name="connsiteY10" fmla="*/ 122911 h 171885"/>
                <a:gd name="connsiteX11" fmla="*/ 49561 w 142336"/>
                <a:gd name="connsiteY11" fmla="*/ 67498 h 171885"/>
                <a:gd name="connsiteX12" fmla="*/ 74408 w 142336"/>
                <a:gd name="connsiteY12" fmla="*/ 11026 h 171885"/>
                <a:gd name="connsiteX13" fmla="*/ 93930 w 142336"/>
                <a:gd name="connsiteY13" fmla="*/ 27615 h 171885"/>
                <a:gd name="connsiteX14" fmla="*/ 97125 w 142336"/>
                <a:gd name="connsiteY14" fmla="*/ 62204 h 171885"/>
                <a:gd name="connsiteX15" fmla="*/ 97125 w 142336"/>
                <a:gd name="connsiteY15" fmla="*/ 67498 h 171885"/>
                <a:gd name="connsiteX16" fmla="*/ 49561 w 142336"/>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336" h="171885">
                  <a:moveTo>
                    <a:pt x="134040" y="122911"/>
                  </a:moveTo>
                  <a:cubicBezTo>
                    <a:pt x="119842" y="140205"/>
                    <a:pt x="108838" y="146558"/>
                    <a:pt x="93575" y="146558"/>
                  </a:cubicBezTo>
                  <a:cubicBezTo>
                    <a:pt x="79732" y="146558"/>
                    <a:pt x="69439" y="140205"/>
                    <a:pt x="61985" y="127852"/>
                  </a:cubicBezTo>
                  <a:cubicBezTo>
                    <a:pt x="55595" y="116558"/>
                    <a:pt x="52756" y="104910"/>
                    <a:pt x="51336" y="80557"/>
                  </a:cubicBezTo>
                  <a:lnTo>
                    <a:pt x="140784" y="80557"/>
                  </a:lnTo>
                  <a:cubicBezTo>
                    <a:pt x="138654" y="50909"/>
                    <a:pt x="133330" y="34321"/>
                    <a:pt x="121972" y="20909"/>
                  </a:cubicBezTo>
                  <a:cubicBezTo>
                    <a:pt x="110258" y="7144"/>
                    <a:pt x="93930" y="85"/>
                    <a:pt x="74408" y="85"/>
                  </a:cubicBezTo>
                  <a:cubicBezTo>
                    <a:pt x="30039" y="85"/>
                    <a:pt x="223" y="35027"/>
                    <a:pt x="223" y="86557"/>
                  </a:cubicBezTo>
                  <a:cubicBezTo>
                    <a:pt x="223" y="138087"/>
                    <a:pt x="29329" y="171970"/>
                    <a:pt x="73343" y="171970"/>
                  </a:cubicBezTo>
                  <a:cubicBezTo>
                    <a:pt x="102094" y="171970"/>
                    <a:pt x="119487" y="160676"/>
                    <a:pt x="142559" y="127852"/>
                  </a:cubicBezTo>
                  <a:lnTo>
                    <a:pt x="134040" y="122911"/>
                  </a:lnTo>
                  <a:close/>
                  <a:moveTo>
                    <a:pt x="49561" y="67498"/>
                  </a:moveTo>
                  <a:cubicBezTo>
                    <a:pt x="50626" y="25144"/>
                    <a:pt x="57015" y="11026"/>
                    <a:pt x="74408" y="11026"/>
                  </a:cubicBezTo>
                  <a:cubicBezTo>
                    <a:pt x="84347" y="11026"/>
                    <a:pt x="91091" y="16673"/>
                    <a:pt x="93930" y="27615"/>
                  </a:cubicBezTo>
                  <a:cubicBezTo>
                    <a:pt x="95705" y="34321"/>
                    <a:pt x="96415" y="44203"/>
                    <a:pt x="97125" y="62204"/>
                  </a:cubicBezTo>
                  <a:lnTo>
                    <a:pt x="97125" y="67498"/>
                  </a:lnTo>
                  <a:lnTo>
                    <a:pt x="49561" y="67498"/>
                  </a:lnTo>
                  <a:close/>
                </a:path>
              </a:pathLst>
            </a:custGeom>
            <a:solidFill>
              <a:srgbClr val="FFFF00"/>
            </a:solidFill>
            <a:ln w="3562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FB13F77-7359-0518-80B5-D6BCB8AA704F}"/>
                </a:ext>
              </a:extLst>
            </p:cNvPr>
            <p:cNvSpPr/>
            <p:nvPr>
              <p:custDataLst>
                <p:tags r:id="rId9"/>
              </p:custDataLst>
            </p:nvPr>
          </p:nvSpPr>
          <p:spPr>
            <a:xfrm>
              <a:off x="9930390" y="3162216"/>
              <a:ext cx="59987" cy="171179"/>
            </a:xfrm>
            <a:custGeom>
              <a:avLst/>
              <a:gdLst>
                <a:gd name="connsiteX0" fmla="*/ 30043 w 59987"/>
                <a:gd name="connsiteY0" fmla="*/ 111616 h 171179"/>
                <a:gd name="connsiteX1" fmla="*/ 227 w 59987"/>
                <a:gd name="connsiteY1" fmla="*/ 141264 h 171179"/>
                <a:gd name="connsiteX2" fmla="*/ 29688 w 59987"/>
                <a:gd name="connsiteY2" fmla="*/ 171264 h 171179"/>
                <a:gd name="connsiteX3" fmla="*/ 60214 w 59987"/>
                <a:gd name="connsiteY3" fmla="*/ 141970 h 171179"/>
                <a:gd name="connsiteX4" fmla="*/ 30043 w 59987"/>
                <a:gd name="connsiteY4" fmla="*/ 111616 h 171179"/>
                <a:gd name="connsiteX5" fmla="*/ 30043 w 59987"/>
                <a:gd name="connsiteY5" fmla="*/ 85 h 171179"/>
                <a:gd name="connsiteX6" fmla="*/ 227 w 59987"/>
                <a:gd name="connsiteY6" fmla="*/ 29379 h 171179"/>
                <a:gd name="connsiteX7" fmla="*/ 30043 w 59987"/>
                <a:gd name="connsiteY7" fmla="*/ 59733 h 171179"/>
                <a:gd name="connsiteX8" fmla="*/ 60214 w 59987"/>
                <a:gd name="connsiteY8" fmla="*/ 30085 h 171179"/>
                <a:gd name="connsiteX9" fmla="*/ 30043 w 59987"/>
                <a:gd name="connsiteY9" fmla="*/ 85 h 1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987" h="171179">
                  <a:moveTo>
                    <a:pt x="30043" y="111616"/>
                  </a:moveTo>
                  <a:cubicBezTo>
                    <a:pt x="13715" y="111616"/>
                    <a:pt x="227" y="125381"/>
                    <a:pt x="227" y="141264"/>
                  </a:cubicBezTo>
                  <a:cubicBezTo>
                    <a:pt x="227" y="158205"/>
                    <a:pt x="13005" y="171264"/>
                    <a:pt x="29688" y="171264"/>
                  </a:cubicBezTo>
                  <a:cubicBezTo>
                    <a:pt x="46726" y="171264"/>
                    <a:pt x="60214" y="158205"/>
                    <a:pt x="60214" y="141970"/>
                  </a:cubicBezTo>
                  <a:cubicBezTo>
                    <a:pt x="60214" y="125381"/>
                    <a:pt x="46726" y="111616"/>
                    <a:pt x="30043" y="111616"/>
                  </a:cubicBezTo>
                  <a:close/>
                  <a:moveTo>
                    <a:pt x="30043" y="85"/>
                  </a:moveTo>
                  <a:cubicBezTo>
                    <a:pt x="13715" y="85"/>
                    <a:pt x="227" y="13497"/>
                    <a:pt x="227" y="29379"/>
                  </a:cubicBezTo>
                  <a:cubicBezTo>
                    <a:pt x="227" y="46674"/>
                    <a:pt x="13005" y="59733"/>
                    <a:pt x="30043" y="59733"/>
                  </a:cubicBezTo>
                  <a:cubicBezTo>
                    <a:pt x="46726" y="59733"/>
                    <a:pt x="60214" y="46321"/>
                    <a:pt x="60214" y="30085"/>
                  </a:cubicBezTo>
                  <a:cubicBezTo>
                    <a:pt x="60214" y="13497"/>
                    <a:pt x="46726" y="85"/>
                    <a:pt x="30043" y="85"/>
                  </a:cubicBezTo>
                  <a:close/>
                </a:path>
              </a:pathLst>
            </a:custGeom>
            <a:solidFill>
              <a:srgbClr val="FFFF00"/>
            </a:solidFill>
            <a:ln w="3562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C980C27-0EED-C0E6-8B2C-8DF84C39692F}"/>
                </a:ext>
              </a:extLst>
            </p:cNvPr>
            <p:cNvSpPr/>
            <p:nvPr>
              <p:custDataLst>
                <p:tags r:id="rId10"/>
              </p:custDataLst>
            </p:nvPr>
          </p:nvSpPr>
          <p:spPr>
            <a:xfrm>
              <a:off x="10141376" y="3090214"/>
              <a:ext cx="214746" cy="238592"/>
            </a:xfrm>
            <a:custGeom>
              <a:avLst/>
              <a:gdLst>
                <a:gd name="connsiteX0" fmla="*/ 79033 w 214746"/>
                <a:gd name="connsiteY0" fmla="*/ 197383 h 238592"/>
                <a:gd name="connsiteX1" fmla="*/ 44603 w 214746"/>
                <a:gd name="connsiteY1" fmla="*/ 229854 h 238592"/>
                <a:gd name="connsiteX2" fmla="*/ 44603 w 214746"/>
                <a:gd name="connsiteY2" fmla="*/ 238678 h 238592"/>
                <a:gd name="connsiteX3" fmla="*/ 171321 w 214746"/>
                <a:gd name="connsiteY3" fmla="*/ 238678 h 238592"/>
                <a:gd name="connsiteX4" fmla="*/ 171321 w 214746"/>
                <a:gd name="connsiteY4" fmla="*/ 229854 h 238592"/>
                <a:gd name="connsiteX5" fmla="*/ 136536 w 214746"/>
                <a:gd name="connsiteY5" fmla="*/ 197383 h 238592"/>
                <a:gd name="connsiteX6" fmla="*/ 136536 w 214746"/>
                <a:gd name="connsiteY6" fmla="*/ 11379 h 238592"/>
                <a:gd name="connsiteX7" fmla="*/ 204687 w 214746"/>
                <a:gd name="connsiteY7" fmla="*/ 71027 h 238592"/>
                <a:gd name="connsiteX8" fmla="*/ 214980 w 214746"/>
                <a:gd name="connsiteY8" fmla="*/ 71027 h 238592"/>
                <a:gd name="connsiteX9" fmla="*/ 214270 w 214746"/>
                <a:gd name="connsiteY9" fmla="*/ 85 h 238592"/>
                <a:gd name="connsiteX10" fmla="*/ 1298 w 214746"/>
                <a:gd name="connsiteY10" fmla="*/ 85 h 238592"/>
                <a:gd name="connsiteX11" fmla="*/ 234 w 214746"/>
                <a:gd name="connsiteY11" fmla="*/ 71027 h 238592"/>
                <a:gd name="connsiteX12" fmla="*/ 10527 w 214746"/>
                <a:gd name="connsiteY12" fmla="*/ 71027 h 238592"/>
                <a:gd name="connsiteX13" fmla="*/ 79033 w 214746"/>
                <a:gd name="connsiteY13" fmla="*/ 11379 h 238592"/>
                <a:gd name="connsiteX14" fmla="*/ 79033 w 214746"/>
                <a:gd name="connsiteY14" fmla="*/ 197383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746" h="238592">
                  <a:moveTo>
                    <a:pt x="79033" y="197383"/>
                  </a:moveTo>
                  <a:cubicBezTo>
                    <a:pt x="79033" y="223501"/>
                    <a:pt x="75129" y="227383"/>
                    <a:pt x="44603" y="229854"/>
                  </a:cubicBezTo>
                  <a:lnTo>
                    <a:pt x="44603" y="238678"/>
                  </a:lnTo>
                  <a:lnTo>
                    <a:pt x="171321" y="238678"/>
                  </a:lnTo>
                  <a:lnTo>
                    <a:pt x="171321" y="229854"/>
                  </a:lnTo>
                  <a:cubicBezTo>
                    <a:pt x="140440" y="227736"/>
                    <a:pt x="136536" y="224207"/>
                    <a:pt x="136536" y="197383"/>
                  </a:cubicBezTo>
                  <a:lnTo>
                    <a:pt x="136536" y="11379"/>
                  </a:lnTo>
                  <a:cubicBezTo>
                    <a:pt x="180195" y="12791"/>
                    <a:pt x="198652" y="29026"/>
                    <a:pt x="204687" y="71027"/>
                  </a:cubicBezTo>
                  <a:lnTo>
                    <a:pt x="214980" y="71027"/>
                  </a:lnTo>
                  <a:lnTo>
                    <a:pt x="214270" y="85"/>
                  </a:lnTo>
                  <a:lnTo>
                    <a:pt x="1298" y="85"/>
                  </a:lnTo>
                  <a:lnTo>
                    <a:pt x="234" y="71027"/>
                  </a:lnTo>
                  <a:lnTo>
                    <a:pt x="10527" y="71027"/>
                  </a:lnTo>
                  <a:cubicBezTo>
                    <a:pt x="16561" y="29026"/>
                    <a:pt x="35019" y="12791"/>
                    <a:pt x="79033" y="11379"/>
                  </a:cubicBezTo>
                  <a:lnTo>
                    <a:pt x="79033" y="197383"/>
                  </a:lnTo>
                  <a:close/>
                </a:path>
              </a:pathLst>
            </a:custGeom>
            <a:solidFill>
              <a:srgbClr val="FFFF00"/>
            </a:solidFill>
            <a:ln w="356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E0DEDAE-DC6F-52D2-CCB9-63EA62E2AC1E}"/>
                </a:ext>
              </a:extLst>
            </p:cNvPr>
            <p:cNvSpPr/>
            <p:nvPr>
              <p:custDataLst>
                <p:tags r:id="rId11"/>
              </p:custDataLst>
            </p:nvPr>
          </p:nvSpPr>
          <p:spPr>
            <a:xfrm>
              <a:off x="10344109" y="3161863"/>
              <a:ext cx="142336" cy="171885"/>
            </a:xfrm>
            <a:custGeom>
              <a:avLst/>
              <a:gdLst>
                <a:gd name="connsiteX0" fmla="*/ 134057 w 142336"/>
                <a:gd name="connsiteY0" fmla="*/ 122911 h 171885"/>
                <a:gd name="connsiteX1" fmla="*/ 93592 w 142336"/>
                <a:gd name="connsiteY1" fmla="*/ 146558 h 171885"/>
                <a:gd name="connsiteX2" fmla="*/ 62001 w 142336"/>
                <a:gd name="connsiteY2" fmla="*/ 127852 h 171885"/>
                <a:gd name="connsiteX3" fmla="*/ 51353 w 142336"/>
                <a:gd name="connsiteY3" fmla="*/ 80557 h 171885"/>
                <a:gd name="connsiteX4" fmla="*/ 140801 w 142336"/>
                <a:gd name="connsiteY4" fmla="*/ 80557 h 171885"/>
                <a:gd name="connsiteX5" fmla="*/ 121988 w 142336"/>
                <a:gd name="connsiteY5" fmla="*/ 20909 h 171885"/>
                <a:gd name="connsiteX6" fmla="*/ 74425 w 142336"/>
                <a:gd name="connsiteY6" fmla="*/ 85 h 171885"/>
                <a:gd name="connsiteX7" fmla="*/ 239 w 142336"/>
                <a:gd name="connsiteY7" fmla="*/ 86557 h 171885"/>
                <a:gd name="connsiteX8" fmla="*/ 73360 w 142336"/>
                <a:gd name="connsiteY8" fmla="*/ 171970 h 171885"/>
                <a:gd name="connsiteX9" fmla="*/ 142576 w 142336"/>
                <a:gd name="connsiteY9" fmla="*/ 127852 h 171885"/>
                <a:gd name="connsiteX10" fmla="*/ 134057 w 142336"/>
                <a:gd name="connsiteY10" fmla="*/ 122911 h 171885"/>
                <a:gd name="connsiteX11" fmla="*/ 49578 w 142336"/>
                <a:gd name="connsiteY11" fmla="*/ 67498 h 171885"/>
                <a:gd name="connsiteX12" fmla="*/ 74425 w 142336"/>
                <a:gd name="connsiteY12" fmla="*/ 11026 h 171885"/>
                <a:gd name="connsiteX13" fmla="*/ 93947 w 142336"/>
                <a:gd name="connsiteY13" fmla="*/ 27615 h 171885"/>
                <a:gd name="connsiteX14" fmla="*/ 97142 w 142336"/>
                <a:gd name="connsiteY14" fmla="*/ 62204 h 171885"/>
                <a:gd name="connsiteX15" fmla="*/ 97142 w 142336"/>
                <a:gd name="connsiteY15" fmla="*/ 67498 h 171885"/>
                <a:gd name="connsiteX16" fmla="*/ 49578 w 142336"/>
                <a:gd name="connsiteY16" fmla="*/ 6749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336" h="171885">
                  <a:moveTo>
                    <a:pt x="134057" y="122911"/>
                  </a:moveTo>
                  <a:cubicBezTo>
                    <a:pt x="119859" y="140205"/>
                    <a:pt x="108855" y="146558"/>
                    <a:pt x="93592" y="146558"/>
                  </a:cubicBezTo>
                  <a:cubicBezTo>
                    <a:pt x="79749" y="146558"/>
                    <a:pt x="69455" y="140205"/>
                    <a:pt x="62001" y="127852"/>
                  </a:cubicBezTo>
                  <a:cubicBezTo>
                    <a:pt x="55612" y="116558"/>
                    <a:pt x="52772" y="104910"/>
                    <a:pt x="51353" y="80557"/>
                  </a:cubicBezTo>
                  <a:lnTo>
                    <a:pt x="140801" y="80557"/>
                  </a:lnTo>
                  <a:cubicBezTo>
                    <a:pt x="138671" y="50909"/>
                    <a:pt x="133347" y="34321"/>
                    <a:pt x="121988" y="20909"/>
                  </a:cubicBezTo>
                  <a:cubicBezTo>
                    <a:pt x="110275" y="7144"/>
                    <a:pt x="93947" y="85"/>
                    <a:pt x="74425" y="85"/>
                  </a:cubicBezTo>
                  <a:cubicBezTo>
                    <a:pt x="30055" y="85"/>
                    <a:pt x="239" y="35027"/>
                    <a:pt x="239" y="86557"/>
                  </a:cubicBezTo>
                  <a:cubicBezTo>
                    <a:pt x="239" y="138087"/>
                    <a:pt x="29345" y="171970"/>
                    <a:pt x="73360" y="171970"/>
                  </a:cubicBezTo>
                  <a:cubicBezTo>
                    <a:pt x="102111" y="171970"/>
                    <a:pt x="119504" y="160676"/>
                    <a:pt x="142576" y="127852"/>
                  </a:cubicBezTo>
                  <a:lnTo>
                    <a:pt x="134057" y="122911"/>
                  </a:lnTo>
                  <a:close/>
                  <a:moveTo>
                    <a:pt x="49578" y="67498"/>
                  </a:moveTo>
                  <a:cubicBezTo>
                    <a:pt x="50643" y="25144"/>
                    <a:pt x="57032" y="11026"/>
                    <a:pt x="74425" y="11026"/>
                  </a:cubicBezTo>
                  <a:cubicBezTo>
                    <a:pt x="84363" y="11026"/>
                    <a:pt x="91107" y="16673"/>
                    <a:pt x="93947" y="27615"/>
                  </a:cubicBezTo>
                  <a:cubicBezTo>
                    <a:pt x="95722" y="34321"/>
                    <a:pt x="96432" y="44203"/>
                    <a:pt x="97142" y="62204"/>
                  </a:cubicBezTo>
                  <a:lnTo>
                    <a:pt x="97142" y="67498"/>
                  </a:lnTo>
                  <a:lnTo>
                    <a:pt x="49578" y="67498"/>
                  </a:lnTo>
                  <a:close/>
                </a:path>
              </a:pathLst>
            </a:custGeom>
            <a:solidFill>
              <a:srgbClr val="FFFF00"/>
            </a:solidFill>
            <a:ln w="356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8FE0E87-9A35-D205-1D7D-45A8171F912E}"/>
                </a:ext>
              </a:extLst>
            </p:cNvPr>
            <p:cNvSpPr/>
            <p:nvPr>
              <p:custDataLst>
                <p:tags r:id="rId12"/>
              </p:custDataLst>
            </p:nvPr>
          </p:nvSpPr>
          <p:spPr>
            <a:xfrm>
              <a:off x="10502298" y="3161863"/>
              <a:ext cx="119264" cy="171885"/>
            </a:xfrm>
            <a:custGeom>
              <a:avLst/>
              <a:gdLst>
                <a:gd name="connsiteX0" fmla="*/ 112054 w 119264"/>
                <a:gd name="connsiteY0" fmla="*/ 51968 h 171885"/>
                <a:gd name="connsiteX1" fmla="*/ 112054 w 119264"/>
                <a:gd name="connsiteY1" fmla="*/ 791 h 171885"/>
                <a:gd name="connsiteX2" fmla="*/ 104245 w 119264"/>
                <a:gd name="connsiteY2" fmla="*/ 791 h 171885"/>
                <a:gd name="connsiteX3" fmla="*/ 95726 w 119264"/>
                <a:gd name="connsiteY3" fmla="*/ 7850 h 171885"/>
                <a:gd name="connsiteX4" fmla="*/ 84368 w 119264"/>
                <a:gd name="connsiteY4" fmla="*/ 5379 h 171885"/>
                <a:gd name="connsiteX5" fmla="*/ 56681 w 119264"/>
                <a:gd name="connsiteY5" fmla="*/ 85 h 171885"/>
                <a:gd name="connsiteX6" fmla="*/ 954 w 119264"/>
                <a:gd name="connsiteY6" fmla="*/ 51615 h 171885"/>
                <a:gd name="connsiteX7" fmla="*/ 51357 w 119264"/>
                <a:gd name="connsiteY7" fmla="*/ 106322 h 171885"/>
                <a:gd name="connsiteX8" fmla="*/ 85432 w 119264"/>
                <a:gd name="connsiteY8" fmla="*/ 137028 h 171885"/>
                <a:gd name="connsiteX9" fmla="*/ 58811 w 119264"/>
                <a:gd name="connsiteY9" fmla="*/ 159970 h 171885"/>
                <a:gd name="connsiteX10" fmla="*/ 10182 w 119264"/>
                <a:gd name="connsiteY10" fmla="*/ 113381 h 171885"/>
                <a:gd name="connsiteX11" fmla="*/ 244 w 119264"/>
                <a:gd name="connsiteY11" fmla="*/ 113381 h 171885"/>
                <a:gd name="connsiteX12" fmla="*/ 244 w 119264"/>
                <a:gd name="connsiteY12" fmla="*/ 171617 h 171885"/>
                <a:gd name="connsiteX13" fmla="*/ 9118 w 119264"/>
                <a:gd name="connsiteY13" fmla="*/ 171617 h 171885"/>
                <a:gd name="connsiteX14" fmla="*/ 18346 w 119264"/>
                <a:gd name="connsiteY14" fmla="*/ 161735 h 171885"/>
                <a:gd name="connsiteX15" fmla="*/ 26510 w 119264"/>
                <a:gd name="connsiteY15" fmla="*/ 163853 h 171885"/>
                <a:gd name="connsiteX16" fmla="*/ 64845 w 119264"/>
                <a:gd name="connsiteY16" fmla="*/ 171970 h 171885"/>
                <a:gd name="connsiteX17" fmla="*/ 119508 w 119264"/>
                <a:gd name="connsiteY17" fmla="*/ 118322 h 171885"/>
                <a:gd name="connsiteX18" fmla="*/ 70524 w 119264"/>
                <a:gd name="connsiteY18" fmla="*/ 63262 h 171885"/>
                <a:gd name="connsiteX19" fmla="*/ 36449 w 119264"/>
                <a:gd name="connsiteY19" fmla="*/ 32203 h 171885"/>
                <a:gd name="connsiteX20" fmla="*/ 59876 w 119264"/>
                <a:gd name="connsiteY20" fmla="*/ 11732 h 171885"/>
                <a:gd name="connsiteX21" fmla="*/ 86497 w 119264"/>
                <a:gd name="connsiteY21" fmla="*/ 23026 h 171885"/>
                <a:gd name="connsiteX22" fmla="*/ 103180 w 119264"/>
                <a:gd name="connsiteY22" fmla="*/ 51968 h 171885"/>
                <a:gd name="connsiteX23" fmla="*/ 112054 w 119264"/>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264" h="171885">
                  <a:moveTo>
                    <a:pt x="112054" y="51968"/>
                  </a:moveTo>
                  <a:lnTo>
                    <a:pt x="112054" y="791"/>
                  </a:lnTo>
                  <a:lnTo>
                    <a:pt x="104245" y="791"/>
                  </a:lnTo>
                  <a:cubicBezTo>
                    <a:pt x="102115" y="6085"/>
                    <a:pt x="99986" y="7850"/>
                    <a:pt x="95726" y="7850"/>
                  </a:cubicBezTo>
                  <a:cubicBezTo>
                    <a:pt x="93596" y="7850"/>
                    <a:pt x="90047" y="7144"/>
                    <a:pt x="84368" y="5379"/>
                  </a:cubicBezTo>
                  <a:cubicBezTo>
                    <a:pt x="72654" y="1496"/>
                    <a:pt x="64490" y="85"/>
                    <a:pt x="56681" y="85"/>
                  </a:cubicBezTo>
                  <a:cubicBezTo>
                    <a:pt x="24381" y="85"/>
                    <a:pt x="954" y="21967"/>
                    <a:pt x="954" y="51615"/>
                  </a:cubicBezTo>
                  <a:cubicBezTo>
                    <a:pt x="954" y="74910"/>
                    <a:pt x="15507" y="91145"/>
                    <a:pt x="51357" y="106322"/>
                  </a:cubicBezTo>
                  <a:cubicBezTo>
                    <a:pt x="75494" y="116910"/>
                    <a:pt x="85432" y="125734"/>
                    <a:pt x="85432" y="137028"/>
                  </a:cubicBezTo>
                  <a:cubicBezTo>
                    <a:pt x="85432" y="150793"/>
                    <a:pt x="74784" y="159970"/>
                    <a:pt x="58811" y="159970"/>
                  </a:cubicBezTo>
                  <a:cubicBezTo>
                    <a:pt x="33964" y="159970"/>
                    <a:pt x="17636" y="144087"/>
                    <a:pt x="10182" y="113381"/>
                  </a:cubicBezTo>
                  <a:lnTo>
                    <a:pt x="244" y="113381"/>
                  </a:lnTo>
                  <a:lnTo>
                    <a:pt x="244" y="171617"/>
                  </a:lnTo>
                  <a:lnTo>
                    <a:pt x="9118" y="171617"/>
                  </a:lnTo>
                  <a:cubicBezTo>
                    <a:pt x="13022" y="164206"/>
                    <a:pt x="15152" y="161735"/>
                    <a:pt x="18346" y="161735"/>
                  </a:cubicBezTo>
                  <a:cubicBezTo>
                    <a:pt x="20121" y="161735"/>
                    <a:pt x="22961" y="162441"/>
                    <a:pt x="26510" y="163853"/>
                  </a:cubicBezTo>
                  <a:cubicBezTo>
                    <a:pt x="36094" y="168088"/>
                    <a:pt x="54907" y="171970"/>
                    <a:pt x="64845" y="171970"/>
                  </a:cubicBezTo>
                  <a:cubicBezTo>
                    <a:pt x="97146" y="171970"/>
                    <a:pt x="119508" y="150088"/>
                    <a:pt x="119508" y="118322"/>
                  </a:cubicBezTo>
                  <a:cubicBezTo>
                    <a:pt x="119508" y="93263"/>
                    <a:pt x="105665" y="78086"/>
                    <a:pt x="70524" y="63262"/>
                  </a:cubicBezTo>
                  <a:cubicBezTo>
                    <a:pt x="46388" y="53027"/>
                    <a:pt x="36449" y="44203"/>
                    <a:pt x="36449" y="32203"/>
                  </a:cubicBezTo>
                  <a:cubicBezTo>
                    <a:pt x="36449" y="20556"/>
                    <a:pt x="46388" y="11732"/>
                    <a:pt x="59876" y="11732"/>
                  </a:cubicBezTo>
                  <a:cubicBezTo>
                    <a:pt x="69105" y="11732"/>
                    <a:pt x="78688" y="15614"/>
                    <a:pt x="86497" y="23026"/>
                  </a:cubicBezTo>
                  <a:cubicBezTo>
                    <a:pt x="93951" y="30085"/>
                    <a:pt x="97856" y="36438"/>
                    <a:pt x="103180" y="51968"/>
                  </a:cubicBezTo>
                  <a:lnTo>
                    <a:pt x="112054" y="51968"/>
                  </a:lnTo>
                  <a:close/>
                </a:path>
              </a:pathLst>
            </a:custGeom>
            <a:solidFill>
              <a:srgbClr val="FFFF00"/>
            </a:solidFill>
            <a:ln w="356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9491CD3-139A-2118-5551-1185C82B3FCB}"/>
                </a:ext>
              </a:extLst>
            </p:cNvPr>
            <p:cNvSpPr/>
            <p:nvPr>
              <p:custDataLst>
                <p:tags r:id="rId13"/>
              </p:custDataLst>
            </p:nvPr>
          </p:nvSpPr>
          <p:spPr>
            <a:xfrm>
              <a:off x="10639114" y="3106450"/>
              <a:ext cx="110745" cy="226592"/>
            </a:xfrm>
            <a:custGeom>
              <a:avLst/>
              <a:gdLst>
                <a:gd name="connsiteX0" fmla="*/ 101409 w 110745"/>
                <a:gd name="connsiteY0" fmla="*/ 59733 h 226592"/>
                <a:gd name="connsiteX1" fmla="*/ 68044 w 110745"/>
                <a:gd name="connsiteY1" fmla="*/ 59733 h 226592"/>
                <a:gd name="connsiteX2" fmla="*/ 68044 w 110745"/>
                <a:gd name="connsiteY2" fmla="*/ 85 h 226592"/>
                <a:gd name="connsiteX3" fmla="*/ 59170 w 110745"/>
                <a:gd name="connsiteY3" fmla="*/ 85 h 226592"/>
                <a:gd name="connsiteX4" fmla="*/ 248 w 110745"/>
                <a:gd name="connsiteY4" fmla="*/ 65733 h 226592"/>
                <a:gd name="connsiteX5" fmla="*/ 248 w 110745"/>
                <a:gd name="connsiteY5" fmla="*/ 75263 h 226592"/>
                <a:gd name="connsiteX6" fmla="*/ 18705 w 110745"/>
                <a:gd name="connsiteY6" fmla="*/ 75263 h 226592"/>
                <a:gd name="connsiteX7" fmla="*/ 18705 w 110745"/>
                <a:gd name="connsiteY7" fmla="*/ 189618 h 226592"/>
                <a:gd name="connsiteX8" fmla="*/ 58460 w 110745"/>
                <a:gd name="connsiteY8" fmla="*/ 226677 h 226592"/>
                <a:gd name="connsiteX9" fmla="*/ 110993 w 110745"/>
                <a:gd name="connsiteY9" fmla="*/ 187147 h 226592"/>
                <a:gd name="connsiteX10" fmla="*/ 102119 w 110745"/>
                <a:gd name="connsiteY10" fmla="*/ 183265 h 226592"/>
                <a:gd name="connsiteX11" fmla="*/ 81887 w 110745"/>
                <a:gd name="connsiteY11" fmla="*/ 201618 h 226592"/>
                <a:gd name="connsiteX12" fmla="*/ 68044 w 110745"/>
                <a:gd name="connsiteY12" fmla="*/ 181500 h 226592"/>
                <a:gd name="connsiteX13" fmla="*/ 68044 w 110745"/>
                <a:gd name="connsiteY13" fmla="*/ 75263 h 226592"/>
                <a:gd name="connsiteX14" fmla="*/ 101409 w 110745"/>
                <a:gd name="connsiteY14" fmla="*/ 75263 h 226592"/>
                <a:gd name="connsiteX15" fmla="*/ 101409 w 110745"/>
                <a:gd name="connsiteY15" fmla="*/ 59733 h 2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0745" h="226592">
                  <a:moveTo>
                    <a:pt x="101409" y="59733"/>
                  </a:moveTo>
                  <a:lnTo>
                    <a:pt x="68044" y="59733"/>
                  </a:lnTo>
                  <a:lnTo>
                    <a:pt x="68044" y="85"/>
                  </a:lnTo>
                  <a:lnTo>
                    <a:pt x="59170" y="85"/>
                  </a:lnTo>
                  <a:cubicBezTo>
                    <a:pt x="37518" y="30438"/>
                    <a:pt x="23320" y="46321"/>
                    <a:pt x="248" y="65733"/>
                  </a:cubicBezTo>
                  <a:lnTo>
                    <a:pt x="248" y="75263"/>
                  </a:lnTo>
                  <a:lnTo>
                    <a:pt x="18705" y="75263"/>
                  </a:lnTo>
                  <a:lnTo>
                    <a:pt x="18705" y="189618"/>
                  </a:lnTo>
                  <a:cubicBezTo>
                    <a:pt x="18705" y="212559"/>
                    <a:pt x="33968" y="226677"/>
                    <a:pt x="58460" y="226677"/>
                  </a:cubicBezTo>
                  <a:cubicBezTo>
                    <a:pt x="82242" y="226677"/>
                    <a:pt x="96440" y="216089"/>
                    <a:pt x="110993" y="187147"/>
                  </a:cubicBezTo>
                  <a:lnTo>
                    <a:pt x="102119" y="183265"/>
                  </a:lnTo>
                  <a:cubicBezTo>
                    <a:pt x="95020" y="196677"/>
                    <a:pt x="89341" y="201618"/>
                    <a:pt x="81887" y="201618"/>
                  </a:cubicBezTo>
                  <a:cubicBezTo>
                    <a:pt x="71948" y="201618"/>
                    <a:pt x="68044" y="195618"/>
                    <a:pt x="68044" y="181500"/>
                  </a:cubicBezTo>
                  <a:lnTo>
                    <a:pt x="68044" y="75263"/>
                  </a:lnTo>
                  <a:lnTo>
                    <a:pt x="101409" y="75263"/>
                  </a:lnTo>
                  <a:lnTo>
                    <a:pt x="101409" y="59733"/>
                  </a:lnTo>
                  <a:close/>
                </a:path>
              </a:pathLst>
            </a:custGeom>
            <a:solidFill>
              <a:srgbClr val="FFFF00"/>
            </a:solidFill>
            <a:ln w="356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2351B6B-C1E5-5FFA-488D-09A184038D06}"/>
                </a:ext>
              </a:extLst>
            </p:cNvPr>
            <p:cNvSpPr/>
            <p:nvPr>
              <p:custDataLst>
                <p:tags r:id="rId14"/>
              </p:custDataLst>
            </p:nvPr>
          </p:nvSpPr>
          <p:spPr>
            <a:xfrm>
              <a:off x="10845407" y="3090214"/>
              <a:ext cx="207292" cy="238592"/>
            </a:xfrm>
            <a:custGeom>
              <a:avLst/>
              <a:gdLst>
                <a:gd name="connsiteX0" fmla="*/ 87572 w 207292"/>
                <a:gd name="connsiteY0" fmla="*/ 131734 h 238592"/>
                <a:gd name="connsiteX1" fmla="*/ 163177 w 207292"/>
                <a:gd name="connsiteY1" fmla="*/ 123969 h 238592"/>
                <a:gd name="connsiteX2" fmla="*/ 207546 w 207292"/>
                <a:gd name="connsiteY2" fmla="*/ 64321 h 238592"/>
                <a:gd name="connsiteX3" fmla="*/ 114548 w 207292"/>
                <a:gd name="connsiteY3" fmla="*/ 85 h 238592"/>
                <a:gd name="connsiteX4" fmla="*/ 253 w 207292"/>
                <a:gd name="connsiteY4" fmla="*/ 85 h 238592"/>
                <a:gd name="connsiteX5" fmla="*/ 253 w 207292"/>
                <a:gd name="connsiteY5" fmla="*/ 8908 h 238592"/>
                <a:gd name="connsiteX6" fmla="*/ 30069 w 207292"/>
                <a:gd name="connsiteY6" fmla="*/ 41380 h 238592"/>
                <a:gd name="connsiteX7" fmla="*/ 30069 w 207292"/>
                <a:gd name="connsiteY7" fmla="*/ 197383 h 238592"/>
                <a:gd name="connsiteX8" fmla="*/ 8772 w 207292"/>
                <a:gd name="connsiteY8" fmla="*/ 228442 h 238592"/>
                <a:gd name="connsiteX9" fmla="*/ 253 w 207292"/>
                <a:gd name="connsiteY9" fmla="*/ 229854 h 238592"/>
                <a:gd name="connsiteX10" fmla="*/ 253 w 207292"/>
                <a:gd name="connsiteY10" fmla="*/ 238678 h 238592"/>
                <a:gd name="connsiteX11" fmla="*/ 118808 w 207292"/>
                <a:gd name="connsiteY11" fmla="*/ 238678 h 238592"/>
                <a:gd name="connsiteX12" fmla="*/ 118808 w 207292"/>
                <a:gd name="connsiteY12" fmla="*/ 229854 h 238592"/>
                <a:gd name="connsiteX13" fmla="*/ 87572 w 207292"/>
                <a:gd name="connsiteY13" fmla="*/ 197383 h 238592"/>
                <a:gd name="connsiteX14" fmla="*/ 87572 w 207292"/>
                <a:gd name="connsiteY14" fmla="*/ 131734 h 238592"/>
                <a:gd name="connsiteX15" fmla="*/ 87572 w 207292"/>
                <a:gd name="connsiteY15" fmla="*/ 24791 h 238592"/>
                <a:gd name="connsiteX16" fmla="*/ 105320 w 207292"/>
                <a:gd name="connsiteY16" fmla="*/ 12438 h 238592"/>
                <a:gd name="connsiteX17" fmla="*/ 146494 w 207292"/>
                <a:gd name="connsiteY17" fmla="*/ 66086 h 238592"/>
                <a:gd name="connsiteX18" fmla="*/ 133006 w 207292"/>
                <a:gd name="connsiteY18" fmla="*/ 109852 h 238592"/>
                <a:gd name="connsiteX19" fmla="*/ 87572 w 207292"/>
                <a:gd name="connsiteY19" fmla="*/ 119381 h 238592"/>
                <a:gd name="connsiteX20" fmla="*/ 87572 w 207292"/>
                <a:gd name="connsiteY20" fmla="*/ 24791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7292" h="238592">
                  <a:moveTo>
                    <a:pt x="87572" y="131734"/>
                  </a:moveTo>
                  <a:cubicBezTo>
                    <a:pt x="135491" y="131381"/>
                    <a:pt x="147559" y="130322"/>
                    <a:pt x="163177" y="123969"/>
                  </a:cubicBezTo>
                  <a:cubicBezTo>
                    <a:pt x="191928" y="113028"/>
                    <a:pt x="207546" y="91498"/>
                    <a:pt x="207546" y="64321"/>
                  </a:cubicBezTo>
                  <a:cubicBezTo>
                    <a:pt x="207546" y="23379"/>
                    <a:pt x="173826" y="85"/>
                    <a:pt x="114548" y="85"/>
                  </a:cubicBezTo>
                  <a:lnTo>
                    <a:pt x="253" y="85"/>
                  </a:lnTo>
                  <a:lnTo>
                    <a:pt x="253" y="8908"/>
                  </a:lnTo>
                  <a:cubicBezTo>
                    <a:pt x="25100" y="11026"/>
                    <a:pt x="30069" y="16673"/>
                    <a:pt x="30069" y="41380"/>
                  </a:cubicBezTo>
                  <a:lnTo>
                    <a:pt x="30069" y="197383"/>
                  </a:lnTo>
                  <a:cubicBezTo>
                    <a:pt x="30069" y="219265"/>
                    <a:pt x="25455" y="226324"/>
                    <a:pt x="8772" y="228442"/>
                  </a:cubicBezTo>
                  <a:cubicBezTo>
                    <a:pt x="7707" y="228442"/>
                    <a:pt x="4158" y="229148"/>
                    <a:pt x="253" y="229854"/>
                  </a:cubicBezTo>
                  <a:lnTo>
                    <a:pt x="253" y="238678"/>
                  </a:lnTo>
                  <a:lnTo>
                    <a:pt x="118808" y="238678"/>
                  </a:lnTo>
                  <a:lnTo>
                    <a:pt x="118808" y="229854"/>
                  </a:lnTo>
                  <a:cubicBezTo>
                    <a:pt x="90766" y="226324"/>
                    <a:pt x="87572" y="223148"/>
                    <a:pt x="87572" y="197383"/>
                  </a:cubicBezTo>
                  <a:lnTo>
                    <a:pt x="87572" y="131734"/>
                  </a:lnTo>
                  <a:close/>
                  <a:moveTo>
                    <a:pt x="87572" y="24791"/>
                  </a:moveTo>
                  <a:cubicBezTo>
                    <a:pt x="87572" y="16673"/>
                    <a:pt x="93606" y="12438"/>
                    <a:pt x="105320" y="12438"/>
                  </a:cubicBezTo>
                  <a:cubicBezTo>
                    <a:pt x="134781" y="12438"/>
                    <a:pt x="146494" y="27968"/>
                    <a:pt x="146494" y="66086"/>
                  </a:cubicBezTo>
                  <a:cubicBezTo>
                    <a:pt x="146494" y="88322"/>
                    <a:pt x="142235" y="101734"/>
                    <a:pt x="133006" y="109852"/>
                  </a:cubicBezTo>
                  <a:cubicBezTo>
                    <a:pt x="124487" y="116910"/>
                    <a:pt x="112774" y="119381"/>
                    <a:pt x="87572" y="119381"/>
                  </a:cubicBezTo>
                  <a:lnTo>
                    <a:pt x="87572" y="24791"/>
                  </a:lnTo>
                  <a:close/>
                </a:path>
              </a:pathLst>
            </a:custGeom>
            <a:solidFill>
              <a:srgbClr val="FFFF00"/>
            </a:solidFill>
            <a:ln w="3562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5615829-A036-4113-DFA8-E037506ADBF1}"/>
                </a:ext>
              </a:extLst>
            </p:cNvPr>
            <p:cNvSpPr/>
            <p:nvPr>
              <p:custDataLst>
                <p:tags r:id="rId15"/>
              </p:custDataLst>
            </p:nvPr>
          </p:nvSpPr>
          <p:spPr>
            <a:xfrm>
              <a:off x="11066646" y="3090214"/>
              <a:ext cx="244562" cy="238592"/>
            </a:xfrm>
            <a:custGeom>
              <a:avLst/>
              <a:gdLst>
                <a:gd name="connsiteX0" fmla="*/ 244822 w 244562"/>
                <a:gd name="connsiteY0" fmla="*/ 229854 h 238592"/>
                <a:gd name="connsiteX1" fmla="*/ 230269 w 244562"/>
                <a:gd name="connsiteY1" fmla="*/ 223148 h 238592"/>
                <a:gd name="connsiteX2" fmla="*/ 158924 w 244562"/>
                <a:gd name="connsiteY2" fmla="*/ 122558 h 238592"/>
                <a:gd name="connsiteX3" fmla="*/ 198678 w 244562"/>
                <a:gd name="connsiteY3" fmla="*/ 102440 h 238592"/>
                <a:gd name="connsiteX4" fmla="*/ 214651 w 244562"/>
                <a:gd name="connsiteY4" fmla="*/ 62909 h 238592"/>
                <a:gd name="connsiteX5" fmla="*/ 114554 w 244562"/>
                <a:gd name="connsiteY5" fmla="*/ 85 h 238592"/>
                <a:gd name="connsiteX6" fmla="*/ 259 w 244562"/>
                <a:gd name="connsiteY6" fmla="*/ 85 h 238592"/>
                <a:gd name="connsiteX7" fmla="*/ 259 w 244562"/>
                <a:gd name="connsiteY7" fmla="*/ 8908 h 238592"/>
                <a:gd name="connsiteX8" fmla="*/ 31495 w 244562"/>
                <a:gd name="connsiteY8" fmla="*/ 41380 h 238592"/>
                <a:gd name="connsiteX9" fmla="*/ 31495 w 244562"/>
                <a:gd name="connsiteY9" fmla="*/ 197383 h 238592"/>
                <a:gd name="connsiteX10" fmla="*/ 259 w 244562"/>
                <a:gd name="connsiteY10" fmla="*/ 229854 h 238592"/>
                <a:gd name="connsiteX11" fmla="*/ 259 w 244562"/>
                <a:gd name="connsiteY11" fmla="*/ 238678 h 238592"/>
                <a:gd name="connsiteX12" fmla="*/ 120234 w 244562"/>
                <a:gd name="connsiteY12" fmla="*/ 238678 h 238592"/>
                <a:gd name="connsiteX13" fmla="*/ 120234 w 244562"/>
                <a:gd name="connsiteY13" fmla="*/ 229854 h 238592"/>
                <a:gd name="connsiteX14" fmla="*/ 88998 w 244562"/>
                <a:gd name="connsiteY14" fmla="*/ 197383 h 238592"/>
                <a:gd name="connsiteX15" fmla="*/ 88998 w 244562"/>
                <a:gd name="connsiteY15" fmla="*/ 128205 h 238592"/>
                <a:gd name="connsiteX16" fmla="*/ 98582 w 244562"/>
                <a:gd name="connsiteY16" fmla="*/ 128205 h 238592"/>
                <a:gd name="connsiteX17" fmla="*/ 172057 w 244562"/>
                <a:gd name="connsiteY17" fmla="*/ 238678 h 238592"/>
                <a:gd name="connsiteX18" fmla="*/ 244822 w 244562"/>
                <a:gd name="connsiteY18" fmla="*/ 238678 h 238592"/>
                <a:gd name="connsiteX19" fmla="*/ 244822 w 244562"/>
                <a:gd name="connsiteY19" fmla="*/ 229854 h 238592"/>
                <a:gd name="connsiteX20" fmla="*/ 88998 w 244562"/>
                <a:gd name="connsiteY20" fmla="*/ 26909 h 238592"/>
                <a:gd name="connsiteX21" fmla="*/ 91482 w 244562"/>
                <a:gd name="connsiteY21" fmla="*/ 17379 h 238592"/>
                <a:gd name="connsiteX22" fmla="*/ 108165 w 244562"/>
                <a:gd name="connsiteY22" fmla="*/ 12085 h 238592"/>
                <a:gd name="connsiteX23" fmla="*/ 153954 w 244562"/>
                <a:gd name="connsiteY23" fmla="*/ 64321 h 238592"/>
                <a:gd name="connsiteX24" fmla="*/ 137271 w 244562"/>
                <a:gd name="connsiteY24" fmla="*/ 108087 h 238592"/>
                <a:gd name="connsiteX25" fmla="*/ 88998 w 244562"/>
                <a:gd name="connsiteY25" fmla="*/ 116910 h 238592"/>
                <a:gd name="connsiteX26" fmla="*/ 88998 w 244562"/>
                <a:gd name="connsiteY26" fmla="*/ 26909 h 23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4562" h="238592">
                  <a:moveTo>
                    <a:pt x="244822" y="229854"/>
                  </a:moveTo>
                  <a:cubicBezTo>
                    <a:pt x="238433" y="229854"/>
                    <a:pt x="233819" y="227736"/>
                    <a:pt x="230269" y="223148"/>
                  </a:cubicBezTo>
                  <a:lnTo>
                    <a:pt x="158924" y="122558"/>
                  </a:lnTo>
                  <a:cubicBezTo>
                    <a:pt x="179866" y="115852"/>
                    <a:pt x="188740" y="111263"/>
                    <a:pt x="198678" y="102440"/>
                  </a:cubicBezTo>
                  <a:cubicBezTo>
                    <a:pt x="208972" y="92910"/>
                    <a:pt x="214651" y="78792"/>
                    <a:pt x="214651" y="62909"/>
                  </a:cubicBezTo>
                  <a:cubicBezTo>
                    <a:pt x="214651" y="22320"/>
                    <a:pt x="179511" y="85"/>
                    <a:pt x="114554" y="85"/>
                  </a:cubicBezTo>
                  <a:lnTo>
                    <a:pt x="259" y="85"/>
                  </a:lnTo>
                  <a:lnTo>
                    <a:pt x="259" y="8908"/>
                  </a:lnTo>
                  <a:cubicBezTo>
                    <a:pt x="26526" y="10673"/>
                    <a:pt x="31495" y="15967"/>
                    <a:pt x="31495" y="41380"/>
                  </a:cubicBezTo>
                  <a:lnTo>
                    <a:pt x="31495" y="197383"/>
                  </a:lnTo>
                  <a:cubicBezTo>
                    <a:pt x="31495" y="223148"/>
                    <a:pt x="27946" y="226677"/>
                    <a:pt x="259" y="229854"/>
                  </a:cubicBezTo>
                  <a:lnTo>
                    <a:pt x="259" y="238678"/>
                  </a:lnTo>
                  <a:lnTo>
                    <a:pt x="120234" y="238678"/>
                  </a:lnTo>
                  <a:lnTo>
                    <a:pt x="120234" y="229854"/>
                  </a:lnTo>
                  <a:cubicBezTo>
                    <a:pt x="92547" y="226324"/>
                    <a:pt x="88998" y="222442"/>
                    <a:pt x="88998" y="197383"/>
                  </a:cubicBezTo>
                  <a:lnTo>
                    <a:pt x="88998" y="128205"/>
                  </a:lnTo>
                  <a:lnTo>
                    <a:pt x="98582" y="128205"/>
                  </a:lnTo>
                  <a:lnTo>
                    <a:pt x="172057" y="238678"/>
                  </a:lnTo>
                  <a:lnTo>
                    <a:pt x="244822" y="238678"/>
                  </a:lnTo>
                  <a:lnTo>
                    <a:pt x="244822" y="229854"/>
                  </a:lnTo>
                  <a:close/>
                  <a:moveTo>
                    <a:pt x="88998" y="26909"/>
                  </a:moveTo>
                  <a:cubicBezTo>
                    <a:pt x="88998" y="24791"/>
                    <a:pt x="90418" y="19497"/>
                    <a:pt x="91482" y="17379"/>
                  </a:cubicBezTo>
                  <a:cubicBezTo>
                    <a:pt x="93612" y="13850"/>
                    <a:pt x="99291" y="12085"/>
                    <a:pt x="108165" y="12085"/>
                  </a:cubicBezTo>
                  <a:cubicBezTo>
                    <a:pt x="140821" y="12085"/>
                    <a:pt x="153954" y="27262"/>
                    <a:pt x="153954" y="64321"/>
                  </a:cubicBezTo>
                  <a:cubicBezTo>
                    <a:pt x="153954" y="86910"/>
                    <a:pt x="148630" y="100675"/>
                    <a:pt x="137271" y="108087"/>
                  </a:cubicBezTo>
                  <a:cubicBezTo>
                    <a:pt x="128043" y="114087"/>
                    <a:pt x="115974" y="116558"/>
                    <a:pt x="88998" y="116910"/>
                  </a:cubicBezTo>
                  <a:lnTo>
                    <a:pt x="88998" y="26909"/>
                  </a:lnTo>
                  <a:close/>
                </a:path>
              </a:pathLst>
            </a:custGeom>
            <a:solidFill>
              <a:srgbClr val="FFFF00"/>
            </a:solidFill>
            <a:ln w="3562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A658053-8E33-76A1-3F0B-D26E40DD6A7D}"/>
                </a:ext>
              </a:extLst>
            </p:cNvPr>
            <p:cNvSpPr/>
            <p:nvPr>
              <p:custDataLst>
                <p:tags r:id="rId16"/>
              </p:custDataLst>
            </p:nvPr>
          </p:nvSpPr>
          <p:spPr>
            <a:xfrm>
              <a:off x="11320332" y="3090214"/>
              <a:ext cx="243142" cy="244945"/>
            </a:xfrm>
            <a:custGeom>
              <a:avLst/>
              <a:gdLst>
                <a:gd name="connsiteX0" fmla="*/ 76227 w 243142"/>
                <a:gd name="connsiteY0" fmla="*/ 85 h 244945"/>
                <a:gd name="connsiteX1" fmla="*/ 1332 w 243142"/>
                <a:gd name="connsiteY1" fmla="*/ 85 h 244945"/>
                <a:gd name="connsiteX2" fmla="*/ 1332 w 243142"/>
                <a:gd name="connsiteY2" fmla="*/ 8908 h 244945"/>
                <a:gd name="connsiteX3" fmla="*/ 31503 w 243142"/>
                <a:gd name="connsiteY3" fmla="*/ 34321 h 244945"/>
                <a:gd name="connsiteX4" fmla="*/ 31503 w 243142"/>
                <a:gd name="connsiteY4" fmla="*/ 201618 h 244945"/>
                <a:gd name="connsiteX5" fmla="*/ 267 w 243142"/>
                <a:gd name="connsiteY5" fmla="*/ 229854 h 244945"/>
                <a:gd name="connsiteX6" fmla="*/ 267 w 243142"/>
                <a:gd name="connsiteY6" fmla="*/ 238678 h 244945"/>
                <a:gd name="connsiteX7" fmla="*/ 80841 w 243142"/>
                <a:gd name="connsiteY7" fmla="*/ 238678 h 244945"/>
                <a:gd name="connsiteX8" fmla="*/ 80841 w 243142"/>
                <a:gd name="connsiteY8" fmla="*/ 229854 h 244945"/>
                <a:gd name="connsiteX9" fmla="*/ 47120 w 243142"/>
                <a:gd name="connsiteY9" fmla="*/ 194912 h 244945"/>
                <a:gd name="connsiteX10" fmla="*/ 47120 w 243142"/>
                <a:gd name="connsiteY10" fmla="*/ 53027 h 244945"/>
                <a:gd name="connsiteX11" fmla="*/ 205785 w 243142"/>
                <a:gd name="connsiteY11" fmla="*/ 245031 h 244945"/>
                <a:gd name="connsiteX12" fmla="*/ 215723 w 243142"/>
                <a:gd name="connsiteY12" fmla="*/ 245031 h 244945"/>
                <a:gd name="connsiteX13" fmla="*/ 215723 w 243142"/>
                <a:gd name="connsiteY13" fmla="*/ 37144 h 244945"/>
                <a:gd name="connsiteX14" fmla="*/ 243410 w 243142"/>
                <a:gd name="connsiteY14" fmla="*/ 8908 h 244945"/>
                <a:gd name="connsiteX15" fmla="*/ 243410 w 243142"/>
                <a:gd name="connsiteY15" fmla="*/ 85 h 244945"/>
                <a:gd name="connsiteX16" fmla="*/ 167095 w 243142"/>
                <a:gd name="connsiteY16" fmla="*/ 85 h 244945"/>
                <a:gd name="connsiteX17" fmla="*/ 167095 w 243142"/>
                <a:gd name="connsiteY17" fmla="*/ 8908 h 244945"/>
                <a:gd name="connsiteX18" fmla="*/ 200105 w 243142"/>
                <a:gd name="connsiteY18" fmla="*/ 43850 h 244945"/>
                <a:gd name="connsiteX19" fmla="*/ 200105 w 243142"/>
                <a:gd name="connsiteY19" fmla="*/ 151499 h 244945"/>
                <a:gd name="connsiteX20" fmla="*/ 76227 w 243142"/>
                <a:gd name="connsiteY20" fmla="*/ 85 h 24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3142" h="244945">
                  <a:moveTo>
                    <a:pt x="76227" y="85"/>
                  </a:moveTo>
                  <a:lnTo>
                    <a:pt x="1332" y="85"/>
                  </a:lnTo>
                  <a:lnTo>
                    <a:pt x="1332" y="8908"/>
                  </a:lnTo>
                  <a:cubicBezTo>
                    <a:pt x="8431" y="8908"/>
                    <a:pt x="14465" y="14203"/>
                    <a:pt x="31503" y="34321"/>
                  </a:cubicBezTo>
                  <a:lnTo>
                    <a:pt x="31503" y="201618"/>
                  </a:lnTo>
                  <a:cubicBezTo>
                    <a:pt x="31503" y="221736"/>
                    <a:pt x="26178" y="226677"/>
                    <a:pt x="267" y="229854"/>
                  </a:cubicBezTo>
                  <a:lnTo>
                    <a:pt x="267" y="238678"/>
                  </a:lnTo>
                  <a:lnTo>
                    <a:pt x="80841" y="238678"/>
                  </a:lnTo>
                  <a:lnTo>
                    <a:pt x="80841" y="229854"/>
                  </a:lnTo>
                  <a:cubicBezTo>
                    <a:pt x="53510" y="226677"/>
                    <a:pt x="47120" y="219971"/>
                    <a:pt x="47120" y="194912"/>
                  </a:cubicBezTo>
                  <a:lnTo>
                    <a:pt x="47120" y="53027"/>
                  </a:lnTo>
                  <a:lnTo>
                    <a:pt x="205785" y="245031"/>
                  </a:lnTo>
                  <a:lnTo>
                    <a:pt x="215723" y="245031"/>
                  </a:lnTo>
                  <a:lnTo>
                    <a:pt x="215723" y="37144"/>
                  </a:lnTo>
                  <a:cubicBezTo>
                    <a:pt x="215723" y="17026"/>
                    <a:pt x="220338" y="12438"/>
                    <a:pt x="243410" y="8908"/>
                  </a:cubicBezTo>
                  <a:lnTo>
                    <a:pt x="243410" y="85"/>
                  </a:lnTo>
                  <a:lnTo>
                    <a:pt x="167095" y="85"/>
                  </a:lnTo>
                  <a:lnTo>
                    <a:pt x="167095" y="8908"/>
                  </a:lnTo>
                  <a:cubicBezTo>
                    <a:pt x="193361" y="11379"/>
                    <a:pt x="200105" y="18791"/>
                    <a:pt x="200105" y="43850"/>
                  </a:cubicBezTo>
                  <a:lnTo>
                    <a:pt x="200105" y="151499"/>
                  </a:lnTo>
                  <a:lnTo>
                    <a:pt x="76227" y="85"/>
                  </a:lnTo>
                  <a:close/>
                </a:path>
              </a:pathLst>
            </a:custGeom>
            <a:solidFill>
              <a:srgbClr val="FFFF00"/>
            </a:solidFill>
            <a:ln w="356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5C3DF539-00D3-0133-E7E7-8CADCB961E97}"/>
                </a:ext>
              </a:extLst>
            </p:cNvPr>
            <p:cNvSpPr/>
            <p:nvPr>
              <p:custDataLst>
                <p:tags r:id="rId17"/>
              </p:custDataLst>
            </p:nvPr>
          </p:nvSpPr>
          <p:spPr>
            <a:xfrm>
              <a:off x="11580763" y="3161863"/>
              <a:ext cx="119264" cy="171885"/>
            </a:xfrm>
            <a:custGeom>
              <a:avLst/>
              <a:gdLst>
                <a:gd name="connsiteX0" fmla="*/ 112084 w 119264"/>
                <a:gd name="connsiteY0" fmla="*/ 51968 h 171885"/>
                <a:gd name="connsiteX1" fmla="*/ 112084 w 119264"/>
                <a:gd name="connsiteY1" fmla="*/ 791 h 171885"/>
                <a:gd name="connsiteX2" fmla="*/ 104275 w 119264"/>
                <a:gd name="connsiteY2" fmla="*/ 791 h 171885"/>
                <a:gd name="connsiteX3" fmla="*/ 95756 w 119264"/>
                <a:gd name="connsiteY3" fmla="*/ 7850 h 171885"/>
                <a:gd name="connsiteX4" fmla="*/ 84398 w 119264"/>
                <a:gd name="connsiteY4" fmla="*/ 5379 h 171885"/>
                <a:gd name="connsiteX5" fmla="*/ 56711 w 119264"/>
                <a:gd name="connsiteY5" fmla="*/ 85 h 171885"/>
                <a:gd name="connsiteX6" fmla="*/ 984 w 119264"/>
                <a:gd name="connsiteY6" fmla="*/ 51615 h 171885"/>
                <a:gd name="connsiteX7" fmla="*/ 51387 w 119264"/>
                <a:gd name="connsiteY7" fmla="*/ 106322 h 171885"/>
                <a:gd name="connsiteX8" fmla="*/ 85463 w 119264"/>
                <a:gd name="connsiteY8" fmla="*/ 137028 h 171885"/>
                <a:gd name="connsiteX9" fmla="*/ 58841 w 119264"/>
                <a:gd name="connsiteY9" fmla="*/ 159970 h 171885"/>
                <a:gd name="connsiteX10" fmla="*/ 10213 w 119264"/>
                <a:gd name="connsiteY10" fmla="*/ 113381 h 171885"/>
                <a:gd name="connsiteX11" fmla="*/ 274 w 119264"/>
                <a:gd name="connsiteY11" fmla="*/ 113381 h 171885"/>
                <a:gd name="connsiteX12" fmla="*/ 274 w 119264"/>
                <a:gd name="connsiteY12" fmla="*/ 171617 h 171885"/>
                <a:gd name="connsiteX13" fmla="*/ 9148 w 119264"/>
                <a:gd name="connsiteY13" fmla="*/ 171617 h 171885"/>
                <a:gd name="connsiteX14" fmla="*/ 18376 w 119264"/>
                <a:gd name="connsiteY14" fmla="*/ 161735 h 171885"/>
                <a:gd name="connsiteX15" fmla="*/ 26540 w 119264"/>
                <a:gd name="connsiteY15" fmla="*/ 163853 h 171885"/>
                <a:gd name="connsiteX16" fmla="*/ 64875 w 119264"/>
                <a:gd name="connsiteY16" fmla="*/ 171970 h 171885"/>
                <a:gd name="connsiteX17" fmla="*/ 119538 w 119264"/>
                <a:gd name="connsiteY17" fmla="*/ 118322 h 171885"/>
                <a:gd name="connsiteX18" fmla="*/ 70555 w 119264"/>
                <a:gd name="connsiteY18" fmla="*/ 63262 h 171885"/>
                <a:gd name="connsiteX19" fmla="*/ 36479 w 119264"/>
                <a:gd name="connsiteY19" fmla="*/ 32203 h 171885"/>
                <a:gd name="connsiteX20" fmla="*/ 59906 w 119264"/>
                <a:gd name="connsiteY20" fmla="*/ 11732 h 171885"/>
                <a:gd name="connsiteX21" fmla="*/ 86527 w 119264"/>
                <a:gd name="connsiteY21" fmla="*/ 23026 h 171885"/>
                <a:gd name="connsiteX22" fmla="*/ 103210 w 119264"/>
                <a:gd name="connsiteY22" fmla="*/ 51968 h 171885"/>
                <a:gd name="connsiteX23" fmla="*/ 112084 w 119264"/>
                <a:gd name="connsiteY23" fmla="*/ 51968 h 17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9264" h="171885">
                  <a:moveTo>
                    <a:pt x="112084" y="51968"/>
                  </a:moveTo>
                  <a:lnTo>
                    <a:pt x="112084" y="791"/>
                  </a:lnTo>
                  <a:lnTo>
                    <a:pt x="104275" y="791"/>
                  </a:lnTo>
                  <a:cubicBezTo>
                    <a:pt x="102145" y="6085"/>
                    <a:pt x="100016" y="7850"/>
                    <a:pt x="95756" y="7850"/>
                  </a:cubicBezTo>
                  <a:cubicBezTo>
                    <a:pt x="93627" y="7850"/>
                    <a:pt x="90077" y="7144"/>
                    <a:pt x="84398" y="5379"/>
                  </a:cubicBezTo>
                  <a:cubicBezTo>
                    <a:pt x="72684" y="1496"/>
                    <a:pt x="64520" y="85"/>
                    <a:pt x="56711" y="85"/>
                  </a:cubicBezTo>
                  <a:cubicBezTo>
                    <a:pt x="24411" y="85"/>
                    <a:pt x="984" y="21967"/>
                    <a:pt x="984" y="51615"/>
                  </a:cubicBezTo>
                  <a:cubicBezTo>
                    <a:pt x="984" y="74910"/>
                    <a:pt x="15537" y="91145"/>
                    <a:pt x="51387" y="106322"/>
                  </a:cubicBezTo>
                  <a:cubicBezTo>
                    <a:pt x="75524" y="116910"/>
                    <a:pt x="85463" y="125734"/>
                    <a:pt x="85463" y="137028"/>
                  </a:cubicBezTo>
                  <a:cubicBezTo>
                    <a:pt x="85463" y="150793"/>
                    <a:pt x="74814" y="159970"/>
                    <a:pt x="58841" y="159970"/>
                  </a:cubicBezTo>
                  <a:cubicBezTo>
                    <a:pt x="33994" y="159970"/>
                    <a:pt x="17667" y="144087"/>
                    <a:pt x="10213" y="113381"/>
                  </a:cubicBezTo>
                  <a:lnTo>
                    <a:pt x="274" y="113381"/>
                  </a:lnTo>
                  <a:lnTo>
                    <a:pt x="274" y="171617"/>
                  </a:lnTo>
                  <a:lnTo>
                    <a:pt x="9148" y="171617"/>
                  </a:lnTo>
                  <a:cubicBezTo>
                    <a:pt x="13052" y="164206"/>
                    <a:pt x="15182" y="161735"/>
                    <a:pt x="18376" y="161735"/>
                  </a:cubicBezTo>
                  <a:cubicBezTo>
                    <a:pt x="20151" y="161735"/>
                    <a:pt x="22991" y="162441"/>
                    <a:pt x="26540" y="163853"/>
                  </a:cubicBezTo>
                  <a:cubicBezTo>
                    <a:pt x="36124" y="168088"/>
                    <a:pt x="54937" y="171970"/>
                    <a:pt x="64875" y="171970"/>
                  </a:cubicBezTo>
                  <a:cubicBezTo>
                    <a:pt x="97176" y="171970"/>
                    <a:pt x="119538" y="150088"/>
                    <a:pt x="119538" y="118322"/>
                  </a:cubicBezTo>
                  <a:cubicBezTo>
                    <a:pt x="119538" y="93263"/>
                    <a:pt x="105695" y="78086"/>
                    <a:pt x="70555" y="63262"/>
                  </a:cubicBezTo>
                  <a:cubicBezTo>
                    <a:pt x="46418" y="53027"/>
                    <a:pt x="36479" y="44203"/>
                    <a:pt x="36479" y="32203"/>
                  </a:cubicBezTo>
                  <a:cubicBezTo>
                    <a:pt x="36479" y="20556"/>
                    <a:pt x="46418" y="11732"/>
                    <a:pt x="59906" y="11732"/>
                  </a:cubicBezTo>
                  <a:cubicBezTo>
                    <a:pt x="69135" y="11732"/>
                    <a:pt x="78719" y="15614"/>
                    <a:pt x="86527" y="23026"/>
                  </a:cubicBezTo>
                  <a:cubicBezTo>
                    <a:pt x="93982" y="30085"/>
                    <a:pt x="97886" y="36438"/>
                    <a:pt x="103210" y="51968"/>
                  </a:cubicBezTo>
                  <a:lnTo>
                    <a:pt x="112084" y="51968"/>
                  </a:lnTo>
                  <a:close/>
                </a:path>
              </a:pathLst>
            </a:custGeom>
            <a:solidFill>
              <a:srgbClr val="FFFF00"/>
            </a:solidFill>
            <a:ln w="35620" cap="flat">
              <a:noFill/>
              <a:prstDash val="solid"/>
              <a:miter/>
            </a:ln>
          </p:spPr>
          <p:txBody>
            <a:bodyPr rtlCol="0" anchor="ctr"/>
            <a:lstStyle/>
            <a:p>
              <a:endParaRPr lang="en-US"/>
            </a:p>
          </p:txBody>
        </p:sp>
      </p:grpSp>
      <p:pic>
        <p:nvPicPr>
          <p:cNvPr id="5" name="Picture 4">
            <a:extLst>
              <a:ext uri="{FF2B5EF4-FFF2-40B4-BE49-F238E27FC236}">
                <a16:creationId xmlns:a16="http://schemas.microsoft.com/office/drawing/2014/main" id="{623DE1D9-DB99-783E-E57F-ED95FC7F36D6}"/>
              </a:ext>
            </a:extLst>
          </p:cNvPr>
          <p:cNvPicPr>
            <a:picLocks noChangeAspect="1"/>
          </p:cNvPicPr>
          <p:nvPr/>
        </p:nvPicPr>
        <p:blipFill>
          <a:blip r:embed="rId19"/>
          <a:stretch>
            <a:fillRect/>
          </a:stretch>
        </p:blipFill>
        <p:spPr>
          <a:xfrm>
            <a:off x="1325564" y="1059060"/>
            <a:ext cx="10893289" cy="4948450"/>
          </a:xfrm>
          <a:prstGeom prst="rect">
            <a:avLst/>
          </a:prstGeom>
        </p:spPr>
      </p:pic>
    </p:spTree>
    <p:extLst>
      <p:ext uri="{BB962C8B-B14F-4D97-AF65-F5344CB8AC3E}">
        <p14:creationId xmlns:p14="http://schemas.microsoft.com/office/powerpoint/2010/main" val="28295346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2.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3.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4.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5.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6.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7.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8.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9.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10.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11.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12.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3.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4.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15.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6.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7.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8.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9.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0.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1.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2.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3.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4.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5.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6.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27.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28.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9.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0.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31.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32.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3.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34.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5.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36.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7.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38.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39.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40.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41.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42.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43.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44.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45.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46.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47.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48.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49.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50.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51.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52.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53.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54.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55.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56.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57.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58.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59.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60.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61.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62.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63.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64.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65.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66.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67.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68.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69.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70.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71.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72.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73.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74.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75.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76.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77.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78.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79.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80.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81.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82.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83.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84.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85.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86.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87.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88.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89.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90.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91.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92.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93.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94.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95.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96.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97.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98.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99.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100.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01.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02.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03.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104.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05.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06.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07.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08.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09.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110.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111.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12.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13.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14.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15.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16.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17.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118.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119.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120.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21.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22.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123.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24.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25.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26.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27.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28.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29.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30.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131.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132.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33.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34.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135.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136.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37.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38.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39.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140.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41.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42.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43.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44.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45.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146.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147.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48.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49.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50.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51.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52.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53.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154.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155.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156.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57.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58.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159.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60.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61.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62.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63.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64.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65.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66.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167.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168.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69.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70.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171.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172.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73.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74.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75.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176.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77.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78.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79.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80.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81.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182.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183.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184.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185.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86.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187.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88.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89.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190.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191.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192.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93.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194.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195.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196.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197.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198.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199.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00.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01.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02.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03.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04.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05.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06.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207.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208.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09.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10.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11.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212.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13.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14.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15.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16.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17.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218.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219.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20.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21.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222.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23.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24.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25.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26.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27.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228.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29.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30.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231.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32.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233.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34.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35.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36.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37.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38.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39.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40.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41.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42.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243.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244.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45.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46.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47.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248.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49.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50.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51.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52.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53.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254.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255.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56.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57.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258.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59.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60.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61.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62.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63.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264.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65.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66.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267.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68.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269.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70.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71.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72.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73.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74.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75.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76.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77.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78.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279.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280.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81.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82.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83.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284.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285.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86.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287.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88.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89.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290.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291.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292.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293.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294.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295.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296.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297.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298.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299.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300.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301.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302.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303.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04.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305.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06.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307.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08.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309.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10.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311.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312.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13.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14.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315.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316.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317.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18.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319.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320.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21.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322.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23.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324.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25.xml><?xml version="1.0" encoding="utf-8"?>
<p:tagLst xmlns:a="http://schemas.openxmlformats.org/drawingml/2006/main" xmlns:r="http://schemas.openxmlformats.org/officeDocument/2006/relationships" xmlns:p="http://schemas.openxmlformats.org/presentationml/2006/main">
  <p:tag name="ORIGINALHEIGHT" val="8.893167"/>
  <p:tag name="ORIGINALWIDTH" val="169.2265"/>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Lst>
</file>

<file path=ppt/tags/tag326.xml><?xml version="1.0" encoding="utf-8"?>
<p:tagLst xmlns:a="http://schemas.openxmlformats.org/drawingml/2006/main" xmlns:r="http://schemas.openxmlformats.org/officeDocument/2006/relationships" xmlns:p="http://schemas.openxmlformats.org/presentationml/2006/main">
  <p:tag name="ORIGINALHEIGHT" val="7.047047"/>
  <p:tag name="ORIGINALWIDTH" val="6.351125"/>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Concepts, Applications, and Generation}&#10;\end{align*}&#10;}&#10;\end{document}"/>
  <p:tag name="IGUANATEXSIZE" val="28"/>
  <p:tag name="IGUANATEXCURSOR" val="374"/>
  <p:tag name="TRANSPARENCY" val="True"/>
  <p:tag name="LATEXENGINEID" val="1"/>
  <p:tag name="TEMPFOLDER" val="c:\temp\"/>
  <p:tag name="LATEXFORMHEIGHT" val="312"/>
  <p:tag name="LATEXFORMWIDTH" val="384"/>
  <p:tag name="LATEXFORMWRAP" val="True"/>
  <p:tag name="BITMAPVECTOR" val="1"/>
  <p:tag name="EMFCHILD" val="True"/>
</p:tagLst>
</file>

<file path=ppt/tags/tag327.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328.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29.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330.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331.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332.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333.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334.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335.xml><?xml version="1.0" encoding="utf-8"?>
<p:tagLst xmlns:a="http://schemas.openxmlformats.org/drawingml/2006/main" xmlns:r="http://schemas.openxmlformats.org/officeDocument/2006/relationships" xmlns:p="http://schemas.openxmlformats.org/presentationml/2006/main">
  <p:tag name="ORIGINALHEIGHT" val="6.848538"/>
  <p:tag name="ORIGINALWIDTH" val="6.769235"/>
  <p:tag name="EMFCHILD" val="True"/>
</p:tagLst>
</file>

<file path=ppt/tags/tag336.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337.xml><?xml version="1.0" encoding="utf-8"?>
<p:tagLst xmlns:a="http://schemas.openxmlformats.org/drawingml/2006/main" xmlns:r="http://schemas.openxmlformats.org/officeDocument/2006/relationships" xmlns:p="http://schemas.openxmlformats.org/presentationml/2006/main">
  <p:tag name="ORIGINALHEIGHT" val="6.729415"/>
  <p:tag name="ORIGINALWIDTH" val="5.027165"/>
  <p:tag name="EMFCHILD" val="True"/>
</p:tagLst>
</file>

<file path=ppt/tags/tag338.xml><?xml version="1.0" encoding="utf-8"?>
<p:tagLst xmlns:a="http://schemas.openxmlformats.org/drawingml/2006/main" xmlns:r="http://schemas.openxmlformats.org/officeDocument/2006/relationships" xmlns:p="http://schemas.openxmlformats.org/presentationml/2006/main">
  <p:tag name="ORIGINALHEIGHT" val="6.709561"/>
  <p:tag name="ORIGINALWIDTH" val="2.37919"/>
  <p:tag name="EMFCHILD" val="True"/>
</p:tagLst>
</file>

<file path=ppt/tags/tag339.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40.xml><?xml version="1.0" encoding="utf-8"?>
<p:tagLst xmlns:a="http://schemas.openxmlformats.org/drawingml/2006/main" xmlns:r="http://schemas.openxmlformats.org/officeDocument/2006/relationships" xmlns:p="http://schemas.openxmlformats.org/presentationml/2006/main">
  <p:tag name="ORIGINALHEIGHT" val="4.833662"/>
  <p:tag name="ORIGINALWIDTH" val="4.031665"/>
  <p:tag name="EMFCHILD" val="True"/>
</p:tagLst>
</file>

<file path=ppt/tags/tag341.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42.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343.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44.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345.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46.xml><?xml version="1.0" encoding="utf-8"?>
<p:tagLst xmlns:a="http://schemas.openxmlformats.org/drawingml/2006/main" xmlns:r="http://schemas.openxmlformats.org/officeDocument/2006/relationships" xmlns:p="http://schemas.openxmlformats.org/presentationml/2006/main">
  <p:tag name="ORIGINALHEIGHT" val="4.833662"/>
  <p:tag name="ORIGINALWIDTH" val="3.344797"/>
  <p:tag name="EMFCHILD" val="True"/>
</p:tagLst>
</file>

<file path=ppt/tags/tag347.xml><?xml version="1.0" encoding="utf-8"?>
<p:tagLst xmlns:a="http://schemas.openxmlformats.org/drawingml/2006/main" xmlns:r="http://schemas.openxmlformats.org/officeDocument/2006/relationships" xmlns:p="http://schemas.openxmlformats.org/presentationml/2006/main">
  <p:tag name="ORIGINALHEIGHT" val="3.325"/>
  <p:tag name="ORIGINALWIDTH" val="1.831665"/>
  <p:tag name="EMFCHILD" val="True"/>
</p:tagLst>
</file>

<file path=ppt/tags/tag348.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49.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50.xml><?xml version="1.0" encoding="utf-8"?>
<p:tagLst xmlns:a="http://schemas.openxmlformats.org/drawingml/2006/main" xmlns:r="http://schemas.openxmlformats.org/officeDocument/2006/relationships" xmlns:p="http://schemas.openxmlformats.org/presentationml/2006/main">
  <p:tag name="ORIGINALHEIGHT" val="6.848538"/>
  <p:tag name="ORIGINALWIDTH" val="5.066986"/>
  <p:tag name="EMFCHILD" val="True"/>
</p:tagLst>
</file>

<file path=ppt/tags/tag351.xml><?xml version="1.0" encoding="utf-8"?>
<p:tagLst xmlns:a="http://schemas.openxmlformats.org/drawingml/2006/main" xmlns:r="http://schemas.openxmlformats.org/officeDocument/2006/relationships" xmlns:p="http://schemas.openxmlformats.org/presentationml/2006/main">
  <p:tag name="ORIGINALHEIGHT" val="7.047047"/>
  <p:tag name="ORIGINALWIDTH" val="7.147525"/>
  <p:tag name="EMFCHILD" val="True"/>
</p:tagLst>
</file>

<file path=ppt/tags/tag352.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353.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54.xml><?xml version="1.0" encoding="utf-8"?>
<p:tagLst xmlns:a="http://schemas.openxmlformats.org/drawingml/2006/main" xmlns:r="http://schemas.openxmlformats.org/officeDocument/2006/relationships" xmlns:p="http://schemas.openxmlformats.org/presentationml/2006/main">
  <p:tag name="ORIGINALHEIGHT" val="4.833662"/>
  <p:tag name="ORIGINALWIDTH" val="3.991845"/>
  <p:tag name="EMFCHILD" val="True"/>
</p:tagLst>
</file>

<file path=ppt/tags/tag355.xml><?xml version="1.0" encoding="utf-8"?>
<p:tagLst xmlns:a="http://schemas.openxmlformats.org/drawingml/2006/main" xmlns:r="http://schemas.openxmlformats.org/officeDocument/2006/relationships" xmlns:p="http://schemas.openxmlformats.org/presentationml/2006/main">
  <p:tag name="ORIGINALHEIGHT" val="4.694713"/>
  <p:tag name="ORIGINALWIDTH" val="4.031665"/>
  <p:tag name="EMFCHILD" val="True"/>
</p:tagLst>
</file>

<file path=ppt/tags/tag356.xml><?xml version="1.0" encoding="utf-8"?>
<p:tagLst xmlns:a="http://schemas.openxmlformats.org/drawingml/2006/main" xmlns:r="http://schemas.openxmlformats.org/officeDocument/2006/relationships" xmlns:p="http://schemas.openxmlformats.org/presentationml/2006/main">
  <p:tag name="ORIGINALHEIGHT" val="4.833662"/>
  <p:tag name="ORIGINALWIDTH" val="4.609055"/>
  <p:tag name="EMFCHILD" val="True"/>
</p:tagLst>
</file>

<file path=ppt/tags/tag357.xml><?xml version="1.0" encoding="utf-8"?>
<p:tagLst xmlns:a="http://schemas.openxmlformats.org/drawingml/2006/main" xmlns:r="http://schemas.openxmlformats.org/officeDocument/2006/relationships" xmlns:p="http://schemas.openxmlformats.org/presentationml/2006/main">
  <p:tag name="ORIGINALHEIGHT" val="6.372104"/>
  <p:tag name="ORIGINALWIDTH" val="3.105878"/>
  <p:tag name="EMFCHILD" val="True"/>
</p:tagLst>
</file>

<file path=ppt/tags/tag358.xml><?xml version="1.0" encoding="utf-8"?>
<p:tagLst xmlns:a="http://schemas.openxmlformats.org/drawingml/2006/main" xmlns:r="http://schemas.openxmlformats.org/officeDocument/2006/relationships" xmlns:p="http://schemas.openxmlformats.org/presentationml/2006/main">
  <p:tag name="ORIGINALHEIGHT" val="6.858465"/>
  <p:tag name="ORIGINALWIDTH" val="2.37919"/>
  <p:tag name="EMFCHILD" val="True"/>
</p:tagLst>
</file>

<file path=ppt/tags/tag359.xml><?xml version="1.0" encoding="utf-8"?>
<p:tagLst xmlns:a="http://schemas.openxmlformats.org/drawingml/2006/main" xmlns:r="http://schemas.openxmlformats.org/officeDocument/2006/relationships" xmlns:p="http://schemas.openxmlformats.org/presentationml/2006/main">
  <p:tag name="ORIGINALHEIGHT" val="4.833662"/>
  <p:tag name="ORIGINALWIDTH" val="4.489595"/>
  <p:tag name="EMFCHILD" val="True"/>
</p:tagLst>
</file>

<file path=ppt/tags/tag360.xml><?xml version="1.0" encoding="utf-8"?>
<p:tagLst xmlns:a="http://schemas.openxmlformats.org/drawingml/2006/main" xmlns:r="http://schemas.openxmlformats.org/officeDocument/2006/relationships" xmlns:p="http://schemas.openxmlformats.org/presentationml/2006/main">
  <p:tag name="ORIGINALHEIGHT" val="4.694713"/>
  <p:tag name="ORIGINALWIDTH" val="5.156552"/>
  <p:tag name="EMFCHILD" val="True"/>
</p:tagLst>
</file>

<file path=ppt/tags/tag361.xml><?xml version="1.0" encoding="utf-8"?>
<p:tagLst xmlns:a="http://schemas.openxmlformats.org/drawingml/2006/main" xmlns:r="http://schemas.openxmlformats.org/officeDocument/2006/relationships" xmlns:p="http://schemas.openxmlformats.org/presentationml/2006/main">
  <p:tag name="ORIGINALHEIGHT" val="8.744291"/>
  <p:tag name="ORIGINALWIDTH" val="68.19167"/>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p:tag name="IGUANATEXSIZE" val="28"/>
  <p:tag name="IGUANATEXCURSOR" val="338"/>
  <p:tag name="TRANSPARENCY" val="True"/>
  <p:tag name="LATEXENGINEID" val="1"/>
  <p:tag name="TEMPFOLDER" val="c:\temp\"/>
  <p:tag name="LATEXFORMHEIGHT" val="312"/>
  <p:tag name="LATEXFORMWIDTH" val="384"/>
  <p:tag name="LATEXFORMWRAP" val="True"/>
  <p:tag name="BITMAPVECTOR" val="1"/>
</p:tagLst>
</file>

<file path=ppt/tags/tag362.xml><?xml version="1.0" encoding="utf-8"?>
<p:tagLst xmlns:a="http://schemas.openxmlformats.org/drawingml/2006/main" xmlns:r="http://schemas.openxmlformats.org/officeDocument/2006/relationships" xmlns:p="http://schemas.openxmlformats.org/presentationml/2006/main">
  <p:tag name="ORIGINALHEIGHT" val="6.709561"/>
  <p:tag name="ORIGINALWIDTH" val="6.226183"/>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p:tag name="IGUANATEXSIZE" val="28"/>
  <p:tag name="IGUANATEXCURSOR" val="338"/>
  <p:tag name="TRANSPARENCY" val="True"/>
  <p:tag name="LATEXENGINEID" val="1"/>
  <p:tag name="TEMPFOLDER" val="c:\temp\"/>
  <p:tag name="LATEXFORMHEIGHT" val="312"/>
  <p:tag name="LATEXFORMWIDTH" val="384"/>
  <p:tag name="LATEXFORMWRAP" val="True"/>
  <p:tag name="BITMAPVECTOR" val="1"/>
  <p:tag name="EMFCHILD" val="True"/>
</p:tagLst>
</file>

<file path=ppt/tags/tag363.xml><?xml version="1.0" encoding="utf-8"?>
<p:tagLst xmlns:a="http://schemas.openxmlformats.org/drawingml/2006/main" xmlns:r="http://schemas.openxmlformats.org/officeDocument/2006/relationships" xmlns:p="http://schemas.openxmlformats.org/presentationml/2006/main">
  <p:tag name="ORIGINALHEIGHT" val="4.575618"/>
  <p:tag name="ORIGINALWIDTH" val="4.701998"/>
  <p:tag name="EMFCHILD" val="True"/>
</p:tagLst>
</file>

<file path=ppt/tags/tag364.xml><?xml version="1.0" encoding="utf-8"?>
<p:tagLst xmlns:a="http://schemas.openxmlformats.org/drawingml/2006/main" xmlns:r="http://schemas.openxmlformats.org/officeDocument/2006/relationships" xmlns:p="http://schemas.openxmlformats.org/presentationml/2006/main">
  <p:tag name="ORIGINALHEIGHT" val="4.833661"/>
  <p:tag name="ORIGINALWIDTH" val="4.612347"/>
  <p:tag name="EMFCHILD" val="True"/>
</p:tagLst>
</file>

<file path=ppt/tags/tag365.xml><?xml version="1.0" encoding="utf-8"?>
<p:tagLst xmlns:a="http://schemas.openxmlformats.org/drawingml/2006/main" xmlns:r="http://schemas.openxmlformats.org/officeDocument/2006/relationships" xmlns:p="http://schemas.openxmlformats.org/presentationml/2006/main">
  <p:tag name="ORIGINALHEIGHT" val="4.694713"/>
  <p:tag name="ORIGINALWIDTH" val="7.949581"/>
  <p:tag name="EMFCHILD" val="True"/>
</p:tagLst>
</file>

<file path=ppt/tags/tag366.xml><?xml version="1.0" encoding="utf-8"?>
<p:tagLst xmlns:a="http://schemas.openxmlformats.org/drawingml/2006/main" xmlns:r="http://schemas.openxmlformats.org/officeDocument/2006/relationships" xmlns:p="http://schemas.openxmlformats.org/presentationml/2006/main">
  <p:tag name="ORIGINALHEIGHT" val="6.729414"/>
  <p:tag name="ORIGINALWIDTH" val="5.030738"/>
  <p:tag name="EMFCHILD" val="True"/>
</p:tagLst>
</file>

<file path=ppt/tags/tag367.xml><?xml version="1.0" encoding="utf-8"?>
<p:tagLst xmlns:a="http://schemas.openxmlformats.org/drawingml/2006/main" xmlns:r="http://schemas.openxmlformats.org/officeDocument/2006/relationships" xmlns:p="http://schemas.openxmlformats.org/presentationml/2006/main">
  <p:tag name="ORIGINALHEIGHT" val="6.709561"/>
  <p:tag name="ORIGINALWIDTH" val="2.380878"/>
  <p:tag name="EMFCHILD" val="True"/>
</p:tagLst>
</file>

<file path=ppt/tags/tag368.xml><?xml version="1.0" encoding="utf-8"?>
<p:tagLst xmlns:a="http://schemas.openxmlformats.org/drawingml/2006/main" xmlns:r="http://schemas.openxmlformats.org/officeDocument/2006/relationships" xmlns:p="http://schemas.openxmlformats.org/presentationml/2006/main">
  <p:tag name="ORIGINALHEIGHT" val="4.833661"/>
  <p:tag name="ORIGINALWIDTH" val="3.994714"/>
  <p:tag name="EMFCHILD" val="True"/>
</p:tagLst>
</file>

<file path=ppt/tags/tag369.xml><?xml version="1.0" encoding="utf-8"?>
<p:tagLst xmlns:a="http://schemas.openxmlformats.org/drawingml/2006/main" xmlns:r="http://schemas.openxmlformats.org/officeDocument/2006/relationships" xmlns:p="http://schemas.openxmlformats.org/presentationml/2006/main">
  <p:tag name="ORIGINALHEIGHT" val="4.813807"/>
  <p:tag name="ORIGINALWIDTH" val="1.683549"/>
  <p:tag name="EMFCHILD" val="True"/>
</p:tagLst>
</file>

<file path=ppt/tags/tag370.xml><?xml version="1.0" encoding="utf-8"?>
<p:tagLst xmlns:a="http://schemas.openxmlformats.org/drawingml/2006/main" xmlns:r="http://schemas.openxmlformats.org/officeDocument/2006/relationships" xmlns:p="http://schemas.openxmlformats.org/presentationml/2006/main">
  <p:tag name="ORIGINALHEIGHT" val="6.709561"/>
  <p:tag name="ORIGINALWIDTH" val="5.817746"/>
  <p:tag name="EMFCHILD" val="True"/>
</p:tagLst>
</file>

<file path=ppt/tags/tag371.xml><?xml version="1.0" encoding="utf-8"?>
<p:tagLst xmlns:a="http://schemas.openxmlformats.org/drawingml/2006/main" xmlns:r="http://schemas.openxmlformats.org/officeDocument/2006/relationships" xmlns:p="http://schemas.openxmlformats.org/presentationml/2006/main">
  <p:tag name="ORIGINALHEIGHT" val="6.709561"/>
  <p:tag name="ORIGINALWIDTH" val="6.863753"/>
  <p:tag name="EMFCHILD" val="True"/>
</p:tagLst>
</file>

<file path=ppt/tags/tag372.xml><?xml version="1.0" encoding="utf-8"?>
<p:tagLst xmlns:a="http://schemas.openxmlformats.org/drawingml/2006/main" xmlns:r="http://schemas.openxmlformats.org/officeDocument/2006/relationships" xmlns:p="http://schemas.openxmlformats.org/presentationml/2006/main">
  <p:tag name="ORIGINALHEIGHT" val="6.888217"/>
  <p:tag name="ORIGINALWIDTH" val="6.823905"/>
  <p:tag name="EMFCHILD" val="True"/>
</p:tagLst>
</file>

<file path=ppt/tags/tag373.xml><?xml version="1.0" encoding="utf-8"?>
<p:tagLst xmlns:a="http://schemas.openxmlformats.org/drawingml/2006/main" xmlns:r="http://schemas.openxmlformats.org/officeDocument/2006/relationships" xmlns:p="http://schemas.openxmlformats.org/presentationml/2006/main">
  <p:tag name="ORIGINALHEIGHT" val="4.833661"/>
  <p:tag name="ORIGINALWIDTH" val="3.347189"/>
  <p:tag name="EMFCHILD" val="True"/>
</p:tagLst>
</file>

<file path=ppt/tags/tag374.xml><?xml version="1.0" encoding="utf-8"?>
<p:tagLst xmlns:a="http://schemas.openxmlformats.org/drawingml/2006/main" xmlns:r="http://schemas.openxmlformats.org/officeDocument/2006/relationships" xmlns:p="http://schemas.openxmlformats.org/presentationml/2006/main">
  <p:tag name="ORIGINALHEIGHT" val="8.744291"/>
  <p:tag name="ORIGINALWIDTH" val="68.19167"/>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p:tag name="IGUANATEXSIZE" val="28"/>
  <p:tag name="IGUANATEXCURSOR" val="338"/>
  <p:tag name="TRANSPARENCY" val="True"/>
  <p:tag name="LATEXENGINEID" val="1"/>
  <p:tag name="TEMPFOLDER" val="c:\temp\"/>
  <p:tag name="LATEXFORMHEIGHT" val="312"/>
  <p:tag name="LATEXFORMWIDTH" val="384"/>
  <p:tag name="LATEXFORMWRAP" val="True"/>
  <p:tag name="BITMAPVECTOR" val="1"/>
</p:tagLst>
</file>

<file path=ppt/tags/tag375.xml><?xml version="1.0" encoding="utf-8"?>
<p:tagLst xmlns:a="http://schemas.openxmlformats.org/drawingml/2006/main" xmlns:r="http://schemas.openxmlformats.org/officeDocument/2006/relationships" xmlns:p="http://schemas.openxmlformats.org/presentationml/2006/main">
  <p:tag name="ORIGINALHEIGHT" val="6.709561"/>
  <p:tag name="ORIGINALWIDTH" val="6.226183"/>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p:tag name="IGUANATEXSIZE" val="28"/>
  <p:tag name="IGUANATEXCURSOR" val="338"/>
  <p:tag name="TRANSPARENCY" val="True"/>
  <p:tag name="LATEXENGINEID" val="1"/>
  <p:tag name="TEMPFOLDER" val="c:\temp\"/>
  <p:tag name="LATEXFORMHEIGHT" val="312"/>
  <p:tag name="LATEXFORMWIDTH" val="384"/>
  <p:tag name="LATEXFORMWRAP" val="True"/>
  <p:tag name="BITMAPVECTOR" val="1"/>
  <p:tag name="EMFCHILD" val="True"/>
</p:tagLst>
</file>

<file path=ppt/tags/tag376.xml><?xml version="1.0" encoding="utf-8"?>
<p:tagLst xmlns:a="http://schemas.openxmlformats.org/drawingml/2006/main" xmlns:r="http://schemas.openxmlformats.org/officeDocument/2006/relationships" xmlns:p="http://schemas.openxmlformats.org/presentationml/2006/main">
  <p:tag name="ORIGINALHEIGHT" val="4.575618"/>
  <p:tag name="ORIGINALWIDTH" val="4.701998"/>
  <p:tag name="EMFCHILD" val="True"/>
</p:tagLst>
</file>

<file path=ppt/tags/tag377.xml><?xml version="1.0" encoding="utf-8"?>
<p:tagLst xmlns:a="http://schemas.openxmlformats.org/drawingml/2006/main" xmlns:r="http://schemas.openxmlformats.org/officeDocument/2006/relationships" xmlns:p="http://schemas.openxmlformats.org/presentationml/2006/main">
  <p:tag name="ORIGINALHEIGHT" val="4.833661"/>
  <p:tag name="ORIGINALWIDTH" val="4.612347"/>
  <p:tag name="EMFCHILD" val="True"/>
</p:tagLst>
</file>

<file path=ppt/tags/tag378.xml><?xml version="1.0" encoding="utf-8"?>
<p:tagLst xmlns:a="http://schemas.openxmlformats.org/drawingml/2006/main" xmlns:r="http://schemas.openxmlformats.org/officeDocument/2006/relationships" xmlns:p="http://schemas.openxmlformats.org/presentationml/2006/main">
  <p:tag name="ORIGINALHEIGHT" val="4.694713"/>
  <p:tag name="ORIGINALWIDTH" val="7.949581"/>
  <p:tag name="EMFCHILD" val="True"/>
</p:tagLst>
</file>

<file path=ppt/tags/tag379.xml><?xml version="1.0" encoding="utf-8"?>
<p:tagLst xmlns:a="http://schemas.openxmlformats.org/drawingml/2006/main" xmlns:r="http://schemas.openxmlformats.org/officeDocument/2006/relationships" xmlns:p="http://schemas.openxmlformats.org/presentationml/2006/main">
  <p:tag name="ORIGINALHEIGHT" val="6.729414"/>
  <p:tag name="ORIGINALWIDTH" val="5.030738"/>
  <p:tag name="EMFCHILD" val="True"/>
</p:tagLst>
</file>

<file path=ppt/tags/tag380.xml><?xml version="1.0" encoding="utf-8"?>
<p:tagLst xmlns:a="http://schemas.openxmlformats.org/drawingml/2006/main" xmlns:r="http://schemas.openxmlformats.org/officeDocument/2006/relationships" xmlns:p="http://schemas.openxmlformats.org/presentationml/2006/main">
  <p:tag name="ORIGINALHEIGHT" val="6.709561"/>
  <p:tag name="ORIGINALWIDTH" val="2.380878"/>
  <p:tag name="EMFCHILD" val="True"/>
</p:tagLst>
</file>

<file path=ppt/tags/tag381.xml><?xml version="1.0" encoding="utf-8"?>
<p:tagLst xmlns:a="http://schemas.openxmlformats.org/drawingml/2006/main" xmlns:r="http://schemas.openxmlformats.org/officeDocument/2006/relationships" xmlns:p="http://schemas.openxmlformats.org/presentationml/2006/main">
  <p:tag name="ORIGINALHEIGHT" val="4.833661"/>
  <p:tag name="ORIGINALWIDTH" val="3.994714"/>
  <p:tag name="EMFCHILD" val="True"/>
</p:tagLst>
</file>

<file path=ppt/tags/tag382.xml><?xml version="1.0" encoding="utf-8"?>
<p:tagLst xmlns:a="http://schemas.openxmlformats.org/drawingml/2006/main" xmlns:r="http://schemas.openxmlformats.org/officeDocument/2006/relationships" xmlns:p="http://schemas.openxmlformats.org/presentationml/2006/main">
  <p:tag name="ORIGINALHEIGHT" val="4.813807"/>
  <p:tag name="ORIGINALWIDTH" val="1.683549"/>
  <p:tag name="EMFCHILD" val="True"/>
</p:tagLst>
</file>

<file path=ppt/tags/tag383.xml><?xml version="1.0" encoding="utf-8"?>
<p:tagLst xmlns:a="http://schemas.openxmlformats.org/drawingml/2006/main" xmlns:r="http://schemas.openxmlformats.org/officeDocument/2006/relationships" xmlns:p="http://schemas.openxmlformats.org/presentationml/2006/main">
  <p:tag name="ORIGINALHEIGHT" val="6.709561"/>
  <p:tag name="ORIGINALWIDTH" val="5.817746"/>
  <p:tag name="EMFCHILD" val="True"/>
</p:tagLst>
</file>

<file path=ppt/tags/tag384.xml><?xml version="1.0" encoding="utf-8"?>
<p:tagLst xmlns:a="http://schemas.openxmlformats.org/drawingml/2006/main" xmlns:r="http://schemas.openxmlformats.org/officeDocument/2006/relationships" xmlns:p="http://schemas.openxmlformats.org/presentationml/2006/main">
  <p:tag name="ORIGINALHEIGHT" val="6.709561"/>
  <p:tag name="ORIGINALWIDTH" val="6.863753"/>
  <p:tag name="EMFCHILD" val="True"/>
</p:tagLst>
</file>

<file path=ppt/tags/tag385.xml><?xml version="1.0" encoding="utf-8"?>
<p:tagLst xmlns:a="http://schemas.openxmlformats.org/drawingml/2006/main" xmlns:r="http://schemas.openxmlformats.org/officeDocument/2006/relationships" xmlns:p="http://schemas.openxmlformats.org/presentationml/2006/main">
  <p:tag name="ORIGINALHEIGHT" val="6.888217"/>
  <p:tag name="ORIGINALWIDTH" val="6.823905"/>
  <p:tag name="EMFCHILD" val="True"/>
</p:tagLst>
</file>

<file path=ppt/tags/tag386.xml><?xml version="1.0" encoding="utf-8"?>
<p:tagLst xmlns:a="http://schemas.openxmlformats.org/drawingml/2006/main" xmlns:r="http://schemas.openxmlformats.org/officeDocument/2006/relationships" xmlns:p="http://schemas.openxmlformats.org/presentationml/2006/main">
  <p:tag name="ORIGINALHEIGHT" val="4.833661"/>
  <p:tag name="ORIGINALWIDTH" val="3.347189"/>
  <p:tag name="EMFCHILD" val="True"/>
</p:tagLst>
</file>

<file path=ppt/tags/tag387.xml><?xml version="1.0" encoding="utf-8"?>
<p:tagLst xmlns:a="http://schemas.openxmlformats.org/drawingml/2006/main" xmlns:r="http://schemas.openxmlformats.org/officeDocument/2006/relationships" xmlns:p="http://schemas.openxmlformats.org/presentationml/2006/main">
  <p:tag name="ORIGINALHEIGHT" val="8.744291"/>
  <p:tag name="ORIGINALWIDTH" val="68.19167"/>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p:tag name="IGUANATEXSIZE" val="28"/>
  <p:tag name="IGUANATEXCURSOR" val="338"/>
  <p:tag name="TRANSPARENCY" val="True"/>
  <p:tag name="LATEXENGINEID" val="1"/>
  <p:tag name="TEMPFOLDER" val="c:\temp\"/>
  <p:tag name="LATEXFORMHEIGHT" val="312"/>
  <p:tag name="LATEXFORMWIDTH" val="384"/>
  <p:tag name="LATEXFORMWRAP" val="True"/>
  <p:tag name="BITMAPVECTOR" val="1"/>
</p:tagLst>
</file>

<file path=ppt/tags/tag388.xml><?xml version="1.0" encoding="utf-8"?>
<p:tagLst xmlns:a="http://schemas.openxmlformats.org/drawingml/2006/main" xmlns:r="http://schemas.openxmlformats.org/officeDocument/2006/relationships" xmlns:p="http://schemas.openxmlformats.org/presentationml/2006/main">
  <p:tag name="ORIGINALHEIGHT" val="6.709561"/>
  <p:tag name="ORIGINALWIDTH" val="6.226183"/>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PRNs}&#10;\end{align*}&#10;}&#10;\end{document}"/>
  <p:tag name="IGUANATEXSIZE" val="28"/>
  <p:tag name="IGUANATEXCURSOR" val="338"/>
  <p:tag name="TRANSPARENCY" val="True"/>
  <p:tag name="LATEXENGINEID" val="1"/>
  <p:tag name="TEMPFOLDER" val="c:\temp\"/>
  <p:tag name="LATEXFORMHEIGHT" val="312"/>
  <p:tag name="LATEXFORMWIDTH" val="384"/>
  <p:tag name="LATEXFORMWRAP" val="True"/>
  <p:tag name="BITMAPVECTOR" val="1"/>
  <p:tag name="EMFCHILD" val="True"/>
</p:tagLst>
</file>

<file path=ppt/tags/tag389.xml><?xml version="1.0" encoding="utf-8"?>
<p:tagLst xmlns:a="http://schemas.openxmlformats.org/drawingml/2006/main" xmlns:r="http://schemas.openxmlformats.org/officeDocument/2006/relationships" xmlns:p="http://schemas.openxmlformats.org/presentationml/2006/main">
  <p:tag name="ORIGINALHEIGHT" val="4.575618"/>
  <p:tag name="ORIGINALWIDTH" val="4.701998"/>
  <p:tag name="EMFCHILD" val="True"/>
</p:tagLst>
</file>

<file path=ppt/tags/tag390.xml><?xml version="1.0" encoding="utf-8"?>
<p:tagLst xmlns:a="http://schemas.openxmlformats.org/drawingml/2006/main" xmlns:r="http://schemas.openxmlformats.org/officeDocument/2006/relationships" xmlns:p="http://schemas.openxmlformats.org/presentationml/2006/main">
  <p:tag name="ORIGINALHEIGHT" val="4.833661"/>
  <p:tag name="ORIGINALWIDTH" val="4.612347"/>
  <p:tag name="EMFCHILD" val="True"/>
</p:tagLst>
</file>

<file path=ppt/tags/tag391.xml><?xml version="1.0" encoding="utf-8"?>
<p:tagLst xmlns:a="http://schemas.openxmlformats.org/drawingml/2006/main" xmlns:r="http://schemas.openxmlformats.org/officeDocument/2006/relationships" xmlns:p="http://schemas.openxmlformats.org/presentationml/2006/main">
  <p:tag name="ORIGINALHEIGHT" val="4.694713"/>
  <p:tag name="ORIGINALWIDTH" val="7.949581"/>
  <p:tag name="EMFCHILD" val="True"/>
</p:tagLst>
</file>

<file path=ppt/tags/tag392.xml><?xml version="1.0" encoding="utf-8"?>
<p:tagLst xmlns:a="http://schemas.openxmlformats.org/drawingml/2006/main" xmlns:r="http://schemas.openxmlformats.org/officeDocument/2006/relationships" xmlns:p="http://schemas.openxmlformats.org/presentationml/2006/main">
  <p:tag name="ORIGINALHEIGHT" val="6.729414"/>
  <p:tag name="ORIGINALWIDTH" val="5.030738"/>
  <p:tag name="EMFCHILD" val="True"/>
</p:tagLst>
</file>

<file path=ppt/tags/tag393.xml><?xml version="1.0" encoding="utf-8"?>
<p:tagLst xmlns:a="http://schemas.openxmlformats.org/drawingml/2006/main" xmlns:r="http://schemas.openxmlformats.org/officeDocument/2006/relationships" xmlns:p="http://schemas.openxmlformats.org/presentationml/2006/main">
  <p:tag name="ORIGINALHEIGHT" val="6.709561"/>
  <p:tag name="ORIGINALWIDTH" val="2.380878"/>
  <p:tag name="EMFCHILD" val="True"/>
</p:tagLst>
</file>

<file path=ppt/tags/tag394.xml><?xml version="1.0" encoding="utf-8"?>
<p:tagLst xmlns:a="http://schemas.openxmlformats.org/drawingml/2006/main" xmlns:r="http://schemas.openxmlformats.org/officeDocument/2006/relationships" xmlns:p="http://schemas.openxmlformats.org/presentationml/2006/main">
  <p:tag name="ORIGINALHEIGHT" val="4.833661"/>
  <p:tag name="ORIGINALWIDTH" val="3.994714"/>
  <p:tag name="EMFCHILD" val="True"/>
</p:tagLst>
</file>

<file path=ppt/tags/tag395.xml><?xml version="1.0" encoding="utf-8"?>
<p:tagLst xmlns:a="http://schemas.openxmlformats.org/drawingml/2006/main" xmlns:r="http://schemas.openxmlformats.org/officeDocument/2006/relationships" xmlns:p="http://schemas.openxmlformats.org/presentationml/2006/main">
  <p:tag name="ORIGINALHEIGHT" val="4.813807"/>
  <p:tag name="ORIGINALWIDTH" val="1.683549"/>
  <p:tag name="EMFCHILD" val="True"/>
</p:tagLst>
</file>

<file path=ppt/tags/tag396.xml><?xml version="1.0" encoding="utf-8"?>
<p:tagLst xmlns:a="http://schemas.openxmlformats.org/drawingml/2006/main" xmlns:r="http://schemas.openxmlformats.org/officeDocument/2006/relationships" xmlns:p="http://schemas.openxmlformats.org/presentationml/2006/main">
  <p:tag name="ORIGINALHEIGHT" val="6.709561"/>
  <p:tag name="ORIGINALWIDTH" val="5.817746"/>
  <p:tag name="EMFCHILD" val="True"/>
</p:tagLst>
</file>

<file path=ppt/tags/tag397.xml><?xml version="1.0" encoding="utf-8"?>
<p:tagLst xmlns:a="http://schemas.openxmlformats.org/drawingml/2006/main" xmlns:r="http://schemas.openxmlformats.org/officeDocument/2006/relationships" xmlns:p="http://schemas.openxmlformats.org/presentationml/2006/main">
  <p:tag name="ORIGINALHEIGHT" val="6.709561"/>
  <p:tag name="ORIGINALWIDTH" val="6.863753"/>
  <p:tag name="EMFCHILD" val="True"/>
</p:tagLst>
</file>

<file path=ppt/tags/tag398.xml><?xml version="1.0" encoding="utf-8"?>
<p:tagLst xmlns:a="http://schemas.openxmlformats.org/drawingml/2006/main" xmlns:r="http://schemas.openxmlformats.org/officeDocument/2006/relationships" xmlns:p="http://schemas.openxmlformats.org/presentationml/2006/main">
  <p:tag name="ORIGINALHEIGHT" val="6.888217"/>
  <p:tag name="ORIGINALWIDTH" val="6.823905"/>
  <p:tag name="EMFCHILD" val="True"/>
</p:tagLst>
</file>

<file path=ppt/tags/tag399.xml><?xml version="1.0" encoding="utf-8"?>
<p:tagLst xmlns:a="http://schemas.openxmlformats.org/drawingml/2006/main" xmlns:r="http://schemas.openxmlformats.org/officeDocument/2006/relationships" xmlns:p="http://schemas.openxmlformats.org/presentationml/2006/main">
  <p:tag name="ORIGINALHEIGHT" val="4.833661"/>
  <p:tag name="ORIGINALWIDTH" val="3.347189"/>
  <p:tag name="EMFCHILD" val="True"/>
</p:tagLst>
</file>

<file path=ppt/tags/tag400.xml><?xml version="1.0" encoding="utf-8"?>
<p:tagLst xmlns:a="http://schemas.openxmlformats.org/drawingml/2006/main" xmlns:r="http://schemas.openxmlformats.org/officeDocument/2006/relationships" xmlns:p="http://schemas.openxmlformats.org/presentationml/2006/main">
  <p:tag name="ORIGINALHEIGHT" val="8.744291"/>
  <p:tag name="ORIGINALWIDTH" val="88.27602"/>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Test PRNs}&#10;\end{align*}&#10;}&#10;\end{document}"/>
  <p:tag name="IGUANATEXSIZE" val="28"/>
  <p:tag name="IGUANATEXCURSOR" val="350"/>
  <p:tag name="TRANSPARENCY" val="True"/>
  <p:tag name="LATEXENGINEID" val="1"/>
  <p:tag name="TEMPFOLDER" val="c:\temp\"/>
  <p:tag name="LATEXFORMHEIGHT" val="312"/>
  <p:tag name="LATEXFORMWIDTH" val="384"/>
  <p:tag name="LATEXFORMWRAP" val="True"/>
  <p:tag name="BITMAPVECTOR" val="1"/>
</p:tagLst>
</file>

<file path=ppt/tags/tag401.xml><?xml version="1.0" encoding="utf-8"?>
<p:tagLst xmlns:a="http://schemas.openxmlformats.org/drawingml/2006/main" xmlns:r="http://schemas.openxmlformats.org/officeDocument/2006/relationships" xmlns:p="http://schemas.openxmlformats.org/presentationml/2006/main">
  <p:tag name="ORIGINALHEIGHT" val="6.709561"/>
  <p:tag name="ORIGINALWIDTH" val="6.238613"/>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Test PRNs}&#10;\end{align*}&#10;}&#10;\end{document}"/>
  <p:tag name="IGUANATEXSIZE" val="28"/>
  <p:tag name="IGUANATEXCURSOR" val="350"/>
  <p:tag name="TRANSPARENCY" val="True"/>
  <p:tag name="LATEXENGINEID" val="1"/>
  <p:tag name="TEMPFOLDER" val="c:\temp\"/>
  <p:tag name="LATEXFORMHEIGHT" val="312"/>
  <p:tag name="LATEXFORMWIDTH" val="384"/>
  <p:tag name="LATEXFORMWRAP" val="True"/>
  <p:tag name="BITMAPVECTOR" val="1"/>
  <p:tag name="EMFCHILD" val="True"/>
</p:tagLst>
</file>

<file path=ppt/tags/tag402.xml><?xml version="1.0" encoding="utf-8"?>
<p:tagLst xmlns:a="http://schemas.openxmlformats.org/drawingml/2006/main" xmlns:r="http://schemas.openxmlformats.org/officeDocument/2006/relationships" xmlns:p="http://schemas.openxmlformats.org/presentationml/2006/main">
  <p:tag name="ORIGINALHEIGHT" val="4.575618"/>
  <p:tag name="ORIGINALWIDTH" val="4.711391"/>
  <p:tag name="EMFCHILD" val="True"/>
</p:tagLst>
</file>

<file path=ppt/tags/tag403.xml><?xml version="1.0" encoding="utf-8"?>
<p:tagLst xmlns:a="http://schemas.openxmlformats.org/drawingml/2006/main" xmlns:r="http://schemas.openxmlformats.org/officeDocument/2006/relationships" xmlns:p="http://schemas.openxmlformats.org/presentationml/2006/main">
  <p:tag name="ORIGINALHEIGHT" val="4.833661"/>
  <p:tag name="ORIGINALWIDTH" val="4.621571"/>
  <p:tag name="EMFCHILD" val="True"/>
</p:tagLst>
</file>

<file path=ppt/tags/tag404.xml><?xml version="1.0" encoding="utf-8"?>
<p:tagLst xmlns:a="http://schemas.openxmlformats.org/drawingml/2006/main" xmlns:r="http://schemas.openxmlformats.org/officeDocument/2006/relationships" xmlns:p="http://schemas.openxmlformats.org/presentationml/2006/main">
  <p:tag name="ORIGINALHEIGHT" val="4.694713"/>
  <p:tag name="ORIGINALWIDTH" val="7.965469"/>
  <p:tag name="EMFCHILD" val="True"/>
</p:tagLst>
</file>

<file path=ppt/tags/tag405.xml><?xml version="1.0" encoding="utf-8"?>
<p:tagLst xmlns:a="http://schemas.openxmlformats.org/drawingml/2006/main" xmlns:r="http://schemas.openxmlformats.org/officeDocument/2006/relationships" xmlns:p="http://schemas.openxmlformats.org/presentationml/2006/main">
  <p:tag name="ORIGINALHEIGHT" val="6.729414"/>
  <p:tag name="ORIGINALWIDTH" val="5.040806"/>
  <p:tag name="EMFCHILD" val="True"/>
</p:tagLst>
</file>

<file path=ppt/tags/tag406.xml><?xml version="1.0" encoding="utf-8"?>
<p:tagLst xmlns:a="http://schemas.openxmlformats.org/drawingml/2006/main" xmlns:r="http://schemas.openxmlformats.org/officeDocument/2006/relationships" xmlns:p="http://schemas.openxmlformats.org/presentationml/2006/main">
  <p:tag name="ORIGINALHEIGHT" val="6.709561"/>
  <p:tag name="ORIGINALWIDTH" val="2.385631"/>
  <p:tag name="EMFCHILD" val="True"/>
</p:tagLst>
</file>

<file path=ppt/tags/tag407.xml><?xml version="1.0" encoding="utf-8"?>
<p:tagLst xmlns:a="http://schemas.openxmlformats.org/drawingml/2006/main" xmlns:r="http://schemas.openxmlformats.org/officeDocument/2006/relationships" xmlns:p="http://schemas.openxmlformats.org/presentationml/2006/main">
  <p:tag name="ORIGINALHEIGHT" val="4.833661"/>
  <p:tag name="ORIGINALWIDTH" val="4.002701"/>
  <p:tag name="EMFCHILD" val="True"/>
</p:tagLst>
</file>

<file path=ppt/tags/tag408.xml><?xml version="1.0" encoding="utf-8"?>
<p:tagLst xmlns:a="http://schemas.openxmlformats.org/drawingml/2006/main" xmlns:r="http://schemas.openxmlformats.org/officeDocument/2006/relationships" xmlns:p="http://schemas.openxmlformats.org/presentationml/2006/main">
  <p:tag name="ORIGINALHEIGHT" val="4.813807"/>
  <p:tag name="ORIGINALWIDTH" val="1.686924"/>
  <p:tag name="EMFCHILD" val="True"/>
</p:tagLst>
</file>

<file path=ppt/tags/tag409.xml><?xml version="1.0" encoding="utf-8"?>
<p:tagLst xmlns:a="http://schemas.openxmlformats.org/drawingml/2006/main" xmlns:r="http://schemas.openxmlformats.org/officeDocument/2006/relationships" xmlns:p="http://schemas.openxmlformats.org/presentationml/2006/main">
  <p:tag name="ORIGINALHEIGHT" val="6.709561"/>
  <p:tag name="ORIGINALWIDTH" val="6.038979"/>
  <p:tag name="EMFCHILD" val="True"/>
</p:tagLst>
</file>

<file path=ppt/tags/tag410.xml><?xml version="1.0" encoding="utf-8"?>
<p:tagLst xmlns:a="http://schemas.openxmlformats.org/drawingml/2006/main" xmlns:r="http://schemas.openxmlformats.org/officeDocument/2006/relationships" xmlns:p="http://schemas.openxmlformats.org/presentationml/2006/main">
  <p:tag name="ORIGINALHEIGHT" val="4.833661"/>
  <p:tag name="ORIGINALWIDTH" val="4.002701"/>
  <p:tag name="EMFCHILD" val="True"/>
</p:tagLst>
</file>

<file path=ppt/tags/tag411.xml><?xml version="1.0" encoding="utf-8"?>
<p:tagLst xmlns:a="http://schemas.openxmlformats.org/drawingml/2006/main" xmlns:r="http://schemas.openxmlformats.org/officeDocument/2006/relationships" xmlns:p="http://schemas.openxmlformats.org/presentationml/2006/main">
  <p:tag name="ORIGINALHEIGHT" val="4.833661"/>
  <p:tag name="ORIGINALWIDTH" val="3.353882"/>
  <p:tag name="EMFCHILD" val="True"/>
</p:tagLst>
</file>

<file path=ppt/tags/tag412.xml><?xml version="1.0" encoding="utf-8"?>
<p:tagLst xmlns:a="http://schemas.openxmlformats.org/drawingml/2006/main" xmlns:r="http://schemas.openxmlformats.org/officeDocument/2006/relationships" xmlns:p="http://schemas.openxmlformats.org/presentationml/2006/main">
  <p:tag name="ORIGINALHEIGHT" val="6.372103"/>
  <p:tag name="ORIGINALWIDTH" val="3.114315"/>
  <p:tag name="EMFCHILD" val="True"/>
</p:tagLst>
</file>

<file path=ppt/tags/tag413.xml><?xml version="1.0" encoding="utf-8"?>
<p:tagLst xmlns:a="http://schemas.openxmlformats.org/drawingml/2006/main" xmlns:r="http://schemas.openxmlformats.org/officeDocument/2006/relationships" xmlns:p="http://schemas.openxmlformats.org/presentationml/2006/main">
  <p:tag name="ORIGINALHEIGHT" val="6.709561"/>
  <p:tag name="ORIGINALWIDTH" val="5.829361"/>
  <p:tag name="EMFCHILD" val="True"/>
</p:tagLst>
</file>

<file path=ppt/tags/tag414.xml><?xml version="1.0" encoding="utf-8"?>
<p:tagLst xmlns:a="http://schemas.openxmlformats.org/drawingml/2006/main" xmlns:r="http://schemas.openxmlformats.org/officeDocument/2006/relationships" xmlns:p="http://schemas.openxmlformats.org/presentationml/2006/main">
  <p:tag name="ORIGINALHEIGHT" val="6.709561"/>
  <p:tag name="ORIGINALWIDTH" val="6.87745"/>
  <p:tag name="EMFCHILD" val="True"/>
</p:tagLst>
</file>

<file path=ppt/tags/tag415.xml><?xml version="1.0" encoding="utf-8"?>
<p:tagLst xmlns:a="http://schemas.openxmlformats.org/drawingml/2006/main" xmlns:r="http://schemas.openxmlformats.org/officeDocument/2006/relationships" xmlns:p="http://schemas.openxmlformats.org/presentationml/2006/main">
  <p:tag name="ORIGINALHEIGHT" val="6.888217"/>
  <p:tag name="ORIGINALWIDTH" val="6.837516"/>
  <p:tag name="EMFCHILD" val="True"/>
</p:tagLst>
</file>

<file path=ppt/tags/tag416.xml><?xml version="1.0" encoding="utf-8"?>
<p:tagLst xmlns:a="http://schemas.openxmlformats.org/drawingml/2006/main" xmlns:r="http://schemas.openxmlformats.org/officeDocument/2006/relationships" xmlns:p="http://schemas.openxmlformats.org/presentationml/2006/main">
  <p:tag name="ORIGINALHEIGHT" val="4.833661"/>
  <p:tag name="ORIGINALWIDTH" val="3.353882"/>
  <p:tag name="EMFCHILD" val="True"/>
</p:tagLst>
</file>

<file path=ppt/tags/tag417.xml><?xml version="1.0" encoding="utf-8"?>
<p:tagLst xmlns:a="http://schemas.openxmlformats.org/drawingml/2006/main" xmlns:r="http://schemas.openxmlformats.org/officeDocument/2006/relationships" xmlns:p="http://schemas.openxmlformats.org/presentationml/2006/main">
  <p:tag name="ORIGINALHEIGHT" val="8.744291"/>
  <p:tag name="ORIGINALWIDTH" val="88.27602"/>
  <p:tag name="OUTPUTTYPE" val="SVG"/>
  <p:tag name="IGUANATEXVERSION" val="161"/>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Test PRNs}&#10;\end{align*}&#10;}&#10;\end{document}"/>
  <p:tag name="IGUANATEXSIZE" val="28"/>
  <p:tag name="IGUANATEXCURSOR" val="350"/>
  <p:tag name="TRANSPARENCY" val="True"/>
  <p:tag name="LATEXENGINEID" val="1"/>
  <p:tag name="TEMPFOLDER" val="c:\temp\"/>
  <p:tag name="LATEXFORMHEIGHT" val="312"/>
  <p:tag name="LATEXFORMWIDTH" val="384"/>
  <p:tag name="LATEXFORMWRAP" val="True"/>
  <p:tag name="BITMAPVECTOR" val="1"/>
</p:tagLst>
</file>

<file path=ppt/tags/tag418.xml><?xml version="1.0" encoding="utf-8"?>
<p:tagLst xmlns:a="http://schemas.openxmlformats.org/drawingml/2006/main" xmlns:r="http://schemas.openxmlformats.org/officeDocument/2006/relationships" xmlns:p="http://schemas.openxmlformats.org/presentationml/2006/main">
  <p:tag name="ORIGINALHEIGHT" val="6.709561"/>
  <p:tag name="ORIGINALWIDTH" val="6.238613"/>
  <p:tag name="LATEXADDIN" val="\documentclass{article}&#10;\usepackage[table]{xcolor}&#10;\usepackage{amsmath,amsfonts,amssymb,xcolor,mathptmx}&#10;\newcommand{\dbar}{{d\mkern-7mu\mathchar'26\mkern-2mu}}&#10;\usepackage{times}&#10;\usepackage{mathptmx}&#10;\usepackage{bm}&#10;\usepackage{xcolor}&#10;\pagestyle{empty}&#10;\begin{document}&#10;\setcounter{equation}{0}&#10;\color{black}{&#10;\begin{align*}&#10;\textbf{Example: Test PRNs}&#10;\end{align*}&#10;}&#10;\end{document}"/>
  <p:tag name="IGUANATEXSIZE" val="28"/>
  <p:tag name="IGUANATEXCURSOR" val="350"/>
  <p:tag name="TRANSPARENCY" val="True"/>
  <p:tag name="LATEXENGINEID" val="1"/>
  <p:tag name="TEMPFOLDER" val="c:\temp\"/>
  <p:tag name="LATEXFORMHEIGHT" val="312"/>
  <p:tag name="LATEXFORMWIDTH" val="384"/>
  <p:tag name="LATEXFORMWRAP" val="True"/>
  <p:tag name="BITMAPVECTOR" val="1"/>
  <p:tag name="EMFCHILD" val="True"/>
</p:tagLst>
</file>

<file path=ppt/tags/tag419.xml><?xml version="1.0" encoding="utf-8"?>
<p:tagLst xmlns:a="http://schemas.openxmlformats.org/drawingml/2006/main" xmlns:r="http://schemas.openxmlformats.org/officeDocument/2006/relationships" xmlns:p="http://schemas.openxmlformats.org/presentationml/2006/main">
  <p:tag name="ORIGINALHEIGHT" val="4.575618"/>
  <p:tag name="ORIGINALWIDTH" val="4.711391"/>
  <p:tag name="EMFCHILD" val="True"/>
</p:tagLst>
</file>

<file path=ppt/tags/tag420.xml><?xml version="1.0" encoding="utf-8"?>
<p:tagLst xmlns:a="http://schemas.openxmlformats.org/drawingml/2006/main" xmlns:r="http://schemas.openxmlformats.org/officeDocument/2006/relationships" xmlns:p="http://schemas.openxmlformats.org/presentationml/2006/main">
  <p:tag name="ORIGINALHEIGHT" val="4.833661"/>
  <p:tag name="ORIGINALWIDTH" val="4.621571"/>
  <p:tag name="EMFCHILD" val="True"/>
</p:tagLst>
</file>

<file path=ppt/tags/tag421.xml><?xml version="1.0" encoding="utf-8"?>
<p:tagLst xmlns:a="http://schemas.openxmlformats.org/drawingml/2006/main" xmlns:r="http://schemas.openxmlformats.org/officeDocument/2006/relationships" xmlns:p="http://schemas.openxmlformats.org/presentationml/2006/main">
  <p:tag name="ORIGINALHEIGHT" val="4.694713"/>
  <p:tag name="ORIGINALWIDTH" val="7.965469"/>
  <p:tag name="EMFCHILD" val="True"/>
</p:tagLst>
</file>

<file path=ppt/tags/tag422.xml><?xml version="1.0" encoding="utf-8"?>
<p:tagLst xmlns:a="http://schemas.openxmlformats.org/drawingml/2006/main" xmlns:r="http://schemas.openxmlformats.org/officeDocument/2006/relationships" xmlns:p="http://schemas.openxmlformats.org/presentationml/2006/main">
  <p:tag name="ORIGINALHEIGHT" val="6.729414"/>
  <p:tag name="ORIGINALWIDTH" val="5.040806"/>
  <p:tag name="EMFCHILD" val="True"/>
</p:tagLst>
</file>

<file path=ppt/tags/tag423.xml><?xml version="1.0" encoding="utf-8"?>
<p:tagLst xmlns:a="http://schemas.openxmlformats.org/drawingml/2006/main" xmlns:r="http://schemas.openxmlformats.org/officeDocument/2006/relationships" xmlns:p="http://schemas.openxmlformats.org/presentationml/2006/main">
  <p:tag name="ORIGINALHEIGHT" val="6.709561"/>
  <p:tag name="ORIGINALWIDTH" val="2.385631"/>
  <p:tag name="EMFCHILD" val="True"/>
</p:tagLst>
</file>

<file path=ppt/tags/tag424.xml><?xml version="1.0" encoding="utf-8"?>
<p:tagLst xmlns:a="http://schemas.openxmlformats.org/drawingml/2006/main" xmlns:r="http://schemas.openxmlformats.org/officeDocument/2006/relationships" xmlns:p="http://schemas.openxmlformats.org/presentationml/2006/main">
  <p:tag name="ORIGINALHEIGHT" val="4.833661"/>
  <p:tag name="ORIGINALWIDTH" val="4.002701"/>
  <p:tag name="EMFCHILD" val="True"/>
</p:tagLst>
</file>

<file path=ppt/tags/tag425.xml><?xml version="1.0" encoding="utf-8"?>
<p:tagLst xmlns:a="http://schemas.openxmlformats.org/drawingml/2006/main" xmlns:r="http://schemas.openxmlformats.org/officeDocument/2006/relationships" xmlns:p="http://schemas.openxmlformats.org/presentationml/2006/main">
  <p:tag name="ORIGINALHEIGHT" val="4.813807"/>
  <p:tag name="ORIGINALWIDTH" val="1.686924"/>
  <p:tag name="EMFCHILD" val="True"/>
</p:tagLst>
</file>

<file path=ppt/tags/tag426.xml><?xml version="1.0" encoding="utf-8"?>
<p:tagLst xmlns:a="http://schemas.openxmlformats.org/drawingml/2006/main" xmlns:r="http://schemas.openxmlformats.org/officeDocument/2006/relationships" xmlns:p="http://schemas.openxmlformats.org/presentationml/2006/main">
  <p:tag name="ORIGINALHEIGHT" val="6.709561"/>
  <p:tag name="ORIGINALWIDTH" val="6.038979"/>
  <p:tag name="EMFCHILD" val="True"/>
</p:tagLst>
</file>

<file path=ppt/tags/tag427.xml><?xml version="1.0" encoding="utf-8"?>
<p:tagLst xmlns:a="http://schemas.openxmlformats.org/drawingml/2006/main" xmlns:r="http://schemas.openxmlformats.org/officeDocument/2006/relationships" xmlns:p="http://schemas.openxmlformats.org/presentationml/2006/main">
  <p:tag name="ORIGINALHEIGHT" val="4.833661"/>
  <p:tag name="ORIGINALWIDTH" val="4.002701"/>
  <p:tag name="EMFCHILD" val="True"/>
</p:tagLst>
</file>

<file path=ppt/tags/tag428.xml><?xml version="1.0" encoding="utf-8"?>
<p:tagLst xmlns:a="http://schemas.openxmlformats.org/drawingml/2006/main" xmlns:r="http://schemas.openxmlformats.org/officeDocument/2006/relationships" xmlns:p="http://schemas.openxmlformats.org/presentationml/2006/main">
  <p:tag name="ORIGINALHEIGHT" val="4.833661"/>
  <p:tag name="ORIGINALWIDTH" val="3.353882"/>
  <p:tag name="EMFCHILD" val="True"/>
</p:tagLst>
</file>

<file path=ppt/tags/tag429.xml><?xml version="1.0" encoding="utf-8"?>
<p:tagLst xmlns:a="http://schemas.openxmlformats.org/drawingml/2006/main" xmlns:r="http://schemas.openxmlformats.org/officeDocument/2006/relationships" xmlns:p="http://schemas.openxmlformats.org/presentationml/2006/main">
  <p:tag name="ORIGINALHEIGHT" val="6.372103"/>
  <p:tag name="ORIGINALWIDTH" val="3.114315"/>
  <p:tag name="EMFCHILD" val="True"/>
</p:tagLst>
</file>

<file path=ppt/tags/tag430.xml><?xml version="1.0" encoding="utf-8"?>
<p:tagLst xmlns:a="http://schemas.openxmlformats.org/drawingml/2006/main" xmlns:r="http://schemas.openxmlformats.org/officeDocument/2006/relationships" xmlns:p="http://schemas.openxmlformats.org/presentationml/2006/main">
  <p:tag name="ORIGINALHEIGHT" val="6.709561"/>
  <p:tag name="ORIGINALWIDTH" val="5.829361"/>
  <p:tag name="EMFCHILD" val="True"/>
</p:tagLst>
</file>

<file path=ppt/tags/tag431.xml><?xml version="1.0" encoding="utf-8"?>
<p:tagLst xmlns:a="http://schemas.openxmlformats.org/drawingml/2006/main" xmlns:r="http://schemas.openxmlformats.org/officeDocument/2006/relationships" xmlns:p="http://schemas.openxmlformats.org/presentationml/2006/main">
  <p:tag name="ORIGINALHEIGHT" val="6.709561"/>
  <p:tag name="ORIGINALWIDTH" val="6.87745"/>
  <p:tag name="EMFCHILD" val="True"/>
</p:tagLst>
</file>

<file path=ppt/tags/tag432.xml><?xml version="1.0" encoding="utf-8"?>
<p:tagLst xmlns:a="http://schemas.openxmlformats.org/drawingml/2006/main" xmlns:r="http://schemas.openxmlformats.org/officeDocument/2006/relationships" xmlns:p="http://schemas.openxmlformats.org/presentationml/2006/main">
  <p:tag name="ORIGINALHEIGHT" val="6.888217"/>
  <p:tag name="ORIGINALWIDTH" val="6.837516"/>
  <p:tag name="EMFCHILD" val="True"/>
</p:tagLst>
</file>

<file path=ppt/tags/tag433.xml><?xml version="1.0" encoding="utf-8"?>
<p:tagLst xmlns:a="http://schemas.openxmlformats.org/drawingml/2006/main" xmlns:r="http://schemas.openxmlformats.org/officeDocument/2006/relationships" xmlns:p="http://schemas.openxmlformats.org/presentationml/2006/main">
  <p:tag name="ORIGINALHEIGHT" val="4.833661"/>
  <p:tag name="ORIGINALWIDTH" val="3.353882"/>
  <p:tag name="EMFCHILD"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974</Words>
  <Application>Microsoft Office PowerPoint</Application>
  <PresentationFormat>Widescreen</PresentationFormat>
  <Paragraphs>101</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Cambria Math</vt:lpstr>
      <vt:lpstr>fkGrotesk</vt:lpstr>
      <vt:lpstr>fkGroteskNeue</vt:lpstr>
      <vt:lpstr>Office Theme</vt:lpstr>
      <vt:lpstr>Random Numbers </vt:lpstr>
      <vt:lpstr>Introduction</vt:lpstr>
      <vt:lpstr>Introduction</vt:lpstr>
      <vt:lpstr>Introduction</vt:lpstr>
      <vt:lpstr>Introduction</vt:lpstr>
      <vt:lpstr>Introduction</vt:lpstr>
      <vt:lpstr>Introduction</vt:lpstr>
      <vt:lpstr>Characteristics of Random Numbers</vt:lpstr>
      <vt:lpstr>Uses   and   Applications</vt:lpstr>
      <vt:lpstr>Uses   and   Applications</vt:lpstr>
      <vt:lpstr>Uses   and   Applications</vt:lpstr>
      <vt:lpstr>Pseudo Random Numbers</vt:lpstr>
      <vt:lpstr>Pseudo Random Numbers</vt:lpstr>
      <vt:lpstr>Pseudo Random Numbers</vt:lpstr>
      <vt:lpstr>Pseudo Random Numbers</vt:lpstr>
      <vt:lpstr>Pseudo Random Numbers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Numbers </dc:title>
  <dc:creator>k</dc:creator>
  <cp:lastModifiedBy>bsphy2241</cp:lastModifiedBy>
  <cp:revision>25</cp:revision>
  <dcterms:created xsi:type="dcterms:W3CDTF">2025-10-10T12:29:18Z</dcterms:created>
  <dcterms:modified xsi:type="dcterms:W3CDTF">2025-11-05T11:15:01Z</dcterms:modified>
</cp:coreProperties>
</file>